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743" r:id="rId5"/>
    <p:sldMasterId id="2147483660" r:id="rId6"/>
    <p:sldMasterId id="2147483767" r:id="rId7"/>
    <p:sldMasterId id="2147483788" r:id="rId8"/>
  </p:sldMasterIdLst>
  <p:notesMasterIdLst>
    <p:notesMasterId r:id="rId28"/>
  </p:notesMasterIdLst>
  <p:handoutMasterIdLst>
    <p:handoutMasterId r:id="rId29"/>
  </p:handoutMasterIdLst>
  <p:sldIdLst>
    <p:sldId id="256" r:id="rId18"/>
    <p:sldId id="257" r:id="rId19"/>
    <p:sldId id="258" r:id="rId20"/>
    <p:sldId id="259" r:id="rId21"/>
    <p:sldId id="260" r:id="rId22"/>
    <p:sldId id="261" r:id="rId23"/>
    <p:sldId id="262" r:id="rId24"/>
    <p:sldId id="263" r:id="rId25"/>
    <p:sldId id="264" r:id="rId26"/>
    <p:sldId id="265" r:id="rId27"/>
    <p:sldId id="266" r:id="rId17"/>
    <p:sldId id="267" r:id="rId16"/>
    <p:sldId id="268" r:id="rId15"/>
    <p:sldId id="269" r:id="rId14"/>
    <p:sldId id="270" r:id="rId13"/>
    <p:sldId id="271" r:id="rId12"/>
    <p:sldId id="272" r:id="rId11"/>
    <p:sldId id="273" r:id="rId10"/>
    <p:sldId id="274" r:id="rId9"/>
    <p:sldId id="275" r:id="rId37"/>
    <p:sldId id="276" r:id="rId38"/>
    <p:sldId id="277" r:id="rId39"/>
    <p:sldId id="278" r:id="rId40"/>
    <p:sldId id="279" r:id="rId41"/>
    <p:sldId id="280" r:id="rId42"/>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94A4402-F3CE-7FDE-4B24-5AF94F362248}" name="Donde, Nimish" initials="" userId="S::Nimish.Donde@ally.com::88815cb9-032e-4ba6-bb01-e2ec9b1250e3" providerId="AD"/>
  <p188:author id="{C7F1950D-D808-F0D1-EF56-99D66FA08EEC}" name="Cash, Sydney" initials="CS" userId="S::Sydney.Cash@Ally.com::6556352a-dfcc-4a14-b504-5ce0ea559f5a" providerId="AD"/>
  <p188:author id="{5CF08811-B3BE-D8CD-10D5-91733F891801}" name="York, Daniel" initials="YD" userId="S::daniel.york@ally.com::9d964e43-a85d-4994-bc03-7710aad2d512" providerId="AD"/>
  <p188:author id="{E8888A25-A7F4-3A8A-0D8C-E86B3091E790}" name="Rutter, Hayes" initials="RH" userId="S::Hayes.Rutter@Ally.com::0c6b2cf3-d48f-4976-9827-7d2e4d66e28f" providerId="AD"/>
  <p188:author id="{DC1D7B2E-8732-A428-7331-9B9034622A49}" name="Wilson, Michael" initials="WM" userId="S::michael.wilson2@ally.com::650e56b0-6a8c-4d5e-a925-3de24462bd72" providerId="AD"/>
  <p188:author id="{BDE0F032-96FD-1C83-717E-5CE0E40AFB00}" name="Dubois, Taylor" initials="DT" userId="S::taylor.dubois@ally.com::0bb6c8e3-1f37-40b2-ad9b-9df3b0d60bc0" providerId="AD"/>
  <p188:author id="{FFEB5C4B-BBAF-7183-5D00-724FF0EEF129}" name="Dubois, Taylor" initials="DT" userId="S::Taylor.Dubois@ally.com::0bb6c8e3-1f37-40b2-ad9b-9df3b0d60bc0" providerId="AD"/>
  <p188:author id="{CD5A5568-643C-62EA-41D8-C28B6FCD7107}" name="Dowdee, Kimmy" initials="DK" userId="S::kimmy.dowdee@ally.com::6507d79d-9fb0-4f15-9530-38178ed996e9" providerId="AD"/>
  <p188:author id="{0D118A7C-CC94-6C33-ED77-FDF026313C7C}" name="Comartin, Chad" initials="CC" userId="S::Chad.Comartin@ally.com::5128e9fd-3578-4ba6-8e17-91f10d8f3cd3" providerId="AD"/>
  <p188:author id="{7F2EC886-B62F-9CFB-E308-704535714CCF}" name="York, Daniel" initials="YD" userId="S::Daniel.York@Ally.com::9d964e43-a85d-4994-bc03-7710aad2d512" providerId="AD"/>
  <p188:author id="{97BA2F9B-47E9-5507-1F3F-ADF8E3138F6A}" name="Phillips, Ryan" initials="PR" userId="S::ryan.phillips@ally.com::f3d3457d-a49a-4a90-be7e-3df9e89ef4f1" providerId="AD"/>
  <p188:author id="{2629A3A9-42FD-0EF1-3036-AAD5C64D41C8}" name="Kaplan, Kimmy" initials="KK" userId="S::kimmy.kaplan@ally.com::6507d79d-9fb0-4f15-9530-38178ed996e9" providerId="AD"/>
  <p188:author id="{9F96C9C3-7647-696D-EC14-CDBCC0A3C139}" name="Schneider, Rachel" initials="SR" userId="S::Rachel.Schneider@Ally.com::3a939f71-d715-4e8a-a121-733e20447dc4" providerId="AD"/>
  <p188:author id="{3EF173C4-013F-B526-E948-F181E5C3968B}" name="Troxler, Sarah" initials="TS" userId="S::Sarah.Troxler@ally.com::f40487a3-0023-41ef-964d-9caf97f4e077" providerId="AD"/>
  <p188:author id="{7C85F7E8-DE97-6F21-36C2-109B53A94C54}" name="Troxler, Sarah" initials="TS" userId="S::sarah.troxler@ally.com::f40487a3-0023-41ef-964d-9caf97f4e077" providerId="AD"/>
  <p188:author id="{1D5B4BEE-D50E-CADA-AD9F-A3167434C4EA}" name="Stallings, Caitlyn" initials="SC" userId="S::caitlyn.stallings@ally.com::b462954c-0800-41a5-ab4f-4a9bf666c22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504D"/>
    <a:srgbClr val="650360"/>
    <a:srgbClr val="5F2779"/>
    <a:srgbClr val="CE477E"/>
    <a:srgbClr val="FF80DF"/>
    <a:srgbClr val="9391FF"/>
    <a:srgbClr val="FFF7F0"/>
    <a:srgbClr val="954293"/>
    <a:srgbClr val="300942"/>
    <a:srgbClr val="FE4A8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6A8F36-97A4-9752-877D-40299C2DEAAB}" v="1" dt="2024-08-05T19:17:06.68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9" Type="http://schemas.openxmlformats.org/officeDocument/2006/relationships/slide" Target="slides/slide19.xml"/><Relationship Id="rId10" Type="http://schemas.openxmlformats.org/officeDocument/2006/relationships/slide" Target="slides/slide18.xml"/><Relationship Id="rId11" Type="http://schemas.openxmlformats.org/officeDocument/2006/relationships/slide" Target="slides/slide17.xml"/><Relationship Id="rId12" Type="http://schemas.openxmlformats.org/officeDocument/2006/relationships/slide" Target="slides/slide16.xml"/><Relationship Id="rId13" Type="http://schemas.openxmlformats.org/officeDocument/2006/relationships/slide" Target="slides/slide15.xml"/><Relationship Id="rId14" Type="http://schemas.openxmlformats.org/officeDocument/2006/relationships/slide" Target="slides/slide14.xml"/><Relationship Id="rId15" Type="http://schemas.openxmlformats.org/officeDocument/2006/relationships/slide" Target="slides/slide13.xml"/><Relationship Id="rId16" Type="http://schemas.openxmlformats.org/officeDocument/2006/relationships/slide" Target="slides/slide12.xml"/><Relationship Id="rId17" Type="http://schemas.openxmlformats.org/officeDocument/2006/relationships/slide" Target="slides/slide11.xml"/><Relationship Id="rId18" Type="http://schemas.openxmlformats.org/officeDocument/2006/relationships/slide" Target="slides/slide1.xml"/><Relationship Id="rId19" Type="http://schemas.openxmlformats.org/officeDocument/2006/relationships/slide" Target="slides/slide2.xml"/><Relationship Id="rId20" Type="http://schemas.openxmlformats.org/officeDocument/2006/relationships/slide" Target="slides/slide3.xml"/><Relationship Id="rId21" Type="http://schemas.openxmlformats.org/officeDocument/2006/relationships/slide" Target="slides/slide4.xml"/><Relationship Id="rId22" Type="http://schemas.openxmlformats.org/officeDocument/2006/relationships/slide" Target="slides/slide5.xml"/><Relationship Id="rId23" Type="http://schemas.openxmlformats.org/officeDocument/2006/relationships/slide" Target="slides/slide6.xml"/><Relationship Id="rId24" Type="http://schemas.openxmlformats.org/officeDocument/2006/relationships/slide" Target="slides/slide7.xml"/><Relationship Id="rId25" Type="http://schemas.openxmlformats.org/officeDocument/2006/relationships/slide" Target="slides/slide8.xml"/><Relationship Id="rId26" Type="http://schemas.openxmlformats.org/officeDocument/2006/relationships/slide" Target="slides/slide9.xml"/><Relationship Id="rId27" Type="http://schemas.openxmlformats.org/officeDocument/2006/relationships/slide" Target="slides/slide10.xml"/><Relationship Id="rId28" Type="http://schemas.openxmlformats.org/officeDocument/2006/relationships/notesMaster" Target="notesMasters/notesMaster1.xml"/><Relationship Id="rId29" Type="http://schemas.openxmlformats.org/officeDocument/2006/relationships/handoutMaster" Target="handoutMasters/handout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microsoft.com/office/2016/11/relationships/changesInfo" Target="changesInfos/changesInfo1.xml"/><Relationship Id="rId35" Type="http://schemas.microsoft.com/office/2015/10/relationships/revisionInfo" Target="revisionInfo.xml"/><Relationship Id="rId36" Type="http://schemas.microsoft.com/office/2018/10/relationships/authors" Target="authors.xml"/><Relationship Id="rId37" Type="http://schemas.openxmlformats.org/officeDocument/2006/relationships/slide" Target="slides/slide20.xml"/><Relationship Id="rId38" Type="http://schemas.openxmlformats.org/officeDocument/2006/relationships/slide" Target="slides/slide21.xml"/><Relationship Id="rId39" Type="http://schemas.openxmlformats.org/officeDocument/2006/relationships/slide" Target="slides/slide22.xml"/><Relationship Id="rId40" Type="http://schemas.openxmlformats.org/officeDocument/2006/relationships/slide" Target="slides/slide23.xml"/><Relationship Id="rId41" Type="http://schemas.openxmlformats.org/officeDocument/2006/relationships/slide" Target="slides/slide24.xml"/><Relationship Id="rId42" Type="http://schemas.openxmlformats.org/officeDocument/2006/relationships/slide" Target="slides/slide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illips, Ryan" userId="f3d3457d-a49a-4a90-be7e-3df9e89ef4f1" providerId="ADAL" clId="{C4FC995E-5CAC-42B3-8813-2C717A56B872}"/>
    <pc:docChg chg="modSld">
      <pc:chgData name="Phillips, Ryan" userId="f3d3457d-a49a-4a90-be7e-3df9e89ef4f1" providerId="ADAL" clId="{C4FC995E-5CAC-42B3-8813-2C717A56B872}" dt="2024-08-05T11:46:59.951" v="3" actId="207"/>
      <pc:docMkLst>
        <pc:docMk/>
      </pc:docMkLst>
      <pc:sldChg chg="modSp mod">
        <pc:chgData name="Phillips, Ryan" userId="f3d3457d-a49a-4a90-be7e-3df9e89ef4f1" providerId="ADAL" clId="{C4FC995E-5CAC-42B3-8813-2C717A56B872}" dt="2024-08-05T11:46:55.592" v="2" actId="207"/>
        <pc:sldMkLst>
          <pc:docMk/>
          <pc:sldMk cId="1915757637" sldId="2147480872"/>
        </pc:sldMkLst>
        <pc:spChg chg="mod">
          <ac:chgData name="Phillips, Ryan" userId="f3d3457d-a49a-4a90-be7e-3df9e89ef4f1" providerId="ADAL" clId="{C4FC995E-5CAC-42B3-8813-2C717A56B872}" dt="2024-08-05T11:46:55.592" v="2" actId="207"/>
          <ac:spMkLst>
            <pc:docMk/>
            <pc:sldMk cId="1915757637" sldId="2147480872"/>
            <ac:spMk id="7" creationId="{DB143700-3945-73C7-BE95-2859D0CA0FE9}"/>
          </ac:spMkLst>
        </pc:spChg>
      </pc:sldChg>
      <pc:sldChg chg="modSp mod">
        <pc:chgData name="Phillips, Ryan" userId="f3d3457d-a49a-4a90-be7e-3df9e89ef4f1" providerId="ADAL" clId="{C4FC995E-5CAC-42B3-8813-2C717A56B872}" dt="2024-08-05T11:46:50.762" v="1" actId="207"/>
        <pc:sldMkLst>
          <pc:docMk/>
          <pc:sldMk cId="3605443665" sldId="2147480895"/>
        </pc:sldMkLst>
        <pc:spChg chg="mod">
          <ac:chgData name="Phillips, Ryan" userId="f3d3457d-a49a-4a90-be7e-3df9e89ef4f1" providerId="ADAL" clId="{C4FC995E-5CAC-42B3-8813-2C717A56B872}" dt="2024-08-05T11:41:30.748" v="0" actId="1038"/>
          <ac:spMkLst>
            <pc:docMk/>
            <pc:sldMk cId="3605443665" sldId="2147480895"/>
            <ac:spMk id="4" creationId="{BC34385A-AF33-1155-C7A5-6DE457D730CC}"/>
          </ac:spMkLst>
        </pc:spChg>
        <pc:spChg chg="mod">
          <ac:chgData name="Phillips, Ryan" userId="f3d3457d-a49a-4a90-be7e-3df9e89ef4f1" providerId="ADAL" clId="{C4FC995E-5CAC-42B3-8813-2C717A56B872}" dt="2024-08-05T11:46:50.762" v="1" actId="207"/>
          <ac:spMkLst>
            <pc:docMk/>
            <pc:sldMk cId="3605443665" sldId="2147480895"/>
            <ac:spMk id="6" creationId="{95255B77-FB01-BE23-E4B3-97A67FD39BD4}"/>
          </ac:spMkLst>
        </pc:spChg>
      </pc:sldChg>
      <pc:sldChg chg="modSp mod">
        <pc:chgData name="Phillips, Ryan" userId="f3d3457d-a49a-4a90-be7e-3df9e89ef4f1" providerId="ADAL" clId="{C4FC995E-5CAC-42B3-8813-2C717A56B872}" dt="2024-08-05T11:46:59.951" v="3" actId="207"/>
        <pc:sldMkLst>
          <pc:docMk/>
          <pc:sldMk cId="1216864837" sldId="2147480917"/>
        </pc:sldMkLst>
        <pc:spChg chg="mod">
          <ac:chgData name="Phillips, Ryan" userId="f3d3457d-a49a-4a90-be7e-3df9e89ef4f1" providerId="ADAL" clId="{C4FC995E-5CAC-42B3-8813-2C717A56B872}" dt="2024-08-05T11:46:59.951" v="3" actId="207"/>
          <ac:spMkLst>
            <pc:docMk/>
            <pc:sldMk cId="1216864837" sldId="2147480917"/>
            <ac:spMk id="3" creationId="{6744E87C-D328-8E14-0F6C-A9FB5760D4B2}"/>
          </ac:spMkLst>
        </pc:spChg>
      </pc:sldChg>
    </pc:docChg>
  </pc:docChgLst>
  <pc:docChgLst>
    <pc:chgData name="Rajagopalan, Sada" userId="S::sada.rajagopalan@ally.com::05834cab-f93a-4a12-bfb4-0cf774745645" providerId="AD" clId="Web-{986A8F36-97A4-9752-877D-40299C2DEAAB}"/>
    <pc:docChg chg="modSld">
      <pc:chgData name="Rajagopalan, Sada" userId="S::sada.rajagopalan@ally.com::05834cab-f93a-4a12-bfb4-0cf774745645" providerId="AD" clId="Web-{986A8F36-97A4-9752-877D-40299C2DEAAB}" dt="2024-08-05T19:17:06.689" v="0" actId="20577"/>
      <pc:docMkLst>
        <pc:docMk/>
      </pc:docMkLst>
      <pc:sldChg chg="modSp">
        <pc:chgData name="Rajagopalan, Sada" userId="S::sada.rajagopalan@ally.com::05834cab-f93a-4a12-bfb4-0cf774745645" providerId="AD" clId="Web-{986A8F36-97A4-9752-877D-40299C2DEAAB}" dt="2024-08-05T19:17:06.689" v="0" actId="20577"/>
        <pc:sldMkLst>
          <pc:docMk/>
          <pc:sldMk cId="1216864837" sldId="2147480917"/>
        </pc:sldMkLst>
        <pc:spChg chg="mod">
          <ac:chgData name="Rajagopalan, Sada" userId="S::sada.rajagopalan@ally.com::05834cab-f93a-4a12-bfb4-0cf774745645" providerId="AD" clId="Web-{986A8F36-97A4-9752-877D-40299C2DEAAB}" dt="2024-08-05T19:17:06.689" v="0" actId="20577"/>
          <ac:spMkLst>
            <pc:docMk/>
            <pc:sldMk cId="1216864837" sldId="2147480917"/>
            <ac:spMk id="6" creationId="{3F3BB57E-2826-6DE2-043F-95DD3B23F7D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8EA5D37-BB7B-AB4D-B407-364B355D10C2}"/>
              </a:ext>
            </a:extLst>
          </p:cNvPr>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a:extLst>
              <a:ext uri="{FF2B5EF4-FFF2-40B4-BE49-F238E27FC236}">
                <a16:creationId xmlns:a16="http://schemas.microsoft.com/office/drawing/2014/main" id="{0AC636AB-2349-AF45-8AD3-F2467588D884}"/>
              </a:ext>
            </a:extLst>
          </p:cNvPr>
          <p:cNvSpPr>
            <a:spLocks noGrp="1"/>
          </p:cNvSpPr>
          <p:nvPr>
            <p:ph type="dt" sz="quarter" idx="1"/>
          </p:nvPr>
        </p:nvSpPr>
        <p:spPr>
          <a:xfrm>
            <a:off x="3970938" y="0"/>
            <a:ext cx="3037840" cy="466434"/>
          </a:xfrm>
          <a:prstGeom prst="rect">
            <a:avLst/>
          </a:prstGeom>
        </p:spPr>
        <p:txBody>
          <a:bodyPr vert="horz" lIns="93177" tIns="46589" rIns="93177" bIns="46589" rtlCol="0"/>
          <a:lstStyle>
            <a:lvl1pPr algn="r">
              <a:defRPr sz="1200"/>
            </a:lvl1pPr>
          </a:lstStyle>
          <a:p>
            <a:fld id="{33332D21-2634-A448-9861-80546E712B33}" type="datetimeFigureOut">
              <a:rPr lang="en-US" smtClean="0"/>
              <a:t>8/5/2024</a:t>
            </a:fld>
            <a:endParaRPr lang="en-US"/>
          </a:p>
        </p:txBody>
      </p:sp>
      <p:sp>
        <p:nvSpPr>
          <p:cNvPr id="4" name="Footer Placeholder 3">
            <a:extLst>
              <a:ext uri="{FF2B5EF4-FFF2-40B4-BE49-F238E27FC236}">
                <a16:creationId xmlns:a16="http://schemas.microsoft.com/office/drawing/2014/main" id="{8E740A43-9AA3-DD41-879A-0D5A456D39B3}"/>
              </a:ext>
            </a:extLst>
          </p:cNvPr>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E845DA1-D3E1-B948-BB19-D9C9D1D8C528}"/>
              </a:ext>
            </a:extLst>
          </p:cNvPr>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530DBB07-22FB-F74E-B197-D49693817D04}" type="slidenum">
              <a:rPr lang="en-US" smtClean="0"/>
              <a:t>‹#›</a:t>
            </a:fld>
            <a:endParaRPr lang="en-US"/>
          </a:p>
        </p:txBody>
      </p:sp>
    </p:spTree>
    <p:extLst>
      <p:ext uri="{BB962C8B-B14F-4D97-AF65-F5344CB8AC3E}">
        <p14:creationId xmlns:p14="http://schemas.microsoft.com/office/powerpoint/2010/main" val="231772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CB4375F6-4C81-B54C-9766-3BD0D06C1D1A}" type="datetimeFigureOut">
              <a:rPr lang="en-US" smtClean="0"/>
              <a:t>8/5/2024</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911B72EC-945A-994A-A335-C2D23A7C2537}" type="slidenum">
              <a:rPr lang="en-US" smtClean="0"/>
              <a:t>‹#›</a:t>
            </a:fld>
            <a:endParaRPr lang="en-US"/>
          </a:p>
        </p:txBody>
      </p:sp>
    </p:spTree>
    <p:extLst>
      <p:ext uri="{BB962C8B-B14F-4D97-AF65-F5344CB8AC3E}">
        <p14:creationId xmlns:p14="http://schemas.microsoft.com/office/powerpoint/2010/main" val="13402871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emf"/></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emf"/></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emf"/></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emf"/></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emf"/><Relationship Id="rId3" Type="http://schemas.openxmlformats.org/officeDocument/2006/relationships/image" Target="../media/image15.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34.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tags" Target="../tags/tag2.xml"/><Relationship Id="rId3" Type="http://schemas.openxmlformats.org/officeDocument/2006/relationships/slideMaster" Target="../slideMasters/slideMaster1.xml"/><Relationship Id="rId4" Type="http://schemas.openxmlformats.org/officeDocument/2006/relationships/oleObject" Target="../embeddings/oleObject1.bin"/><Relationship Id="rId5" Type="http://schemas.openxmlformats.org/officeDocument/2006/relationships/image" Target="../media/image18.emf"/></Relationships>
</file>

<file path=ppt/slideLayouts/_rels/slideLayout35.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tags" Target="../tags/tag4.xml"/><Relationship Id="rId3" Type="http://schemas.openxmlformats.org/officeDocument/2006/relationships/slideMaster" Target="../slideMasters/slideMaster1.xml"/><Relationship Id="rId4" Type="http://schemas.openxmlformats.org/officeDocument/2006/relationships/oleObject" Target="../embeddings/oleObject2.bin"/><Relationship Id="rId5" Type="http://schemas.openxmlformats.org/officeDocument/2006/relationships/image" Target="../media/image18.emf"/></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tags" Target="../tags/tag6.xml"/><Relationship Id="rId3" Type="http://schemas.openxmlformats.org/officeDocument/2006/relationships/slideMaster" Target="../slideMasters/slideMaster1.xml"/><Relationship Id="rId4" Type="http://schemas.openxmlformats.org/officeDocument/2006/relationships/oleObject" Target="../embeddings/oleObject3.bin"/><Relationship Id="rId5" Type="http://schemas.openxmlformats.org/officeDocument/2006/relationships/image" Target="../media/image18.emf"/></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tags" Target="../tags/tag8.xml"/><Relationship Id="rId3" Type="http://schemas.openxmlformats.org/officeDocument/2006/relationships/slideMaster" Target="../slideMasters/slideMaster3.xml"/><Relationship Id="rId4" Type="http://schemas.openxmlformats.org/officeDocument/2006/relationships/oleObject" Target="../embeddings/oleObject4.bin"/><Relationship Id="rId5" Type="http://schemas.openxmlformats.org/officeDocument/2006/relationships/image" Target="../media/image18.emf"/></Relationships>
</file>

<file path=ppt/slideLayouts/_rels/slideLayout74.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tags" Target="../tags/tag10.xml"/><Relationship Id="rId3" Type="http://schemas.openxmlformats.org/officeDocument/2006/relationships/slideMaster" Target="../slideMasters/slideMaster3.xml"/><Relationship Id="rId4" Type="http://schemas.openxmlformats.org/officeDocument/2006/relationships/oleObject" Target="../embeddings/oleObject5.bin"/><Relationship Id="rId5" Type="http://schemas.openxmlformats.org/officeDocument/2006/relationships/image" Target="../media/image18.emf"/></Relationships>
</file>

<file path=ppt/slideLayouts/_rels/slideLayout75.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tags" Target="../tags/tag12.xml"/><Relationship Id="rId3" Type="http://schemas.openxmlformats.org/officeDocument/2006/relationships/slideMaster" Target="../slideMasters/slideMaster3.xml"/><Relationship Id="rId4" Type="http://schemas.openxmlformats.org/officeDocument/2006/relationships/oleObject" Target="../embeddings/oleObject6.bin"/><Relationship Id="rId5" Type="http://schemas.openxmlformats.org/officeDocument/2006/relationships/image" Target="../media/image18.emf"/></Relationships>
</file>

<file path=ppt/slideLayouts/_rels/slideLayout76.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tags" Target="../tags/tag14.xml"/><Relationship Id="rId3" Type="http://schemas.openxmlformats.org/officeDocument/2006/relationships/slideMaster" Target="../slideMasters/slideMaster3.xml"/><Relationship Id="rId4" Type="http://schemas.openxmlformats.org/officeDocument/2006/relationships/oleObject" Target="../embeddings/oleObject7.bin"/><Relationship Id="rId5" Type="http://schemas.openxmlformats.org/officeDocument/2006/relationships/image" Target="../media/image18.emf"/></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7.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9.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0.emf"/></Relationships>
</file>

<file path=ppt/slideLayouts/_rels/slideLayout95.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tags" Target="../tags/tag17.xml"/><Relationship Id="rId3" Type="http://schemas.openxmlformats.org/officeDocument/2006/relationships/slideMaster" Target="../slideMasters/slideMaster4.xml"/><Relationship Id="rId4" Type="http://schemas.openxmlformats.org/officeDocument/2006/relationships/oleObject" Target="../embeddings/oleObject9.bin"/><Relationship Id="rId5" Type="http://schemas.openxmlformats.org/officeDocument/2006/relationships/image" Target="../media/image18.emf"/></Relationships>
</file>

<file path=ppt/slideLayouts/_rels/slideLayout96.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tags" Target="../tags/tag19.xml"/><Relationship Id="rId3" Type="http://schemas.openxmlformats.org/officeDocument/2006/relationships/slideMaster" Target="../slideMasters/slideMaster4.xml"/><Relationship Id="rId4" Type="http://schemas.openxmlformats.org/officeDocument/2006/relationships/oleObject" Target="../embeddings/oleObject10.bin"/><Relationship Id="rId5" Type="http://schemas.openxmlformats.org/officeDocument/2006/relationships/image" Target="../media/image18.emf"/></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emf"/></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9.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1.emf"/></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2.emf"/></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3.emf"/></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1.emf"/></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4.emf"/></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4.emf"/><Relationship Id="rId3" Type="http://schemas.openxmlformats.org/officeDocument/2006/relationships/image" Target="../media/image15.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7.png"/></Relationships>
</file>

<file path=ppt/slideLayouts/_rels/slideLayout130.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tags" Target="../tags/tag21.xml"/><Relationship Id="rId3" Type="http://schemas.openxmlformats.org/officeDocument/2006/relationships/slideMaster" Target="../slideMasters/slideMaster5.xml"/><Relationship Id="rId4" Type="http://schemas.openxmlformats.org/officeDocument/2006/relationships/oleObject" Target="../embeddings/oleObject11.bin"/><Relationship Id="rId5" Type="http://schemas.openxmlformats.org/officeDocument/2006/relationships/image" Target="../media/image18.emf"/></Relationships>
</file>

<file path=ppt/slideLayouts/_rels/slideLayout131.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tags" Target="../tags/tag23.xml"/><Relationship Id="rId3" Type="http://schemas.openxmlformats.org/officeDocument/2006/relationships/slideMaster" Target="../slideMasters/slideMaster5.xml"/><Relationship Id="rId4" Type="http://schemas.openxmlformats.org/officeDocument/2006/relationships/oleObject" Target="../embeddings/oleObject12.bin"/><Relationship Id="rId5" Type="http://schemas.openxmlformats.org/officeDocument/2006/relationships/image" Target="../media/image18.emf"/></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tags" Target="../tags/tag25.xml"/><Relationship Id="rId3" Type="http://schemas.openxmlformats.org/officeDocument/2006/relationships/slideMaster" Target="../slideMasters/slideMaster5.xml"/><Relationship Id="rId4" Type="http://schemas.openxmlformats.org/officeDocument/2006/relationships/oleObject" Target="../embeddings/oleObject13.bin"/><Relationship Id="rId5" Type="http://schemas.openxmlformats.org/officeDocument/2006/relationships/image" Target="../media/image18.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1D367-663E-4CCE-9F71-DDB93BACD218}"/>
              </a:ext>
            </a:extLst>
          </p:cNvPr>
          <p:cNvSpPr>
            <a:spLocks noGrp="1"/>
          </p:cNvSpPr>
          <p:nvPr>
            <p:ph type="title" hasCustomPrompt="1"/>
          </p:nvPr>
        </p:nvSpPr>
        <p:spPr>
          <a:xfrm>
            <a:off x="4023360" y="1729247"/>
            <a:ext cx="7504917" cy="1452792"/>
          </a:xfrm>
        </p:spPr>
        <p:txBody>
          <a:bodyPr/>
          <a:lstStyle>
            <a:lvl1pPr>
              <a:defRPr sz="2400" b="1">
                <a:solidFill>
                  <a:schemeClr val="tx2"/>
                </a:solidFill>
                <a:latin typeface="Galano Grotesque ExtraBold" panose="00000900000000000000" pitchFamily="50" charset="0"/>
              </a:defRPr>
            </a:lvl1pPr>
          </a:lstStyle>
          <a:p>
            <a:r>
              <a:rPr lang="en-US"/>
              <a:t>Header goes here, can be up to two lines.</a:t>
            </a:r>
          </a:p>
        </p:txBody>
      </p:sp>
      <p:sp>
        <p:nvSpPr>
          <p:cNvPr id="3" name="Slide Number Placeholder 2">
            <a:extLst>
              <a:ext uri="{FF2B5EF4-FFF2-40B4-BE49-F238E27FC236}">
                <a16:creationId xmlns:a16="http://schemas.microsoft.com/office/drawing/2014/main" id="{95118CF4-C06A-46FD-8A47-4ADA9D152CB9}"/>
              </a:ext>
            </a:extLst>
          </p:cNvPr>
          <p:cNvSpPr>
            <a:spLocks noGrp="1"/>
          </p:cNvSpPr>
          <p:nvPr>
            <p:ph type="sldNum" sz="quarter" idx="10"/>
          </p:nvPr>
        </p:nvSpPr>
        <p:spPr/>
        <p:txBody>
          <a:bodyPr/>
          <a:lstStyle/>
          <a:p>
            <a:fld id="{43810C2F-5A3B-334F-B32E-597B62ACB14E}" type="slidenum">
              <a:rPr lang="en-US" smtClean="0"/>
              <a:pPr/>
              <a:t>‹#›</a:t>
            </a:fld>
            <a:endParaRPr lang="en-US"/>
          </a:p>
        </p:txBody>
      </p:sp>
      <p:sp>
        <p:nvSpPr>
          <p:cNvPr id="5" name="Rectangle 4">
            <a:extLst>
              <a:ext uri="{FF2B5EF4-FFF2-40B4-BE49-F238E27FC236}">
                <a16:creationId xmlns:a16="http://schemas.microsoft.com/office/drawing/2014/main" id="{2EA7675E-4B05-4EDA-A7EC-CA313C1B23F1}"/>
              </a:ext>
            </a:extLst>
          </p:cNvPr>
          <p:cNvSpPr/>
          <p:nvPr userDrawn="1"/>
        </p:nvSpPr>
        <p:spPr>
          <a:xfrm>
            <a:off x="249383" y="6242860"/>
            <a:ext cx="2196637" cy="4786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a:latin typeface="Galano Grotesque" pitchFamily="2" charset="77"/>
            </a:endParaRPr>
          </a:p>
        </p:txBody>
      </p:sp>
      <p:sp>
        <p:nvSpPr>
          <p:cNvPr id="10" name="Text Placeholder 9">
            <a:extLst>
              <a:ext uri="{FF2B5EF4-FFF2-40B4-BE49-F238E27FC236}">
                <a16:creationId xmlns:a16="http://schemas.microsoft.com/office/drawing/2014/main" id="{C86D46D9-82FE-4F5E-8C81-164A05CFAD71}"/>
              </a:ext>
            </a:extLst>
          </p:cNvPr>
          <p:cNvSpPr>
            <a:spLocks noGrp="1"/>
          </p:cNvSpPr>
          <p:nvPr>
            <p:ph type="body" sz="quarter" idx="13" hasCustomPrompt="1"/>
          </p:nvPr>
        </p:nvSpPr>
        <p:spPr>
          <a:xfrm>
            <a:off x="4022726" y="3216275"/>
            <a:ext cx="7505700" cy="668338"/>
          </a:xfrm>
          <a:prstGeom prst="rect">
            <a:avLst/>
          </a:prstGeom>
        </p:spPr>
        <p:txBody>
          <a:bodyPr/>
          <a:lstStyle>
            <a:lvl1pPr>
              <a:defRPr lang="en-US" sz="1800" b="0" i="0" kern="1200" dirty="0">
                <a:solidFill>
                  <a:schemeClr val="tx2"/>
                </a:solidFill>
                <a:latin typeface="Galano Grotesque" pitchFamily="2" charset="77"/>
                <a:ea typeface="+mn-ea"/>
                <a:cs typeface="+mn-cs"/>
              </a:defRPr>
            </a:lvl1pPr>
            <a:lvl2pPr>
              <a:defRPr sz="2400"/>
            </a:lvl2pPr>
            <a:lvl3pPr>
              <a:defRPr sz="2400"/>
            </a:lvl3pPr>
            <a:lvl4pPr>
              <a:defRPr sz="2400"/>
            </a:lvl4pPr>
            <a:lvl5pPr>
              <a:defRPr sz="2400"/>
            </a:lvl5pPr>
          </a:lstStyle>
          <a:p>
            <a:pPr marL="0" lvl="0" indent="0" algn="l" defTabSz="914377" rtl="0" eaLnBrk="1" latinLnBrk="0" hangingPunct="1">
              <a:lnSpc>
                <a:spcPct val="90000"/>
              </a:lnSpc>
              <a:spcBef>
                <a:spcPts val="1000"/>
              </a:spcBef>
              <a:buFont typeface="Arial" panose="020B0604020202020204" pitchFamily="34" charset="0"/>
              <a:buNone/>
            </a:pPr>
            <a:r>
              <a:rPr lang="en-US"/>
              <a:t>Sub heading here.</a:t>
            </a:r>
          </a:p>
        </p:txBody>
      </p:sp>
      <p:pic>
        <p:nvPicPr>
          <p:cNvPr id="9" name="Picture 8" descr="Icon&#10;&#10;Description automatically generated">
            <a:extLst>
              <a:ext uri="{FF2B5EF4-FFF2-40B4-BE49-F238E27FC236}">
                <a16:creationId xmlns:a16="http://schemas.microsoft.com/office/drawing/2014/main" id="{F447E032-B611-9719-83F7-3CE16773C7DF}"/>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11407" b="2162"/>
          <a:stretch/>
        </p:blipFill>
        <p:spPr>
          <a:xfrm>
            <a:off x="0" y="2595155"/>
            <a:ext cx="3925820" cy="4262845"/>
          </a:xfrm>
          <a:prstGeom prst="rect">
            <a:avLst/>
          </a:prstGeom>
        </p:spPr>
      </p:pic>
    </p:spTree>
    <p:extLst>
      <p:ext uri="{BB962C8B-B14F-4D97-AF65-F5344CB8AC3E}">
        <p14:creationId xmlns:p14="http://schemas.microsoft.com/office/powerpoint/2010/main" val="801864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EA7675E-4B05-4EDA-A7EC-CA313C1B23F1}"/>
              </a:ext>
            </a:extLst>
          </p:cNvPr>
          <p:cNvSpPr/>
          <p:nvPr userDrawn="1"/>
        </p:nvSpPr>
        <p:spPr>
          <a:xfrm>
            <a:off x="249383" y="6242860"/>
            <a:ext cx="2196637" cy="4786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a:latin typeface="Galano Grotesque" pitchFamily="2" charset="77"/>
            </a:endParaRPr>
          </a:p>
        </p:txBody>
      </p:sp>
      <p:pic>
        <p:nvPicPr>
          <p:cNvPr id="6" name="Picture 5">
            <a:extLst>
              <a:ext uri="{FF2B5EF4-FFF2-40B4-BE49-F238E27FC236}">
                <a16:creationId xmlns:a16="http://schemas.microsoft.com/office/drawing/2014/main" id="{9D509472-FFF9-3AD6-4B02-A4DD80038D60}"/>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39524" t="18735" b="38890"/>
          <a:stretch/>
        </p:blipFill>
        <p:spPr>
          <a:xfrm>
            <a:off x="0" y="0"/>
            <a:ext cx="10111629" cy="6858000"/>
          </a:xfrm>
          <a:prstGeom prst="rect">
            <a:avLst/>
          </a:prstGeom>
        </p:spPr>
      </p:pic>
      <p:sp>
        <p:nvSpPr>
          <p:cNvPr id="7" name="Rectangle 6">
            <a:extLst>
              <a:ext uri="{FF2B5EF4-FFF2-40B4-BE49-F238E27FC236}">
                <a16:creationId xmlns:a16="http://schemas.microsoft.com/office/drawing/2014/main" id="{D3EEE056-4297-6918-8B16-D5B742C60854}"/>
              </a:ext>
            </a:extLst>
          </p:cNvPr>
          <p:cNvSpPr/>
          <p:nvPr userDrawn="1"/>
        </p:nvSpPr>
        <p:spPr>
          <a:xfrm>
            <a:off x="3171463" y="0"/>
            <a:ext cx="9020537" cy="6858000"/>
          </a:xfrm>
          <a:prstGeom prst="rect">
            <a:avLst/>
          </a:prstGeom>
          <a:gradFill>
            <a:gsLst>
              <a:gs pos="99000">
                <a:schemeClr val="bg1">
                  <a:alpha val="0"/>
                </a:schemeClr>
              </a:gs>
              <a:gs pos="71000">
                <a:schemeClr val="bg1"/>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Galano Grotesque" pitchFamily="2" charset="77"/>
            </a:endParaRPr>
          </a:p>
        </p:txBody>
      </p:sp>
      <p:sp>
        <p:nvSpPr>
          <p:cNvPr id="2" name="Title 1">
            <a:extLst>
              <a:ext uri="{FF2B5EF4-FFF2-40B4-BE49-F238E27FC236}">
                <a16:creationId xmlns:a16="http://schemas.microsoft.com/office/drawing/2014/main" id="{05D1D367-663E-4CCE-9F71-DDB93BACD218}"/>
              </a:ext>
            </a:extLst>
          </p:cNvPr>
          <p:cNvSpPr>
            <a:spLocks noGrp="1"/>
          </p:cNvSpPr>
          <p:nvPr>
            <p:ph type="title" hasCustomPrompt="1"/>
          </p:nvPr>
        </p:nvSpPr>
        <p:spPr>
          <a:xfrm>
            <a:off x="4023360" y="1729247"/>
            <a:ext cx="7504917" cy="1452792"/>
          </a:xfrm>
        </p:spPr>
        <p:txBody>
          <a:bodyPr/>
          <a:lstStyle>
            <a:lvl1pPr>
              <a:defRPr sz="2400" b="1">
                <a:solidFill>
                  <a:schemeClr val="tx2"/>
                </a:solidFill>
                <a:latin typeface="Galano Grotesque ExtraBold" panose="00000900000000000000" pitchFamily="50" charset="0"/>
              </a:defRPr>
            </a:lvl1pPr>
          </a:lstStyle>
          <a:p>
            <a:r>
              <a:rPr lang="en-US"/>
              <a:t>Header goes here, can be up to two lines.</a:t>
            </a:r>
          </a:p>
        </p:txBody>
      </p:sp>
      <p:sp>
        <p:nvSpPr>
          <p:cNvPr id="3" name="Slide Number Placeholder 2">
            <a:extLst>
              <a:ext uri="{FF2B5EF4-FFF2-40B4-BE49-F238E27FC236}">
                <a16:creationId xmlns:a16="http://schemas.microsoft.com/office/drawing/2014/main" id="{95118CF4-C06A-46FD-8A47-4ADA9D152CB9}"/>
              </a:ext>
            </a:extLst>
          </p:cNvPr>
          <p:cNvSpPr>
            <a:spLocks noGrp="1"/>
          </p:cNvSpPr>
          <p:nvPr>
            <p:ph type="sldNum" sz="quarter" idx="10"/>
          </p:nvPr>
        </p:nvSpPr>
        <p:spPr/>
        <p:txBody>
          <a:bodyPr/>
          <a:lstStyle/>
          <a:p>
            <a:fld id="{43810C2F-5A3B-334F-B32E-597B62ACB14E}" type="slidenum">
              <a:rPr lang="en-US" smtClean="0"/>
              <a:pPr/>
              <a:t>‹#›</a:t>
            </a:fld>
            <a:endParaRPr lang="en-US"/>
          </a:p>
        </p:txBody>
      </p:sp>
      <p:sp>
        <p:nvSpPr>
          <p:cNvPr id="10" name="Text Placeholder 9">
            <a:extLst>
              <a:ext uri="{FF2B5EF4-FFF2-40B4-BE49-F238E27FC236}">
                <a16:creationId xmlns:a16="http://schemas.microsoft.com/office/drawing/2014/main" id="{C86D46D9-82FE-4F5E-8C81-164A05CFAD71}"/>
              </a:ext>
            </a:extLst>
          </p:cNvPr>
          <p:cNvSpPr>
            <a:spLocks noGrp="1"/>
          </p:cNvSpPr>
          <p:nvPr>
            <p:ph type="body" sz="quarter" idx="13" hasCustomPrompt="1"/>
          </p:nvPr>
        </p:nvSpPr>
        <p:spPr>
          <a:xfrm>
            <a:off x="4022726" y="3216275"/>
            <a:ext cx="7505700" cy="668338"/>
          </a:xfrm>
          <a:prstGeom prst="rect">
            <a:avLst/>
          </a:prstGeom>
        </p:spPr>
        <p:txBody>
          <a:bodyPr/>
          <a:lstStyle>
            <a:lvl1pPr>
              <a:defRPr lang="en-US" sz="1800" b="0" i="0" kern="1200" dirty="0">
                <a:solidFill>
                  <a:schemeClr val="tx2"/>
                </a:solidFill>
                <a:latin typeface="Galano Grotesque" pitchFamily="2" charset="77"/>
                <a:ea typeface="+mn-ea"/>
                <a:cs typeface="+mn-cs"/>
              </a:defRPr>
            </a:lvl1pPr>
            <a:lvl2pPr>
              <a:defRPr sz="2400"/>
            </a:lvl2pPr>
            <a:lvl3pPr>
              <a:defRPr sz="2400"/>
            </a:lvl3pPr>
            <a:lvl4pPr>
              <a:defRPr sz="2400"/>
            </a:lvl4pPr>
            <a:lvl5pPr>
              <a:defRPr sz="2400"/>
            </a:lvl5pPr>
          </a:lstStyle>
          <a:p>
            <a:pPr marL="0" lvl="0" indent="0" algn="l" defTabSz="914377" rtl="0" eaLnBrk="1" latinLnBrk="0" hangingPunct="1">
              <a:lnSpc>
                <a:spcPct val="90000"/>
              </a:lnSpc>
              <a:spcBef>
                <a:spcPts val="1000"/>
              </a:spcBef>
              <a:buFont typeface="Arial" panose="020B0604020202020204" pitchFamily="34" charset="0"/>
              <a:buNone/>
            </a:pPr>
            <a:r>
              <a:rPr lang="en-US"/>
              <a:t>Sub heading here.</a:t>
            </a:r>
          </a:p>
        </p:txBody>
      </p:sp>
    </p:spTree>
    <p:extLst>
      <p:ext uri="{BB962C8B-B14F-4D97-AF65-F5344CB8AC3E}">
        <p14:creationId xmlns:p14="http://schemas.microsoft.com/office/powerpoint/2010/main" val="3602657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1D367-663E-4CCE-9F71-DDB93BACD218}"/>
              </a:ext>
            </a:extLst>
          </p:cNvPr>
          <p:cNvSpPr>
            <a:spLocks noGrp="1"/>
          </p:cNvSpPr>
          <p:nvPr>
            <p:ph type="title" hasCustomPrompt="1"/>
          </p:nvPr>
        </p:nvSpPr>
        <p:spPr>
          <a:xfrm>
            <a:off x="4023360" y="1729247"/>
            <a:ext cx="7504917" cy="1452792"/>
          </a:xfrm>
        </p:spPr>
        <p:txBody>
          <a:bodyPr/>
          <a:lstStyle>
            <a:lvl1pPr>
              <a:defRPr sz="2400" b="1">
                <a:solidFill>
                  <a:schemeClr val="tx2"/>
                </a:solidFill>
                <a:latin typeface="Galano Grotesque ExtraBold" panose="00000900000000000000" pitchFamily="50" charset="0"/>
              </a:defRPr>
            </a:lvl1pPr>
          </a:lstStyle>
          <a:p>
            <a:r>
              <a:rPr lang="en-US"/>
              <a:t>Header goes here, can be up to two lines.</a:t>
            </a:r>
          </a:p>
        </p:txBody>
      </p:sp>
      <p:sp>
        <p:nvSpPr>
          <p:cNvPr id="3" name="Slide Number Placeholder 2">
            <a:extLst>
              <a:ext uri="{FF2B5EF4-FFF2-40B4-BE49-F238E27FC236}">
                <a16:creationId xmlns:a16="http://schemas.microsoft.com/office/drawing/2014/main" id="{95118CF4-C06A-46FD-8A47-4ADA9D152CB9}"/>
              </a:ext>
            </a:extLst>
          </p:cNvPr>
          <p:cNvSpPr>
            <a:spLocks noGrp="1"/>
          </p:cNvSpPr>
          <p:nvPr>
            <p:ph type="sldNum" sz="quarter" idx="10"/>
          </p:nvPr>
        </p:nvSpPr>
        <p:spPr/>
        <p:txBody>
          <a:bodyPr/>
          <a:lstStyle/>
          <a:p>
            <a:fld id="{43810C2F-5A3B-334F-B32E-597B62ACB14E}" type="slidenum">
              <a:rPr lang="en-US" smtClean="0"/>
              <a:pPr/>
              <a:t>‹#›</a:t>
            </a:fld>
            <a:endParaRPr lang="en-US"/>
          </a:p>
        </p:txBody>
      </p:sp>
      <p:sp>
        <p:nvSpPr>
          <p:cNvPr id="5" name="Rectangle 4">
            <a:extLst>
              <a:ext uri="{FF2B5EF4-FFF2-40B4-BE49-F238E27FC236}">
                <a16:creationId xmlns:a16="http://schemas.microsoft.com/office/drawing/2014/main" id="{2EA7675E-4B05-4EDA-A7EC-CA313C1B23F1}"/>
              </a:ext>
            </a:extLst>
          </p:cNvPr>
          <p:cNvSpPr/>
          <p:nvPr userDrawn="1"/>
        </p:nvSpPr>
        <p:spPr>
          <a:xfrm>
            <a:off x="249383" y="6242860"/>
            <a:ext cx="2196637" cy="4786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a:latin typeface="Galano Grotesque" pitchFamily="2" charset="77"/>
            </a:endParaRPr>
          </a:p>
        </p:txBody>
      </p:sp>
      <p:sp>
        <p:nvSpPr>
          <p:cNvPr id="10" name="Text Placeholder 9">
            <a:extLst>
              <a:ext uri="{FF2B5EF4-FFF2-40B4-BE49-F238E27FC236}">
                <a16:creationId xmlns:a16="http://schemas.microsoft.com/office/drawing/2014/main" id="{C86D46D9-82FE-4F5E-8C81-164A05CFAD71}"/>
              </a:ext>
            </a:extLst>
          </p:cNvPr>
          <p:cNvSpPr>
            <a:spLocks noGrp="1"/>
          </p:cNvSpPr>
          <p:nvPr>
            <p:ph type="body" sz="quarter" idx="13" hasCustomPrompt="1"/>
          </p:nvPr>
        </p:nvSpPr>
        <p:spPr>
          <a:xfrm>
            <a:off x="4022726" y="3216275"/>
            <a:ext cx="7505700" cy="668338"/>
          </a:xfrm>
          <a:prstGeom prst="rect">
            <a:avLst/>
          </a:prstGeom>
        </p:spPr>
        <p:txBody>
          <a:bodyPr/>
          <a:lstStyle>
            <a:lvl1pPr>
              <a:defRPr lang="en-US" sz="1800" b="0" i="0" kern="1200" dirty="0">
                <a:solidFill>
                  <a:schemeClr val="tx2"/>
                </a:solidFill>
                <a:latin typeface="Galano Grotesque" pitchFamily="2" charset="77"/>
                <a:ea typeface="+mn-ea"/>
                <a:cs typeface="+mn-cs"/>
              </a:defRPr>
            </a:lvl1pPr>
            <a:lvl2pPr>
              <a:defRPr sz="2400"/>
            </a:lvl2pPr>
            <a:lvl3pPr>
              <a:defRPr sz="2400"/>
            </a:lvl3pPr>
            <a:lvl4pPr>
              <a:defRPr sz="2400"/>
            </a:lvl4pPr>
            <a:lvl5pPr>
              <a:defRPr sz="2400"/>
            </a:lvl5pPr>
          </a:lstStyle>
          <a:p>
            <a:pPr marL="0" lvl="0" indent="0" algn="l" defTabSz="914377" rtl="0" eaLnBrk="1" latinLnBrk="0" hangingPunct="1">
              <a:lnSpc>
                <a:spcPct val="90000"/>
              </a:lnSpc>
              <a:spcBef>
                <a:spcPts val="1000"/>
              </a:spcBef>
              <a:buFont typeface="Arial" panose="020B0604020202020204" pitchFamily="34" charset="0"/>
              <a:buNone/>
            </a:pPr>
            <a:r>
              <a:rPr lang="en-US"/>
              <a:t>Sub heading here.</a:t>
            </a:r>
          </a:p>
        </p:txBody>
      </p:sp>
      <p:pic>
        <p:nvPicPr>
          <p:cNvPr id="4" name="Picture 3" descr="A purple and blue doted letter&#10;&#10;Description automatically generated">
            <a:extLst>
              <a:ext uri="{FF2B5EF4-FFF2-40B4-BE49-F238E27FC236}">
                <a16:creationId xmlns:a16="http://schemas.microsoft.com/office/drawing/2014/main" id="{AFA61CE2-E818-6068-343A-8B6AE551E342}"/>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9842"/>
          <a:stretch/>
        </p:blipFill>
        <p:spPr>
          <a:xfrm>
            <a:off x="0" y="2584803"/>
            <a:ext cx="3934116" cy="4297050"/>
          </a:xfrm>
          <a:prstGeom prst="rect">
            <a:avLst/>
          </a:prstGeom>
        </p:spPr>
      </p:pic>
    </p:spTree>
    <p:extLst>
      <p:ext uri="{BB962C8B-B14F-4D97-AF65-F5344CB8AC3E}">
        <p14:creationId xmlns:p14="http://schemas.microsoft.com/office/powerpoint/2010/main" val="991463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1D367-663E-4CCE-9F71-DDB93BACD218}"/>
              </a:ext>
            </a:extLst>
          </p:cNvPr>
          <p:cNvSpPr>
            <a:spLocks noGrp="1"/>
          </p:cNvSpPr>
          <p:nvPr>
            <p:ph type="title" hasCustomPrompt="1"/>
          </p:nvPr>
        </p:nvSpPr>
        <p:spPr>
          <a:xfrm>
            <a:off x="4023360" y="1729247"/>
            <a:ext cx="7504917" cy="1452792"/>
          </a:xfrm>
        </p:spPr>
        <p:txBody>
          <a:bodyPr/>
          <a:lstStyle>
            <a:lvl1pPr>
              <a:defRPr sz="2400" b="1">
                <a:solidFill>
                  <a:schemeClr val="tx2"/>
                </a:solidFill>
                <a:latin typeface="Galano Grotesque ExtraBold" panose="00000900000000000000" pitchFamily="50" charset="0"/>
              </a:defRPr>
            </a:lvl1pPr>
          </a:lstStyle>
          <a:p>
            <a:r>
              <a:rPr lang="en-US"/>
              <a:t>Header goes here, can be up to two lines.</a:t>
            </a:r>
          </a:p>
        </p:txBody>
      </p:sp>
      <p:sp>
        <p:nvSpPr>
          <p:cNvPr id="3" name="Slide Number Placeholder 2">
            <a:extLst>
              <a:ext uri="{FF2B5EF4-FFF2-40B4-BE49-F238E27FC236}">
                <a16:creationId xmlns:a16="http://schemas.microsoft.com/office/drawing/2014/main" id="{95118CF4-C06A-46FD-8A47-4ADA9D152CB9}"/>
              </a:ext>
            </a:extLst>
          </p:cNvPr>
          <p:cNvSpPr>
            <a:spLocks noGrp="1"/>
          </p:cNvSpPr>
          <p:nvPr>
            <p:ph type="sldNum" sz="quarter" idx="10"/>
          </p:nvPr>
        </p:nvSpPr>
        <p:spPr/>
        <p:txBody>
          <a:bodyPr/>
          <a:lstStyle/>
          <a:p>
            <a:fld id="{43810C2F-5A3B-334F-B32E-597B62ACB14E}" type="slidenum">
              <a:rPr lang="en-US" smtClean="0"/>
              <a:pPr/>
              <a:t>‹#›</a:t>
            </a:fld>
            <a:endParaRPr lang="en-US"/>
          </a:p>
        </p:txBody>
      </p:sp>
      <p:sp>
        <p:nvSpPr>
          <p:cNvPr id="5" name="Rectangle 4">
            <a:extLst>
              <a:ext uri="{FF2B5EF4-FFF2-40B4-BE49-F238E27FC236}">
                <a16:creationId xmlns:a16="http://schemas.microsoft.com/office/drawing/2014/main" id="{2EA7675E-4B05-4EDA-A7EC-CA313C1B23F1}"/>
              </a:ext>
            </a:extLst>
          </p:cNvPr>
          <p:cNvSpPr/>
          <p:nvPr userDrawn="1"/>
        </p:nvSpPr>
        <p:spPr>
          <a:xfrm>
            <a:off x="249383" y="6242860"/>
            <a:ext cx="2196637" cy="4786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a:latin typeface="Galano Grotesque" pitchFamily="2" charset="77"/>
            </a:endParaRPr>
          </a:p>
        </p:txBody>
      </p:sp>
      <p:sp>
        <p:nvSpPr>
          <p:cNvPr id="10" name="Text Placeholder 9">
            <a:extLst>
              <a:ext uri="{FF2B5EF4-FFF2-40B4-BE49-F238E27FC236}">
                <a16:creationId xmlns:a16="http://schemas.microsoft.com/office/drawing/2014/main" id="{C86D46D9-82FE-4F5E-8C81-164A05CFAD71}"/>
              </a:ext>
            </a:extLst>
          </p:cNvPr>
          <p:cNvSpPr>
            <a:spLocks noGrp="1"/>
          </p:cNvSpPr>
          <p:nvPr>
            <p:ph type="body" sz="quarter" idx="13" hasCustomPrompt="1"/>
          </p:nvPr>
        </p:nvSpPr>
        <p:spPr>
          <a:xfrm>
            <a:off x="4022726" y="3216275"/>
            <a:ext cx="7505700" cy="668338"/>
          </a:xfrm>
          <a:prstGeom prst="rect">
            <a:avLst/>
          </a:prstGeom>
        </p:spPr>
        <p:txBody>
          <a:bodyPr/>
          <a:lstStyle>
            <a:lvl1pPr>
              <a:defRPr lang="en-US" sz="1800" b="0" i="0" kern="1200" dirty="0">
                <a:solidFill>
                  <a:schemeClr val="tx2"/>
                </a:solidFill>
                <a:latin typeface="Galano Grotesque" pitchFamily="2" charset="77"/>
                <a:ea typeface="+mn-ea"/>
                <a:cs typeface="+mn-cs"/>
              </a:defRPr>
            </a:lvl1pPr>
            <a:lvl2pPr>
              <a:defRPr sz="2400"/>
            </a:lvl2pPr>
            <a:lvl3pPr>
              <a:defRPr sz="2400"/>
            </a:lvl3pPr>
            <a:lvl4pPr>
              <a:defRPr sz="2400"/>
            </a:lvl4pPr>
            <a:lvl5pPr>
              <a:defRPr sz="2400"/>
            </a:lvl5pPr>
          </a:lstStyle>
          <a:p>
            <a:pPr marL="0" lvl="0" indent="0" algn="l" defTabSz="914377" rtl="0" eaLnBrk="1" latinLnBrk="0" hangingPunct="1">
              <a:lnSpc>
                <a:spcPct val="90000"/>
              </a:lnSpc>
              <a:spcBef>
                <a:spcPts val="1000"/>
              </a:spcBef>
              <a:buFont typeface="Arial" panose="020B0604020202020204" pitchFamily="34" charset="0"/>
              <a:buNone/>
            </a:pPr>
            <a:r>
              <a:rPr lang="en-US"/>
              <a:t>Sub heading here.</a:t>
            </a:r>
          </a:p>
        </p:txBody>
      </p:sp>
      <p:pic>
        <p:nvPicPr>
          <p:cNvPr id="6" name="Picture 5" descr="A purple and black letter&#10;&#10;Description automatically generated">
            <a:extLst>
              <a:ext uri="{FF2B5EF4-FFF2-40B4-BE49-F238E27FC236}">
                <a16:creationId xmlns:a16="http://schemas.microsoft.com/office/drawing/2014/main" id="{04196917-D258-8F85-9366-E961FE39BEFB}"/>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9721"/>
          <a:stretch/>
        </p:blipFill>
        <p:spPr>
          <a:xfrm>
            <a:off x="0" y="2584801"/>
            <a:ext cx="3939416" cy="4297051"/>
          </a:xfrm>
          <a:prstGeom prst="rect">
            <a:avLst/>
          </a:prstGeom>
        </p:spPr>
      </p:pic>
    </p:spTree>
    <p:extLst>
      <p:ext uri="{BB962C8B-B14F-4D97-AF65-F5344CB8AC3E}">
        <p14:creationId xmlns:p14="http://schemas.microsoft.com/office/powerpoint/2010/main" val="2860258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1D367-663E-4CCE-9F71-DDB93BACD218}"/>
              </a:ext>
            </a:extLst>
          </p:cNvPr>
          <p:cNvSpPr>
            <a:spLocks noGrp="1"/>
          </p:cNvSpPr>
          <p:nvPr>
            <p:ph type="title" hasCustomPrompt="1"/>
          </p:nvPr>
        </p:nvSpPr>
        <p:spPr>
          <a:xfrm>
            <a:off x="4023360" y="1729247"/>
            <a:ext cx="7504917" cy="1452792"/>
          </a:xfrm>
        </p:spPr>
        <p:txBody>
          <a:bodyPr/>
          <a:lstStyle>
            <a:lvl1pPr>
              <a:defRPr sz="2400" b="1">
                <a:solidFill>
                  <a:schemeClr val="tx2"/>
                </a:solidFill>
                <a:latin typeface="Galano Grotesque ExtraBold" panose="00000900000000000000" pitchFamily="50" charset="0"/>
              </a:defRPr>
            </a:lvl1pPr>
          </a:lstStyle>
          <a:p>
            <a:r>
              <a:rPr lang="en-US"/>
              <a:t>Header goes here, can be up to two lines.</a:t>
            </a:r>
          </a:p>
        </p:txBody>
      </p:sp>
      <p:sp>
        <p:nvSpPr>
          <p:cNvPr id="3" name="Slide Number Placeholder 2">
            <a:extLst>
              <a:ext uri="{FF2B5EF4-FFF2-40B4-BE49-F238E27FC236}">
                <a16:creationId xmlns:a16="http://schemas.microsoft.com/office/drawing/2014/main" id="{95118CF4-C06A-46FD-8A47-4ADA9D152CB9}"/>
              </a:ext>
            </a:extLst>
          </p:cNvPr>
          <p:cNvSpPr>
            <a:spLocks noGrp="1"/>
          </p:cNvSpPr>
          <p:nvPr>
            <p:ph type="sldNum" sz="quarter" idx="10"/>
          </p:nvPr>
        </p:nvSpPr>
        <p:spPr/>
        <p:txBody>
          <a:bodyPr/>
          <a:lstStyle/>
          <a:p>
            <a:fld id="{43810C2F-5A3B-334F-B32E-597B62ACB14E}" type="slidenum">
              <a:rPr lang="en-US" smtClean="0"/>
              <a:pPr/>
              <a:t>‹#›</a:t>
            </a:fld>
            <a:endParaRPr lang="en-US"/>
          </a:p>
        </p:txBody>
      </p:sp>
      <p:sp>
        <p:nvSpPr>
          <p:cNvPr id="5" name="Rectangle 4">
            <a:extLst>
              <a:ext uri="{FF2B5EF4-FFF2-40B4-BE49-F238E27FC236}">
                <a16:creationId xmlns:a16="http://schemas.microsoft.com/office/drawing/2014/main" id="{2EA7675E-4B05-4EDA-A7EC-CA313C1B23F1}"/>
              </a:ext>
            </a:extLst>
          </p:cNvPr>
          <p:cNvSpPr/>
          <p:nvPr userDrawn="1"/>
        </p:nvSpPr>
        <p:spPr>
          <a:xfrm>
            <a:off x="249383" y="6242860"/>
            <a:ext cx="2196637" cy="4786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a:latin typeface="Galano Grotesque" pitchFamily="2" charset="77"/>
            </a:endParaRPr>
          </a:p>
        </p:txBody>
      </p:sp>
      <p:sp>
        <p:nvSpPr>
          <p:cNvPr id="10" name="Text Placeholder 9">
            <a:extLst>
              <a:ext uri="{FF2B5EF4-FFF2-40B4-BE49-F238E27FC236}">
                <a16:creationId xmlns:a16="http://schemas.microsoft.com/office/drawing/2014/main" id="{C86D46D9-82FE-4F5E-8C81-164A05CFAD71}"/>
              </a:ext>
            </a:extLst>
          </p:cNvPr>
          <p:cNvSpPr>
            <a:spLocks noGrp="1"/>
          </p:cNvSpPr>
          <p:nvPr>
            <p:ph type="body" sz="quarter" idx="13" hasCustomPrompt="1"/>
          </p:nvPr>
        </p:nvSpPr>
        <p:spPr>
          <a:xfrm>
            <a:off x="4022726" y="3216275"/>
            <a:ext cx="7505700" cy="668338"/>
          </a:xfrm>
          <a:prstGeom prst="rect">
            <a:avLst/>
          </a:prstGeom>
        </p:spPr>
        <p:txBody>
          <a:bodyPr/>
          <a:lstStyle>
            <a:lvl1pPr>
              <a:defRPr lang="en-US" sz="1800" b="0" i="0" kern="1200" dirty="0">
                <a:solidFill>
                  <a:schemeClr val="tx2"/>
                </a:solidFill>
                <a:latin typeface="Galano Grotesque" pitchFamily="2" charset="77"/>
                <a:ea typeface="+mn-ea"/>
                <a:cs typeface="+mn-cs"/>
              </a:defRPr>
            </a:lvl1pPr>
            <a:lvl2pPr>
              <a:defRPr sz="2400"/>
            </a:lvl2pPr>
            <a:lvl3pPr>
              <a:defRPr sz="2400"/>
            </a:lvl3pPr>
            <a:lvl4pPr>
              <a:defRPr sz="2400"/>
            </a:lvl4pPr>
            <a:lvl5pPr>
              <a:defRPr sz="2400"/>
            </a:lvl5pPr>
          </a:lstStyle>
          <a:p>
            <a:pPr marL="0" lvl="0" indent="0" algn="l" defTabSz="914377" rtl="0" eaLnBrk="1" latinLnBrk="0" hangingPunct="1">
              <a:lnSpc>
                <a:spcPct val="90000"/>
              </a:lnSpc>
              <a:spcBef>
                <a:spcPts val="1000"/>
              </a:spcBef>
              <a:buFont typeface="Arial" panose="020B0604020202020204" pitchFamily="34" charset="0"/>
              <a:buNone/>
            </a:pPr>
            <a:r>
              <a:rPr lang="en-US"/>
              <a:t>Sub heading here.</a:t>
            </a:r>
          </a:p>
        </p:txBody>
      </p:sp>
      <p:pic>
        <p:nvPicPr>
          <p:cNvPr id="4" name="Picture 3" descr="A purple and pink dot pattern&#10;&#10;Description automatically generated">
            <a:extLst>
              <a:ext uri="{FF2B5EF4-FFF2-40B4-BE49-F238E27FC236}">
                <a16:creationId xmlns:a16="http://schemas.microsoft.com/office/drawing/2014/main" id="{F1A4B45C-EB94-E7F1-A090-F8B59ACED13A}"/>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9721"/>
          <a:stretch/>
        </p:blipFill>
        <p:spPr>
          <a:xfrm>
            <a:off x="0" y="2584801"/>
            <a:ext cx="3939416" cy="4297051"/>
          </a:xfrm>
          <a:prstGeom prst="rect">
            <a:avLst/>
          </a:prstGeom>
        </p:spPr>
      </p:pic>
    </p:spTree>
    <p:extLst>
      <p:ext uri="{BB962C8B-B14F-4D97-AF65-F5344CB8AC3E}">
        <p14:creationId xmlns:p14="http://schemas.microsoft.com/office/powerpoint/2010/main" val="470960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1D367-663E-4CCE-9F71-DDB93BACD218}"/>
              </a:ext>
            </a:extLst>
          </p:cNvPr>
          <p:cNvSpPr>
            <a:spLocks noGrp="1"/>
          </p:cNvSpPr>
          <p:nvPr>
            <p:ph type="title" hasCustomPrompt="1"/>
          </p:nvPr>
        </p:nvSpPr>
        <p:spPr>
          <a:xfrm>
            <a:off x="3925821" y="1704873"/>
            <a:ext cx="7770880" cy="1452792"/>
          </a:xfrm>
        </p:spPr>
        <p:txBody>
          <a:bodyPr/>
          <a:lstStyle>
            <a:lvl1pPr>
              <a:defRPr sz="2400" b="1">
                <a:solidFill>
                  <a:schemeClr val="tx2"/>
                </a:solidFill>
                <a:latin typeface="Galano Grotesque ExtraBold" panose="00000900000000000000" pitchFamily="50" charset="0"/>
              </a:defRPr>
            </a:lvl1pPr>
          </a:lstStyle>
          <a:p>
            <a:r>
              <a:rPr lang="en-US"/>
              <a:t>Header goes here, can be up to two lines.</a:t>
            </a:r>
          </a:p>
        </p:txBody>
      </p:sp>
      <p:sp>
        <p:nvSpPr>
          <p:cNvPr id="3" name="Slide Number Placeholder 2">
            <a:extLst>
              <a:ext uri="{FF2B5EF4-FFF2-40B4-BE49-F238E27FC236}">
                <a16:creationId xmlns:a16="http://schemas.microsoft.com/office/drawing/2014/main" id="{95118CF4-C06A-46FD-8A47-4ADA9D152CB9}"/>
              </a:ext>
            </a:extLst>
          </p:cNvPr>
          <p:cNvSpPr>
            <a:spLocks noGrp="1"/>
          </p:cNvSpPr>
          <p:nvPr>
            <p:ph type="sldNum" sz="quarter" idx="10"/>
          </p:nvPr>
        </p:nvSpPr>
        <p:spPr/>
        <p:txBody>
          <a:bodyPr/>
          <a:lstStyle/>
          <a:p>
            <a:fld id="{43810C2F-5A3B-334F-B32E-597B62ACB14E}" type="slidenum">
              <a:rPr lang="en-US" smtClean="0"/>
              <a:pPr/>
              <a:t>‹#›</a:t>
            </a:fld>
            <a:endParaRPr lang="en-US"/>
          </a:p>
        </p:txBody>
      </p:sp>
      <p:sp>
        <p:nvSpPr>
          <p:cNvPr id="6" name="Rectangle 5">
            <a:extLst>
              <a:ext uri="{FF2B5EF4-FFF2-40B4-BE49-F238E27FC236}">
                <a16:creationId xmlns:a16="http://schemas.microsoft.com/office/drawing/2014/main" id="{AAB82784-2AE3-4938-9FF1-DCD97773AE59}"/>
              </a:ext>
            </a:extLst>
          </p:cNvPr>
          <p:cNvSpPr/>
          <p:nvPr userDrawn="1"/>
        </p:nvSpPr>
        <p:spPr>
          <a:xfrm>
            <a:off x="224444" y="6284424"/>
            <a:ext cx="2198716" cy="4370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a:latin typeface="Galano Grotesque" pitchFamily="2" charset="77"/>
            </a:endParaRPr>
          </a:p>
        </p:txBody>
      </p:sp>
      <p:pic>
        <p:nvPicPr>
          <p:cNvPr id="8" name="Picture 7" descr="Icon&#10;&#10;Description automatically generated">
            <a:extLst>
              <a:ext uri="{FF2B5EF4-FFF2-40B4-BE49-F238E27FC236}">
                <a16:creationId xmlns:a16="http://schemas.microsoft.com/office/drawing/2014/main" id="{F2F2C7D9-813D-B1AF-2508-C54E6ABBCA19}"/>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11407" b="2162"/>
          <a:stretch/>
        </p:blipFill>
        <p:spPr>
          <a:xfrm>
            <a:off x="0" y="2595155"/>
            <a:ext cx="3925820" cy="4262845"/>
          </a:xfrm>
          <a:prstGeom prst="rect">
            <a:avLst/>
          </a:prstGeom>
        </p:spPr>
      </p:pic>
    </p:spTree>
    <p:extLst>
      <p:ext uri="{BB962C8B-B14F-4D97-AF65-F5344CB8AC3E}">
        <p14:creationId xmlns:p14="http://schemas.microsoft.com/office/powerpoint/2010/main" val="3331435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B0425EA-64C5-4BE9-EC1D-4293DE3E3C25}"/>
              </a:ext>
            </a:extLst>
          </p:cNvPr>
          <p:cNvSpPr/>
          <p:nvPr userDrawn="1"/>
        </p:nvSpPr>
        <p:spPr>
          <a:xfrm>
            <a:off x="460579" y="6166933"/>
            <a:ext cx="2297051" cy="6910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black background with many colorful letters&#10;&#10;Description automatically generated">
            <a:extLst>
              <a:ext uri="{FF2B5EF4-FFF2-40B4-BE49-F238E27FC236}">
                <a16:creationId xmlns:a16="http://schemas.microsoft.com/office/drawing/2014/main" id="{53FE80DB-8537-DFE3-BBA9-F4313DAC0748}"/>
              </a:ext>
            </a:extLst>
          </p:cNvPr>
          <p:cNvPicPr>
            <a:picLocks noChangeAspect="1"/>
          </p:cNvPicPr>
          <p:nvPr userDrawn="1"/>
        </p:nvPicPr>
        <p:blipFill rotWithShape="1">
          <a:blip r:embed="rId2"/>
          <a:srcRect l="-4363" t="6339" r="33410" b="3382"/>
          <a:stretch/>
        </p:blipFill>
        <p:spPr>
          <a:xfrm>
            <a:off x="4565089" y="0"/>
            <a:ext cx="7641425" cy="6858001"/>
          </a:xfrm>
          <a:prstGeom prst="rect">
            <a:avLst/>
          </a:prstGeom>
        </p:spPr>
      </p:pic>
      <p:sp>
        <p:nvSpPr>
          <p:cNvPr id="6" name="Slide Number Placeholder 2">
            <a:extLst>
              <a:ext uri="{FF2B5EF4-FFF2-40B4-BE49-F238E27FC236}">
                <a16:creationId xmlns:a16="http://schemas.microsoft.com/office/drawing/2014/main" id="{9056898F-95A0-D87E-96B2-E13927DF2DAD}"/>
              </a:ext>
            </a:extLst>
          </p:cNvPr>
          <p:cNvSpPr>
            <a:spLocks noGrp="1"/>
          </p:cNvSpPr>
          <p:nvPr>
            <p:ph type="sldNum" sz="quarter" idx="10"/>
          </p:nvPr>
        </p:nvSpPr>
        <p:spPr>
          <a:xfrm>
            <a:off x="504022" y="6356352"/>
            <a:ext cx="2743200" cy="365125"/>
          </a:xfrm>
        </p:spPr>
        <p:txBody>
          <a:bodyPr/>
          <a:lstStyle>
            <a:lvl1pPr algn="l">
              <a:defRPr/>
            </a:lvl1pPr>
          </a:lstStyle>
          <a:p>
            <a:fld id="{43810C2F-5A3B-334F-B32E-597B62ACB14E}" type="slidenum">
              <a:rPr lang="en-US" smtClean="0"/>
              <a:pPr/>
              <a:t>‹#›</a:t>
            </a:fld>
            <a:endParaRPr lang="en-US"/>
          </a:p>
        </p:txBody>
      </p:sp>
      <p:sp>
        <p:nvSpPr>
          <p:cNvPr id="2" name="Title 1">
            <a:extLst>
              <a:ext uri="{FF2B5EF4-FFF2-40B4-BE49-F238E27FC236}">
                <a16:creationId xmlns:a16="http://schemas.microsoft.com/office/drawing/2014/main" id="{9BEFE8BA-BB68-A486-C7DB-19178E825A60}"/>
              </a:ext>
            </a:extLst>
          </p:cNvPr>
          <p:cNvSpPr>
            <a:spLocks noGrp="1"/>
          </p:cNvSpPr>
          <p:nvPr>
            <p:ph type="title" hasCustomPrompt="1"/>
          </p:nvPr>
        </p:nvSpPr>
        <p:spPr>
          <a:xfrm>
            <a:off x="386669" y="1729247"/>
            <a:ext cx="7504917" cy="1452792"/>
          </a:xfrm>
        </p:spPr>
        <p:txBody>
          <a:bodyPr/>
          <a:lstStyle>
            <a:lvl1pPr>
              <a:defRPr sz="2400" b="1">
                <a:solidFill>
                  <a:schemeClr val="tx2"/>
                </a:solidFill>
                <a:latin typeface="Galano Grotesque ExtraBold" panose="00000900000000000000" pitchFamily="50" charset="0"/>
              </a:defRPr>
            </a:lvl1pPr>
          </a:lstStyle>
          <a:p>
            <a:r>
              <a:rPr lang="en-US"/>
              <a:t>Header goes here, can be up to two lines.</a:t>
            </a:r>
          </a:p>
        </p:txBody>
      </p:sp>
      <p:sp>
        <p:nvSpPr>
          <p:cNvPr id="3" name="Text Placeholder 9">
            <a:extLst>
              <a:ext uri="{FF2B5EF4-FFF2-40B4-BE49-F238E27FC236}">
                <a16:creationId xmlns:a16="http://schemas.microsoft.com/office/drawing/2014/main" id="{5453C25F-F928-6188-A9F3-363A1ADF51FD}"/>
              </a:ext>
            </a:extLst>
          </p:cNvPr>
          <p:cNvSpPr>
            <a:spLocks noGrp="1"/>
          </p:cNvSpPr>
          <p:nvPr>
            <p:ph type="body" sz="quarter" idx="13" hasCustomPrompt="1"/>
          </p:nvPr>
        </p:nvSpPr>
        <p:spPr>
          <a:xfrm>
            <a:off x="386035" y="3216275"/>
            <a:ext cx="7505700" cy="668338"/>
          </a:xfrm>
          <a:prstGeom prst="rect">
            <a:avLst/>
          </a:prstGeom>
        </p:spPr>
        <p:txBody>
          <a:bodyPr/>
          <a:lstStyle>
            <a:lvl1pPr>
              <a:defRPr lang="en-US" sz="1800" b="0" i="0" kern="1200" dirty="0">
                <a:solidFill>
                  <a:schemeClr val="tx2"/>
                </a:solidFill>
                <a:latin typeface="Galano Grotesque" pitchFamily="2" charset="77"/>
                <a:ea typeface="+mn-ea"/>
                <a:cs typeface="+mn-cs"/>
              </a:defRPr>
            </a:lvl1pPr>
            <a:lvl2pPr>
              <a:defRPr sz="2400"/>
            </a:lvl2pPr>
            <a:lvl3pPr>
              <a:defRPr sz="2400"/>
            </a:lvl3pPr>
            <a:lvl4pPr>
              <a:defRPr sz="2400"/>
            </a:lvl4pPr>
            <a:lvl5pPr>
              <a:defRPr sz="2400"/>
            </a:lvl5pPr>
          </a:lstStyle>
          <a:p>
            <a:pPr marL="0" lvl="0" indent="0" algn="l" defTabSz="914377" rtl="0" eaLnBrk="1" latinLnBrk="0" hangingPunct="1">
              <a:lnSpc>
                <a:spcPct val="90000"/>
              </a:lnSpc>
              <a:spcBef>
                <a:spcPts val="1000"/>
              </a:spcBef>
              <a:buFont typeface="Arial" panose="020B0604020202020204" pitchFamily="34" charset="0"/>
              <a:buNone/>
            </a:pPr>
            <a:r>
              <a:rPr lang="en-US"/>
              <a:t>Sub heading here.</a:t>
            </a:r>
          </a:p>
        </p:txBody>
      </p:sp>
    </p:spTree>
    <p:extLst>
      <p:ext uri="{BB962C8B-B14F-4D97-AF65-F5344CB8AC3E}">
        <p14:creationId xmlns:p14="http://schemas.microsoft.com/office/powerpoint/2010/main" val="38018269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0_Custom Layou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27EEF53-0C21-D638-D747-AC79C41A05C9}"/>
              </a:ext>
            </a:extLst>
          </p:cNvPr>
          <p:cNvPicPr>
            <a:picLocks noChangeAspect="1"/>
          </p:cNvPicPr>
          <p:nvPr userDrawn="1"/>
        </p:nvPicPr>
        <p:blipFill rotWithShape="1">
          <a:blip r:embed="rId2"/>
          <a:srcRect l="14026" r="14847"/>
          <a:stretch/>
        </p:blipFill>
        <p:spPr>
          <a:xfrm>
            <a:off x="3510939" y="-104503"/>
            <a:ext cx="8681062" cy="7053871"/>
          </a:xfrm>
          <a:prstGeom prst="rect">
            <a:avLst/>
          </a:prstGeom>
        </p:spPr>
      </p:pic>
      <p:sp>
        <p:nvSpPr>
          <p:cNvPr id="4" name="Title 1">
            <a:extLst>
              <a:ext uri="{FF2B5EF4-FFF2-40B4-BE49-F238E27FC236}">
                <a16:creationId xmlns:a16="http://schemas.microsoft.com/office/drawing/2014/main" id="{3F37070B-98BF-ADBB-3E9C-D3D9E4374922}"/>
              </a:ext>
            </a:extLst>
          </p:cNvPr>
          <p:cNvSpPr>
            <a:spLocks noGrp="1"/>
          </p:cNvSpPr>
          <p:nvPr>
            <p:ph type="title" hasCustomPrompt="1"/>
          </p:nvPr>
        </p:nvSpPr>
        <p:spPr>
          <a:xfrm>
            <a:off x="386669" y="1729247"/>
            <a:ext cx="7504917" cy="1452792"/>
          </a:xfrm>
        </p:spPr>
        <p:txBody>
          <a:bodyPr/>
          <a:lstStyle>
            <a:lvl1pPr>
              <a:defRPr sz="2400" b="1">
                <a:solidFill>
                  <a:schemeClr val="tx2"/>
                </a:solidFill>
                <a:latin typeface="Galano Grotesque ExtraBold" panose="00000900000000000000" pitchFamily="50" charset="0"/>
              </a:defRPr>
            </a:lvl1pPr>
          </a:lstStyle>
          <a:p>
            <a:r>
              <a:rPr lang="en-US"/>
              <a:t>Header goes here, can be up to two lines.</a:t>
            </a:r>
          </a:p>
        </p:txBody>
      </p:sp>
      <p:sp>
        <p:nvSpPr>
          <p:cNvPr id="7" name="Text Placeholder 9">
            <a:extLst>
              <a:ext uri="{FF2B5EF4-FFF2-40B4-BE49-F238E27FC236}">
                <a16:creationId xmlns:a16="http://schemas.microsoft.com/office/drawing/2014/main" id="{C81B0269-0A69-479B-4D57-16846E57EFF2}"/>
              </a:ext>
            </a:extLst>
          </p:cNvPr>
          <p:cNvSpPr>
            <a:spLocks noGrp="1"/>
          </p:cNvSpPr>
          <p:nvPr>
            <p:ph type="body" sz="quarter" idx="13" hasCustomPrompt="1"/>
          </p:nvPr>
        </p:nvSpPr>
        <p:spPr>
          <a:xfrm>
            <a:off x="386035" y="3216275"/>
            <a:ext cx="7505700" cy="668338"/>
          </a:xfrm>
          <a:prstGeom prst="rect">
            <a:avLst/>
          </a:prstGeom>
        </p:spPr>
        <p:txBody>
          <a:bodyPr/>
          <a:lstStyle>
            <a:lvl1pPr>
              <a:defRPr lang="en-US" sz="1800" b="0" i="0" kern="1200" dirty="0">
                <a:solidFill>
                  <a:schemeClr val="tx2"/>
                </a:solidFill>
                <a:latin typeface="Galano Grotesque" pitchFamily="2" charset="77"/>
                <a:ea typeface="+mn-ea"/>
                <a:cs typeface="+mn-cs"/>
              </a:defRPr>
            </a:lvl1pPr>
            <a:lvl2pPr>
              <a:defRPr sz="2400"/>
            </a:lvl2pPr>
            <a:lvl3pPr>
              <a:defRPr sz="2400"/>
            </a:lvl3pPr>
            <a:lvl4pPr>
              <a:defRPr sz="2400"/>
            </a:lvl4pPr>
            <a:lvl5pPr>
              <a:defRPr sz="2400"/>
            </a:lvl5pPr>
          </a:lstStyle>
          <a:p>
            <a:pPr marL="0" lvl="0" indent="0" algn="l" defTabSz="914377" rtl="0" eaLnBrk="1" latinLnBrk="0" hangingPunct="1">
              <a:lnSpc>
                <a:spcPct val="90000"/>
              </a:lnSpc>
              <a:spcBef>
                <a:spcPts val="1000"/>
              </a:spcBef>
              <a:buFont typeface="Arial" panose="020B0604020202020204" pitchFamily="34" charset="0"/>
              <a:buNone/>
            </a:pPr>
            <a:r>
              <a:rPr lang="en-US"/>
              <a:t>Sub heading here.</a:t>
            </a:r>
          </a:p>
        </p:txBody>
      </p:sp>
    </p:spTree>
    <p:extLst>
      <p:ext uri="{BB962C8B-B14F-4D97-AF65-F5344CB8AC3E}">
        <p14:creationId xmlns:p14="http://schemas.microsoft.com/office/powerpoint/2010/main" val="2294172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1_Custom Layou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27EEF53-0C21-D638-D747-AC79C41A05C9}"/>
              </a:ext>
            </a:extLst>
          </p:cNvPr>
          <p:cNvPicPr>
            <a:picLocks noChangeAspect="1"/>
          </p:cNvPicPr>
          <p:nvPr userDrawn="1"/>
        </p:nvPicPr>
        <p:blipFill rotWithShape="1">
          <a:blip r:embed="rId2"/>
          <a:srcRect l="14436" r="14971"/>
          <a:stretch/>
        </p:blipFill>
        <p:spPr>
          <a:xfrm>
            <a:off x="3576254" y="-104503"/>
            <a:ext cx="8615746" cy="7053871"/>
          </a:xfrm>
          <a:prstGeom prst="rect">
            <a:avLst/>
          </a:prstGeom>
        </p:spPr>
      </p:pic>
      <p:sp>
        <p:nvSpPr>
          <p:cNvPr id="2" name="Title 1">
            <a:extLst>
              <a:ext uri="{FF2B5EF4-FFF2-40B4-BE49-F238E27FC236}">
                <a16:creationId xmlns:a16="http://schemas.microsoft.com/office/drawing/2014/main" id="{22E3C55D-4DAB-A91C-8B7F-6307D19F9D01}"/>
              </a:ext>
            </a:extLst>
          </p:cNvPr>
          <p:cNvSpPr>
            <a:spLocks noGrp="1"/>
          </p:cNvSpPr>
          <p:nvPr>
            <p:ph type="title" hasCustomPrompt="1"/>
          </p:nvPr>
        </p:nvSpPr>
        <p:spPr>
          <a:xfrm>
            <a:off x="386669" y="1729247"/>
            <a:ext cx="7504917" cy="1452792"/>
          </a:xfrm>
        </p:spPr>
        <p:txBody>
          <a:bodyPr/>
          <a:lstStyle>
            <a:lvl1pPr>
              <a:defRPr sz="2400" b="1">
                <a:solidFill>
                  <a:schemeClr val="tx2"/>
                </a:solidFill>
                <a:latin typeface="Galano Grotesque ExtraBold" panose="00000900000000000000" pitchFamily="50" charset="0"/>
              </a:defRPr>
            </a:lvl1pPr>
          </a:lstStyle>
          <a:p>
            <a:r>
              <a:rPr lang="en-US"/>
              <a:t>Header goes here, can be up to two lines.</a:t>
            </a:r>
          </a:p>
        </p:txBody>
      </p:sp>
      <p:sp>
        <p:nvSpPr>
          <p:cNvPr id="3" name="Text Placeholder 9">
            <a:extLst>
              <a:ext uri="{FF2B5EF4-FFF2-40B4-BE49-F238E27FC236}">
                <a16:creationId xmlns:a16="http://schemas.microsoft.com/office/drawing/2014/main" id="{DA0C21BC-D472-8C83-B547-BBEFA22CC053}"/>
              </a:ext>
            </a:extLst>
          </p:cNvPr>
          <p:cNvSpPr>
            <a:spLocks noGrp="1"/>
          </p:cNvSpPr>
          <p:nvPr>
            <p:ph type="body" sz="quarter" idx="13" hasCustomPrompt="1"/>
          </p:nvPr>
        </p:nvSpPr>
        <p:spPr>
          <a:xfrm>
            <a:off x="386035" y="3216275"/>
            <a:ext cx="7505700" cy="668338"/>
          </a:xfrm>
          <a:prstGeom prst="rect">
            <a:avLst/>
          </a:prstGeom>
        </p:spPr>
        <p:txBody>
          <a:bodyPr/>
          <a:lstStyle>
            <a:lvl1pPr>
              <a:defRPr lang="en-US" sz="1800" b="0" i="0" kern="1200" dirty="0">
                <a:solidFill>
                  <a:schemeClr val="tx2"/>
                </a:solidFill>
                <a:latin typeface="Galano Grotesque" pitchFamily="2" charset="77"/>
                <a:ea typeface="+mn-ea"/>
                <a:cs typeface="+mn-cs"/>
              </a:defRPr>
            </a:lvl1pPr>
            <a:lvl2pPr>
              <a:defRPr sz="2400"/>
            </a:lvl2pPr>
            <a:lvl3pPr>
              <a:defRPr sz="2400"/>
            </a:lvl3pPr>
            <a:lvl4pPr>
              <a:defRPr sz="2400"/>
            </a:lvl4pPr>
            <a:lvl5pPr>
              <a:defRPr sz="2400"/>
            </a:lvl5pPr>
          </a:lstStyle>
          <a:p>
            <a:pPr marL="0" lvl="0" indent="0" algn="l" defTabSz="914377" rtl="0" eaLnBrk="1" latinLnBrk="0" hangingPunct="1">
              <a:lnSpc>
                <a:spcPct val="90000"/>
              </a:lnSpc>
              <a:spcBef>
                <a:spcPts val="1000"/>
              </a:spcBef>
              <a:buFont typeface="Arial" panose="020B0604020202020204" pitchFamily="34" charset="0"/>
              <a:buNone/>
            </a:pPr>
            <a:r>
              <a:rPr lang="en-US"/>
              <a:t>Sub heading here.</a:t>
            </a:r>
          </a:p>
        </p:txBody>
      </p:sp>
    </p:spTree>
    <p:extLst>
      <p:ext uri="{BB962C8B-B14F-4D97-AF65-F5344CB8AC3E}">
        <p14:creationId xmlns:p14="http://schemas.microsoft.com/office/powerpoint/2010/main" val="1831014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1D367-663E-4CCE-9F71-DDB93BACD218}"/>
              </a:ext>
            </a:extLst>
          </p:cNvPr>
          <p:cNvSpPr>
            <a:spLocks noGrp="1"/>
          </p:cNvSpPr>
          <p:nvPr>
            <p:ph type="title" hasCustomPrompt="1"/>
          </p:nvPr>
        </p:nvSpPr>
        <p:spPr>
          <a:xfrm>
            <a:off x="5581816" y="2520817"/>
            <a:ext cx="5946461" cy="1452792"/>
          </a:xfrm>
        </p:spPr>
        <p:txBody>
          <a:bodyPr/>
          <a:lstStyle>
            <a:lvl1pPr>
              <a:defRPr sz="2400" b="1">
                <a:solidFill>
                  <a:schemeClr val="tx2"/>
                </a:solidFill>
                <a:latin typeface="Galano Grotesque ExtraBold" panose="00000900000000000000" pitchFamily="50" charset="0"/>
              </a:defRPr>
            </a:lvl1pPr>
          </a:lstStyle>
          <a:p>
            <a:r>
              <a:rPr lang="en-US"/>
              <a:t>Header goes here, can be up to two lines.</a:t>
            </a:r>
          </a:p>
        </p:txBody>
      </p:sp>
      <p:sp>
        <p:nvSpPr>
          <p:cNvPr id="3" name="Slide Number Placeholder 2">
            <a:extLst>
              <a:ext uri="{FF2B5EF4-FFF2-40B4-BE49-F238E27FC236}">
                <a16:creationId xmlns:a16="http://schemas.microsoft.com/office/drawing/2014/main" id="{95118CF4-C06A-46FD-8A47-4ADA9D152CB9}"/>
              </a:ext>
            </a:extLst>
          </p:cNvPr>
          <p:cNvSpPr>
            <a:spLocks noGrp="1"/>
          </p:cNvSpPr>
          <p:nvPr>
            <p:ph type="sldNum" sz="quarter" idx="10"/>
          </p:nvPr>
        </p:nvSpPr>
        <p:spPr/>
        <p:txBody>
          <a:bodyPr/>
          <a:lstStyle/>
          <a:p>
            <a:fld id="{43810C2F-5A3B-334F-B32E-597B62ACB14E}" type="slidenum">
              <a:rPr lang="en-US" smtClean="0"/>
              <a:pPr/>
              <a:t>‹#›</a:t>
            </a:fld>
            <a:endParaRPr lang="en-US"/>
          </a:p>
        </p:txBody>
      </p:sp>
      <p:sp>
        <p:nvSpPr>
          <p:cNvPr id="5" name="Rectangle 4">
            <a:extLst>
              <a:ext uri="{FF2B5EF4-FFF2-40B4-BE49-F238E27FC236}">
                <a16:creationId xmlns:a16="http://schemas.microsoft.com/office/drawing/2014/main" id="{2EA7675E-4B05-4EDA-A7EC-CA313C1B23F1}"/>
              </a:ext>
            </a:extLst>
          </p:cNvPr>
          <p:cNvSpPr/>
          <p:nvPr userDrawn="1"/>
        </p:nvSpPr>
        <p:spPr>
          <a:xfrm>
            <a:off x="249383" y="6242860"/>
            <a:ext cx="2196637" cy="4786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a:latin typeface="Galano Grotesque" pitchFamily="2" charset="77"/>
            </a:endParaRPr>
          </a:p>
        </p:txBody>
      </p:sp>
      <p:sp>
        <p:nvSpPr>
          <p:cNvPr id="10" name="Text Placeholder 9">
            <a:extLst>
              <a:ext uri="{FF2B5EF4-FFF2-40B4-BE49-F238E27FC236}">
                <a16:creationId xmlns:a16="http://schemas.microsoft.com/office/drawing/2014/main" id="{C86D46D9-82FE-4F5E-8C81-164A05CFAD71}"/>
              </a:ext>
            </a:extLst>
          </p:cNvPr>
          <p:cNvSpPr>
            <a:spLocks noGrp="1"/>
          </p:cNvSpPr>
          <p:nvPr>
            <p:ph type="body" sz="quarter" idx="13" hasCustomPrompt="1"/>
          </p:nvPr>
        </p:nvSpPr>
        <p:spPr>
          <a:xfrm>
            <a:off x="5581816" y="4007845"/>
            <a:ext cx="5946461" cy="668338"/>
          </a:xfrm>
          <a:prstGeom prst="rect">
            <a:avLst/>
          </a:prstGeom>
        </p:spPr>
        <p:txBody>
          <a:bodyPr/>
          <a:lstStyle>
            <a:lvl1pPr>
              <a:defRPr lang="en-US" sz="1800" b="0" i="0" kern="1200" dirty="0">
                <a:solidFill>
                  <a:schemeClr val="tx2"/>
                </a:solidFill>
                <a:latin typeface="Galano Grotesque" pitchFamily="2" charset="77"/>
                <a:ea typeface="+mn-ea"/>
                <a:cs typeface="+mn-cs"/>
              </a:defRPr>
            </a:lvl1pPr>
            <a:lvl2pPr>
              <a:defRPr sz="2400"/>
            </a:lvl2pPr>
            <a:lvl3pPr>
              <a:defRPr sz="2400"/>
            </a:lvl3pPr>
            <a:lvl4pPr>
              <a:defRPr sz="2400"/>
            </a:lvl4pPr>
            <a:lvl5pPr>
              <a:defRPr sz="2400"/>
            </a:lvl5pPr>
          </a:lstStyle>
          <a:p>
            <a:pPr marL="0" lvl="0" indent="0" algn="l" defTabSz="914377" rtl="0" eaLnBrk="1" latinLnBrk="0" hangingPunct="1">
              <a:lnSpc>
                <a:spcPct val="90000"/>
              </a:lnSpc>
              <a:spcBef>
                <a:spcPts val="1000"/>
              </a:spcBef>
              <a:buFont typeface="Arial" panose="020B0604020202020204" pitchFamily="34" charset="0"/>
              <a:buNone/>
            </a:pPr>
            <a:r>
              <a:rPr lang="en-US"/>
              <a:t>Sub heading here.</a:t>
            </a:r>
          </a:p>
        </p:txBody>
      </p:sp>
      <p:pic>
        <p:nvPicPr>
          <p:cNvPr id="6" name="Picture 5" descr="A pink circle with a black background&#10;&#10;Description automatically generated">
            <a:extLst>
              <a:ext uri="{FF2B5EF4-FFF2-40B4-BE49-F238E27FC236}">
                <a16:creationId xmlns:a16="http://schemas.microsoft.com/office/drawing/2014/main" id="{829370E7-25F9-DA38-6318-78BCCC43DA79}"/>
              </a:ext>
            </a:extLst>
          </p:cNvPr>
          <p:cNvPicPr>
            <a:picLocks noChangeAspect="1"/>
          </p:cNvPicPr>
          <p:nvPr userDrawn="1"/>
        </p:nvPicPr>
        <p:blipFill rotWithShape="1">
          <a:blip r:embed="rId2">
            <a:extLst>
              <a:ext uri="{28A0092B-C50C-407E-A947-70E740481C1C}">
                <a14:useLocalDpi xmlns:a14="http://schemas.microsoft.com/office/drawing/2010/main"/>
              </a:ext>
            </a:extLst>
          </a:blip>
          <a:srcRect t="7870" b="7870"/>
          <a:stretch/>
        </p:blipFill>
        <p:spPr>
          <a:xfrm>
            <a:off x="873663" y="1"/>
            <a:ext cx="4394371" cy="6858000"/>
          </a:xfrm>
          <a:prstGeom prst="rect">
            <a:avLst/>
          </a:prstGeom>
        </p:spPr>
      </p:pic>
    </p:spTree>
    <p:extLst>
      <p:ext uri="{BB962C8B-B14F-4D97-AF65-F5344CB8AC3E}">
        <p14:creationId xmlns:p14="http://schemas.microsoft.com/office/powerpoint/2010/main" val="2278092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1D367-663E-4CCE-9F71-DDB93BACD218}"/>
              </a:ext>
            </a:extLst>
          </p:cNvPr>
          <p:cNvSpPr>
            <a:spLocks noGrp="1"/>
          </p:cNvSpPr>
          <p:nvPr>
            <p:ph type="title" hasCustomPrompt="1"/>
          </p:nvPr>
        </p:nvSpPr>
        <p:spPr>
          <a:xfrm>
            <a:off x="5581816" y="2520817"/>
            <a:ext cx="5946461" cy="1452792"/>
          </a:xfrm>
        </p:spPr>
        <p:txBody>
          <a:bodyPr/>
          <a:lstStyle>
            <a:lvl1pPr>
              <a:defRPr sz="2400" b="1">
                <a:solidFill>
                  <a:schemeClr val="tx2"/>
                </a:solidFill>
                <a:latin typeface="Galano Grotesque ExtraBold" panose="00000900000000000000" pitchFamily="50" charset="0"/>
              </a:defRPr>
            </a:lvl1pPr>
          </a:lstStyle>
          <a:p>
            <a:r>
              <a:rPr lang="en-US"/>
              <a:t>Header goes here, can be up to two lines.</a:t>
            </a:r>
          </a:p>
        </p:txBody>
      </p:sp>
      <p:sp>
        <p:nvSpPr>
          <p:cNvPr id="3" name="Slide Number Placeholder 2">
            <a:extLst>
              <a:ext uri="{FF2B5EF4-FFF2-40B4-BE49-F238E27FC236}">
                <a16:creationId xmlns:a16="http://schemas.microsoft.com/office/drawing/2014/main" id="{95118CF4-C06A-46FD-8A47-4ADA9D152CB9}"/>
              </a:ext>
            </a:extLst>
          </p:cNvPr>
          <p:cNvSpPr>
            <a:spLocks noGrp="1"/>
          </p:cNvSpPr>
          <p:nvPr>
            <p:ph type="sldNum" sz="quarter" idx="10"/>
          </p:nvPr>
        </p:nvSpPr>
        <p:spPr/>
        <p:txBody>
          <a:bodyPr/>
          <a:lstStyle/>
          <a:p>
            <a:fld id="{43810C2F-5A3B-334F-B32E-597B62ACB14E}" type="slidenum">
              <a:rPr lang="en-US" smtClean="0"/>
              <a:pPr/>
              <a:t>‹#›</a:t>
            </a:fld>
            <a:endParaRPr lang="en-US"/>
          </a:p>
        </p:txBody>
      </p:sp>
      <p:sp>
        <p:nvSpPr>
          <p:cNvPr id="5" name="Rectangle 4">
            <a:extLst>
              <a:ext uri="{FF2B5EF4-FFF2-40B4-BE49-F238E27FC236}">
                <a16:creationId xmlns:a16="http://schemas.microsoft.com/office/drawing/2014/main" id="{2EA7675E-4B05-4EDA-A7EC-CA313C1B23F1}"/>
              </a:ext>
            </a:extLst>
          </p:cNvPr>
          <p:cNvSpPr/>
          <p:nvPr userDrawn="1"/>
        </p:nvSpPr>
        <p:spPr>
          <a:xfrm>
            <a:off x="249383" y="6242860"/>
            <a:ext cx="2196637" cy="4786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a:latin typeface="Galano Grotesque" pitchFamily="2" charset="77"/>
            </a:endParaRPr>
          </a:p>
        </p:txBody>
      </p:sp>
      <p:sp>
        <p:nvSpPr>
          <p:cNvPr id="10" name="Text Placeholder 9">
            <a:extLst>
              <a:ext uri="{FF2B5EF4-FFF2-40B4-BE49-F238E27FC236}">
                <a16:creationId xmlns:a16="http://schemas.microsoft.com/office/drawing/2014/main" id="{C86D46D9-82FE-4F5E-8C81-164A05CFAD71}"/>
              </a:ext>
            </a:extLst>
          </p:cNvPr>
          <p:cNvSpPr>
            <a:spLocks noGrp="1"/>
          </p:cNvSpPr>
          <p:nvPr>
            <p:ph type="body" sz="quarter" idx="13" hasCustomPrompt="1"/>
          </p:nvPr>
        </p:nvSpPr>
        <p:spPr>
          <a:xfrm>
            <a:off x="5581816" y="4007845"/>
            <a:ext cx="5946461" cy="668338"/>
          </a:xfrm>
          <a:prstGeom prst="rect">
            <a:avLst/>
          </a:prstGeom>
        </p:spPr>
        <p:txBody>
          <a:bodyPr/>
          <a:lstStyle>
            <a:lvl1pPr>
              <a:defRPr lang="en-US" sz="1800" b="0" i="0" kern="1200" dirty="0">
                <a:solidFill>
                  <a:schemeClr val="tx2"/>
                </a:solidFill>
                <a:latin typeface="Galano Grotesque" pitchFamily="2" charset="77"/>
                <a:ea typeface="+mn-ea"/>
                <a:cs typeface="+mn-cs"/>
              </a:defRPr>
            </a:lvl1pPr>
            <a:lvl2pPr>
              <a:defRPr sz="2400"/>
            </a:lvl2pPr>
            <a:lvl3pPr>
              <a:defRPr sz="2400"/>
            </a:lvl3pPr>
            <a:lvl4pPr>
              <a:defRPr sz="2400"/>
            </a:lvl4pPr>
            <a:lvl5pPr>
              <a:defRPr sz="2400"/>
            </a:lvl5pPr>
          </a:lstStyle>
          <a:p>
            <a:pPr marL="0" lvl="0" indent="0" algn="l" defTabSz="914377" rtl="0" eaLnBrk="1" latinLnBrk="0" hangingPunct="1">
              <a:lnSpc>
                <a:spcPct val="90000"/>
              </a:lnSpc>
              <a:spcBef>
                <a:spcPts val="1000"/>
              </a:spcBef>
              <a:buFont typeface="Arial" panose="020B0604020202020204" pitchFamily="34" charset="0"/>
              <a:buNone/>
            </a:pPr>
            <a:r>
              <a:rPr lang="en-US"/>
              <a:t>Sub heading here.</a:t>
            </a:r>
          </a:p>
        </p:txBody>
      </p:sp>
      <p:pic>
        <p:nvPicPr>
          <p:cNvPr id="4" name="Picture 3">
            <a:extLst>
              <a:ext uri="{FF2B5EF4-FFF2-40B4-BE49-F238E27FC236}">
                <a16:creationId xmlns:a16="http://schemas.microsoft.com/office/drawing/2014/main" id="{7005707E-488B-584D-3428-1A94E6AA4366}"/>
              </a:ext>
            </a:extLst>
          </p:cNvPr>
          <p:cNvPicPr>
            <a:picLocks noChangeAspect="1"/>
          </p:cNvPicPr>
          <p:nvPr userDrawn="1"/>
        </p:nvPicPr>
        <p:blipFill rotWithShape="1">
          <a:blip r:embed="rId2">
            <a:extLst>
              <a:ext uri="{28A0092B-C50C-407E-A947-70E740481C1C}">
                <a14:useLocalDpi xmlns:a14="http://schemas.microsoft.com/office/drawing/2010/main"/>
              </a:ext>
            </a:extLst>
          </a:blip>
          <a:srcRect t="7774" b="8097"/>
          <a:stretch/>
        </p:blipFill>
        <p:spPr>
          <a:xfrm>
            <a:off x="870173" y="-1"/>
            <a:ext cx="4394371" cy="6858001"/>
          </a:xfrm>
          <a:prstGeom prst="rect">
            <a:avLst/>
          </a:prstGeom>
        </p:spPr>
      </p:pic>
    </p:spTree>
    <p:extLst>
      <p:ext uri="{BB962C8B-B14F-4D97-AF65-F5344CB8AC3E}">
        <p14:creationId xmlns:p14="http://schemas.microsoft.com/office/powerpoint/2010/main" val="19191229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1D367-663E-4CCE-9F71-DDB93BACD218}"/>
              </a:ext>
            </a:extLst>
          </p:cNvPr>
          <p:cNvSpPr>
            <a:spLocks noGrp="1"/>
          </p:cNvSpPr>
          <p:nvPr>
            <p:ph type="title" hasCustomPrompt="1"/>
          </p:nvPr>
        </p:nvSpPr>
        <p:spPr>
          <a:xfrm>
            <a:off x="5581816" y="2520817"/>
            <a:ext cx="5946461" cy="1452792"/>
          </a:xfrm>
        </p:spPr>
        <p:txBody>
          <a:bodyPr/>
          <a:lstStyle>
            <a:lvl1pPr>
              <a:defRPr sz="2400" b="1">
                <a:solidFill>
                  <a:schemeClr val="tx2"/>
                </a:solidFill>
                <a:latin typeface="Galano Grotesque ExtraBold" panose="00000900000000000000" pitchFamily="50" charset="0"/>
              </a:defRPr>
            </a:lvl1pPr>
          </a:lstStyle>
          <a:p>
            <a:r>
              <a:rPr lang="en-US"/>
              <a:t>Header goes here, can be up to two lines.</a:t>
            </a:r>
          </a:p>
        </p:txBody>
      </p:sp>
      <p:sp>
        <p:nvSpPr>
          <p:cNvPr id="3" name="Slide Number Placeholder 2">
            <a:extLst>
              <a:ext uri="{FF2B5EF4-FFF2-40B4-BE49-F238E27FC236}">
                <a16:creationId xmlns:a16="http://schemas.microsoft.com/office/drawing/2014/main" id="{95118CF4-C06A-46FD-8A47-4ADA9D152CB9}"/>
              </a:ext>
            </a:extLst>
          </p:cNvPr>
          <p:cNvSpPr>
            <a:spLocks noGrp="1"/>
          </p:cNvSpPr>
          <p:nvPr>
            <p:ph type="sldNum" sz="quarter" idx="10"/>
          </p:nvPr>
        </p:nvSpPr>
        <p:spPr/>
        <p:txBody>
          <a:bodyPr/>
          <a:lstStyle/>
          <a:p>
            <a:fld id="{43810C2F-5A3B-334F-B32E-597B62ACB14E}" type="slidenum">
              <a:rPr lang="en-US" smtClean="0"/>
              <a:pPr/>
              <a:t>‹#›</a:t>
            </a:fld>
            <a:endParaRPr lang="en-US"/>
          </a:p>
        </p:txBody>
      </p:sp>
      <p:sp>
        <p:nvSpPr>
          <p:cNvPr id="5" name="Rectangle 4">
            <a:extLst>
              <a:ext uri="{FF2B5EF4-FFF2-40B4-BE49-F238E27FC236}">
                <a16:creationId xmlns:a16="http://schemas.microsoft.com/office/drawing/2014/main" id="{2EA7675E-4B05-4EDA-A7EC-CA313C1B23F1}"/>
              </a:ext>
            </a:extLst>
          </p:cNvPr>
          <p:cNvSpPr/>
          <p:nvPr userDrawn="1"/>
        </p:nvSpPr>
        <p:spPr>
          <a:xfrm>
            <a:off x="249383" y="6242860"/>
            <a:ext cx="2196637" cy="4786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a:latin typeface="Galano Grotesque" pitchFamily="2" charset="77"/>
            </a:endParaRPr>
          </a:p>
        </p:txBody>
      </p:sp>
      <p:sp>
        <p:nvSpPr>
          <p:cNvPr id="10" name="Text Placeholder 9">
            <a:extLst>
              <a:ext uri="{FF2B5EF4-FFF2-40B4-BE49-F238E27FC236}">
                <a16:creationId xmlns:a16="http://schemas.microsoft.com/office/drawing/2014/main" id="{C86D46D9-82FE-4F5E-8C81-164A05CFAD71}"/>
              </a:ext>
            </a:extLst>
          </p:cNvPr>
          <p:cNvSpPr>
            <a:spLocks noGrp="1"/>
          </p:cNvSpPr>
          <p:nvPr>
            <p:ph type="body" sz="quarter" idx="13" hasCustomPrompt="1"/>
          </p:nvPr>
        </p:nvSpPr>
        <p:spPr>
          <a:xfrm>
            <a:off x="5581816" y="4007845"/>
            <a:ext cx="5946461" cy="668338"/>
          </a:xfrm>
          <a:prstGeom prst="rect">
            <a:avLst/>
          </a:prstGeom>
        </p:spPr>
        <p:txBody>
          <a:bodyPr/>
          <a:lstStyle>
            <a:lvl1pPr>
              <a:defRPr lang="en-US" sz="1800" b="0" i="0" kern="1200" dirty="0">
                <a:solidFill>
                  <a:schemeClr val="tx2"/>
                </a:solidFill>
                <a:latin typeface="Galano Grotesque" pitchFamily="2" charset="77"/>
                <a:ea typeface="+mn-ea"/>
                <a:cs typeface="+mn-cs"/>
              </a:defRPr>
            </a:lvl1pPr>
            <a:lvl2pPr>
              <a:defRPr sz="2400"/>
            </a:lvl2pPr>
            <a:lvl3pPr>
              <a:defRPr sz="2400"/>
            </a:lvl3pPr>
            <a:lvl4pPr>
              <a:defRPr sz="2400"/>
            </a:lvl4pPr>
            <a:lvl5pPr>
              <a:defRPr sz="2400"/>
            </a:lvl5pPr>
          </a:lstStyle>
          <a:p>
            <a:pPr marL="0" lvl="0" indent="0" algn="l" defTabSz="914377" rtl="0" eaLnBrk="1" latinLnBrk="0" hangingPunct="1">
              <a:lnSpc>
                <a:spcPct val="90000"/>
              </a:lnSpc>
              <a:spcBef>
                <a:spcPts val="1000"/>
              </a:spcBef>
              <a:buFont typeface="Arial" panose="020B0604020202020204" pitchFamily="34" charset="0"/>
              <a:buNone/>
            </a:pPr>
            <a:r>
              <a:rPr lang="en-US"/>
              <a:t>Sub heading here.</a:t>
            </a:r>
          </a:p>
        </p:txBody>
      </p:sp>
      <p:pic>
        <p:nvPicPr>
          <p:cNvPr id="6" name="Picture 5">
            <a:extLst>
              <a:ext uri="{FF2B5EF4-FFF2-40B4-BE49-F238E27FC236}">
                <a16:creationId xmlns:a16="http://schemas.microsoft.com/office/drawing/2014/main" id="{35A76872-EA7C-2F5A-ADD4-AEBE133D0251}"/>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36417"/>
          <a:stretch/>
        </p:blipFill>
        <p:spPr>
          <a:xfrm>
            <a:off x="-3" y="-2"/>
            <a:ext cx="5337316" cy="6858002"/>
          </a:xfrm>
          <a:prstGeom prst="rect">
            <a:avLst/>
          </a:prstGeom>
        </p:spPr>
      </p:pic>
    </p:spTree>
    <p:extLst>
      <p:ext uri="{BB962C8B-B14F-4D97-AF65-F5344CB8AC3E}">
        <p14:creationId xmlns:p14="http://schemas.microsoft.com/office/powerpoint/2010/main" val="24419375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1D367-663E-4CCE-9F71-DDB93BACD218}"/>
              </a:ext>
            </a:extLst>
          </p:cNvPr>
          <p:cNvSpPr>
            <a:spLocks noGrp="1"/>
          </p:cNvSpPr>
          <p:nvPr>
            <p:ph type="title" hasCustomPrompt="1"/>
          </p:nvPr>
        </p:nvSpPr>
        <p:spPr>
          <a:xfrm>
            <a:off x="5581816" y="2520817"/>
            <a:ext cx="5946461" cy="1452792"/>
          </a:xfrm>
        </p:spPr>
        <p:txBody>
          <a:bodyPr/>
          <a:lstStyle>
            <a:lvl1pPr>
              <a:defRPr sz="2400" b="1">
                <a:solidFill>
                  <a:schemeClr val="tx2"/>
                </a:solidFill>
                <a:latin typeface="Galano Grotesque ExtraBold" panose="00000900000000000000" pitchFamily="50" charset="0"/>
              </a:defRPr>
            </a:lvl1pPr>
          </a:lstStyle>
          <a:p>
            <a:r>
              <a:rPr lang="en-US"/>
              <a:t>Header goes here, can be up to two lines.</a:t>
            </a:r>
          </a:p>
        </p:txBody>
      </p:sp>
      <p:sp>
        <p:nvSpPr>
          <p:cNvPr id="3" name="Slide Number Placeholder 2">
            <a:extLst>
              <a:ext uri="{FF2B5EF4-FFF2-40B4-BE49-F238E27FC236}">
                <a16:creationId xmlns:a16="http://schemas.microsoft.com/office/drawing/2014/main" id="{95118CF4-C06A-46FD-8A47-4ADA9D152CB9}"/>
              </a:ext>
            </a:extLst>
          </p:cNvPr>
          <p:cNvSpPr>
            <a:spLocks noGrp="1"/>
          </p:cNvSpPr>
          <p:nvPr>
            <p:ph type="sldNum" sz="quarter" idx="10"/>
          </p:nvPr>
        </p:nvSpPr>
        <p:spPr/>
        <p:txBody>
          <a:bodyPr/>
          <a:lstStyle/>
          <a:p>
            <a:fld id="{43810C2F-5A3B-334F-B32E-597B62ACB14E}" type="slidenum">
              <a:rPr lang="en-US" smtClean="0"/>
              <a:pPr/>
              <a:t>‹#›</a:t>
            </a:fld>
            <a:endParaRPr lang="en-US"/>
          </a:p>
        </p:txBody>
      </p:sp>
      <p:sp>
        <p:nvSpPr>
          <p:cNvPr id="5" name="Rectangle 4">
            <a:extLst>
              <a:ext uri="{FF2B5EF4-FFF2-40B4-BE49-F238E27FC236}">
                <a16:creationId xmlns:a16="http://schemas.microsoft.com/office/drawing/2014/main" id="{2EA7675E-4B05-4EDA-A7EC-CA313C1B23F1}"/>
              </a:ext>
            </a:extLst>
          </p:cNvPr>
          <p:cNvSpPr/>
          <p:nvPr userDrawn="1"/>
        </p:nvSpPr>
        <p:spPr>
          <a:xfrm>
            <a:off x="249383" y="6242860"/>
            <a:ext cx="2196637" cy="4786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a:latin typeface="Galano Grotesque" pitchFamily="2" charset="77"/>
            </a:endParaRPr>
          </a:p>
        </p:txBody>
      </p:sp>
      <p:sp>
        <p:nvSpPr>
          <p:cNvPr id="10" name="Text Placeholder 9">
            <a:extLst>
              <a:ext uri="{FF2B5EF4-FFF2-40B4-BE49-F238E27FC236}">
                <a16:creationId xmlns:a16="http://schemas.microsoft.com/office/drawing/2014/main" id="{C86D46D9-82FE-4F5E-8C81-164A05CFAD71}"/>
              </a:ext>
            </a:extLst>
          </p:cNvPr>
          <p:cNvSpPr>
            <a:spLocks noGrp="1"/>
          </p:cNvSpPr>
          <p:nvPr>
            <p:ph type="body" sz="quarter" idx="13" hasCustomPrompt="1"/>
          </p:nvPr>
        </p:nvSpPr>
        <p:spPr>
          <a:xfrm>
            <a:off x="5581816" y="4007845"/>
            <a:ext cx="5946461" cy="668338"/>
          </a:xfrm>
          <a:prstGeom prst="rect">
            <a:avLst/>
          </a:prstGeom>
        </p:spPr>
        <p:txBody>
          <a:bodyPr/>
          <a:lstStyle>
            <a:lvl1pPr>
              <a:defRPr lang="en-US" sz="1800" b="0" i="0" kern="1200" dirty="0">
                <a:solidFill>
                  <a:schemeClr val="tx2"/>
                </a:solidFill>
                <a:latin typeface="Galano Grotesque" pitchFamily="2" charset="77"/>
                <a:ea typeface="+mn-ea"/>
                <a:cs typeface="+mn-cs"/>
              </a:defRPr>
            </a:lvl1pPr>
            <a:lvl2pPr>
              <a:defRPr sz="2400"/>
            </a:lvl2pPr>
            <a:lvl3pPr>
              <a:defRPr sz="2400"/>
            </a:lvl3pPr>
            <a:lvl4pPr>
              <a:defRPr sz="2400"/>
            </a:lvl4pPr>
            <a:lvl5pPr>
              <a:defRPr sz="2400"/>
            </a:lvl5pPr>
          </a:lstStyle>
          <a:p>
            <a:pPr marL="0" lvl="0" indent="0" algn="l" defTabSz="914377" rtl="0" eaLnBrk="1" latinLnBrk="0" hangingPunct="1">
              <a:lnSpc>
                <a:spcPct val="90000"/>
              </a:lnSpc>
              <a:spcBef>
                <a:spcPts val="1000"/>
              </a:spcBef>
              <a:buFont typeface="Arial" panose="020B0604020202020204" pitchFamily="34" charset="0"/>
              <a:buNone/>
            </a:pPr>
            <a:r>
              <a:rPr lang="en-US"/>
              <a:t>Sub heading here.</a:t>
            </a:r>
          </a:p>
        </p:txBody>
      </p:sp>
      <p:pic>
        <p:nvPicPr>
          <p:cNvPr id="4" name="Picture 3">
            <a:extLst>
              <a:ext uri="{FF2B5EF4-FFF2-40B4-BE49-F238E27FC236}">
                <a16:creationId xmlns:a16="http://schemas.microsoft.com/office/drawing/2014/main" id="{0CA5D413-068A-C621-047A-6AE4AD9EB2B5}"/>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36223"/>
          <a:stretch/>
        </p:blipFill>
        <p:spPr>
          <a:xfrm>
            <a:off x="-1" y="12219"/>
            <a:ext cx="5337314" cy="6837180"/>
          </a:xfrm>
          <a:prstGeom prst="rect">
            <a:avLst/>
          </a:prstGeom>
        </p:spPr>
      </p:pic>
    </p:spTree>
    <p:extLst>
      <p:ext uri="{BB962C8B-B14F-4D97-AF65-F5344CB8AC3E}">
        <p14:creationId xmlns:p14="http://schemas.microsoft.com/office/powerpoint/2010/main" val="34418509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1D367-663E-4CCE-9F71-DDB93BACD218}"/>
              </a:ext>
            </a:extLst>
          </p:cNvPr>
          <p:cNvSpPr>
            <a:spLocks noGrp="1"/>
          </p:cNvSpPr>
          <p:nvPr>
            <p:ph type="title" hasCustomPrompt="1"/>
          </p:nvPr>
        </p:nvSpPr>
        <p:spPr>
          <a:xfrm>
            <a:off x="2048933" y="1846827"/>
            <a:ext cx="9096905" cy="1452792"/>
          </a:xfrm>
        </p:spPr>
        <p:txBody>
          <a:bodyPr/>
          <a:lstStyle>
            <a:lvl1pPr>
              <a:defRPr sz="2400" b="1">
                <a:solidFill>
                  <a:schemeClr val="tx2"/>
                </a:solidFill>
                <a:latin typeface="Galano Grotesque ExtraBold" panose="00000900000000000000" pitchFamily="50" charset="0"/>
              </a:defRPr>
            </a:lvl1pPr>
          </a:lstStyle>
          <a:p>
            <a:r>
              <a:rPr lang="en-US"/>
              <a:t>Header goes here, can be up to two lines.</a:t>
            </a:r>
          </a:p>
        </p:txBody>
      </p:sp>
      <p:sp>
        <p:nvSpPr>
          <p:cNvPr id="3" name="Slide Number Placeholder 2">
            <a:extLst>
              <a:ext uri="{FF2B5EF4-FFF2-40B4-BE49-F238E27FC236}">
                <a16:creationId xmlns:a16="http://schemas.microsoft.com/office/drawing/2014/main" id="{95118CF4-C06A-46FD-8A47-4ADA9D152CB9}"/>
              </a:ext>
            </a:extLst>
          </p:cNvPr>
          <p:cNvSpPr>
            <a:spLocks noGrp="1"/>
          </p:cNvSpPr>
          <p:nvPr>
            <p:ph type="sldNum" sz="quarter" idx="10"/>
          </p:nvPr>
        </p:nvSpPr>
        <p:spPr/>
        <p:txBody>
          <a:bodyPr/>
          <a:lstStyle/>
          <a:p>
            <a:fld id="{43810C2F-5A3B-334F-B32E-597B62ACB14E}" type="slidenum">
              <a:rPr lang="en-US" smtClean="0"/>
              <a:pPr/>
              <a:t>‹#›</a:t>
            </a:fld>
            <a:endParaRPr lang="en-US"/>
          </a:p>
        </p:txBody>
      </p:sp>
      <p:sp>
        <p:nvSpPr>
          <p:cNvPr id="7" name="Text Placeholder 9">
            <a:extLst>
              <a:ext uri="{FF2B5EF4-FFF2-40B4-BE49-F238E27FC236}">
                <a16:creationId xmlns:a16="http://schemas.microsoft.com/office/drawing/2014/main" id="{501321F3-2820-4EF4-9456-A32246951DF9}"/>
              </a:ext>
            </a:extLst>
          </p:cNvPr>
          <p:cNvSpPr>
            <a:spLocks noGrp="1"/>
          </p:cNvSpPr>
          <p:nvPr>
            <p:ph type="body" sz="quarter" idx="13" hasCustomPrompt="1"/>
          </p:nvPr>
        </p:nvSpPr>
        <p:spPr>
          <a:xfrm>
            <a:off x="2048933" y="3299619"/>
            <a:ext cx="9096905" cy="668338"/>
          </a:xfrm>
          <a:prstGeom prst="rect">
            <a:avLst/>
          </a:prstGeom>
        </p:spPr>
        <p:txBody>
          <a:bodyPr/>
          <a:lstStyle>
            <a:lvl1pPr>
              <a:defRPr lang="en-US" sz="1800" b="0" i="0" kern="1200" dirty="0">
                <a:solidFill>
                  <a:schemeClr val="tx2"/>
                </a:solidFill>
                <a:latin typeface="Galano Grotesque" pitchFamily="2" charset="77"/>
                <a:ea typeface="+mn-ea"/>
                <a:cs typeface="+mn-cs"/>
              </a:defRPr>
            </a:lvl1pPr>
            <a:lvl2pPr>
              <a:defRPr sz="2400"/>
            </a:lvl2pPr>
            <a:lvl3pPr>
              <a:defRPr sz="2400"/>
            </a:lvl3pPr>
            <a:lvl4pPr>
              <a:defRPr sz="2400"/>
            </a:lvl4pPr>
            <a:lvl5pPr>
              <a:defRPr sz="2400"/>
            </a:lvl5pPr>
          </a:lstStyle>
          <a:p>
            <a:pPr marL="0" lvl="0" indent="0" algn="l" defTabSz="914377" rtl="0" eaLnBrk="1" latinLnBrk="0" hangingPunct="1">
              <a:lnSpc>
                <a:spcPct val="90000"/>
              </a:lnSpc>
              <a:spcBef>
                <a:spcPts val="1000"/>
              </a:spcBef>
              <a:buFont typeface="Arial" panose="020B0604020202020204" pitchFamily="34" charset="0"/>
              <a:buNone/>
            </a:pPr>
            <a:r>
              <a:rPr lang="en-US"/>
              <a:t>Sub heading here.</a:t>
            </a:r>
          </a:p>
        </p:txBody>
      </p:sp>
    </p:spTree>
    <p:extLst>
      <p:ext uri="{BB962C8B-B14F-4D97-AF65-F5344CB8AC3E}">
        <p14:creationId xmlns:p14="http://schemas.microsoft.com/office/powerpoint/2010/main" val="14202363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1D367-663E-4CCE-9F71-DDB93BACD218}"/>
              </a:ext>
            </a:extLst>
          </p:cNvPr>
          <p:cNvSpPr>
            <a:spLocks noGrp="1"/>
          </p:cNvSpPr>
          <p:nvPr>
            <p:ph type="title" hasCustomPrompt="1"/>
          </p:nvPr>
        </p:nvSpPr>
        <p:spPr>
          <a:xfrm>
            <a:off x="495300" y="2425659"/>
            <a:ext cx="9096905" cy="1452792"/>
          </a:xfrm>
        </p:spPr>
        <p:txBody>
          <a:bodyPr/>
          <a:lstStyle>
            <a:lvl1pPr>
              <a:defRPr sz="2400" b="1">
                <a:latin typeface="Galano Grotesque ExtraBold" panose="00000900000000000000" pitchFamily="50" charset="0"/>
              </a:defRPr>
            </a:lvl1pPr>
          </a:lstStyle>
          <a:p>
            <a:r>
              <a:rPr lang="en-US"/>
              <a:t>Header goes here, can be up to two lines.</a:t>
            </a:r>
          </a:p>
        </p:txBody>
      </p:sp>
      <p:sp>
        <p:nvSpPr>
          <p:cNvPr id="3" name="Slide Number Placeholder 2">
            <a:extLst>
              <a:ext uri="{FF2B5EF4-FFF2-40B4-BE49-F238E27FC236}">
                <a16:creationId xmlns:a16="http://schemas.microsoft.com/office/drawing/2014/main" id="{95118CF4-C06A-46FD-8A47-4ADA9D152CB9}"/>
              </a:ext>
            </a:extLst>
          </p:cNvPr>
          <p:cNvSpPr>
            <a:spLocks noGrp="1"/>
          </p:cNvSpPr>
          <p:nvPr>
            <p:ph type="sldNum" sz="quarter" idx="10"/>
          </p:nvPr>
        </p:nvSpPr>
        <p:spPr/>
        <p:txBody>
          <a:bodyPr/>
          <a:lstStyle/>
          <a:p>
            <a:fld id="{43810C2F-5A3B-334F-B32E-597B62ACB14E}" type="slidenum">
              <a:rPr lang="en-US" smtClean="0"/>
              <a:pPr/>
              <a:t>‹#›</a:t>
            </a:fld>
            <a:endParaRPr lang="en-US"/>
          </a:p>
        </p:txBody>
      </p:sp>
    </p:spTree>
    <p:extLst>
      <p:ext uri="{BB962C8B-B14F-4D97-AF65-F5344CB8AC3E}">
        <p14:creationId xmlns:p14="http://schemas.microsoft.com/office/powerpoint/2010/main" val="39487237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Sub heading">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5DCB5D1-8320-6049-9687-3557CEFF5F62}"/>
              </a:ext>
            </a:extLst>
          </p:cNvPr>
          <p:cNvSpPr>
            <a:spLocks noGrp="1"/>
          </p:cNvSpPr>
          <p:nvPr>
            <p:ph type="sldNum" sz="quarter" idx="12"/>
          </p:nvPr>
        </p:nvSpPr>
        <p:spPr/>
        <p:txBody>
          <a:bodyPr/>
          <a:lstStyle/>
          <a:p>
            <a:fld id="{43810C2F-5A3B-334F-B32E-597B62ACB14E}" type="slidenum">
              <a:rPr lang="en-US" smtClean="0"/>
              <a:t>‹#›</a:t>
            </a:fld>
            <a:endParaRPr lang="en-US"/>
          </a:p>
        </p:txBody>
      </p:sp>
      <p:sp>
        <p:nvSpPr>
          <p:cNvPr id="10" name="Title 4">
            <a:extLst>
              <a:ext uri="{FF2B5EF4-FFF2-40B4-BE49-F238E27FC236}">
                <a16:creationId xmlns:a16="http://schemas.microsoft.com/office/drawing/2014/main" id="{449DE73A-A9CE-9945-BF54-ECEE183FFE73}"/>
              </a:ext>
            </a:extLst>
          </p:cNvPr>
          <p:cNvSpPr>
            <a:spLocks noGrp="1"/>
          </p:cNvSpPr>
          <p:nvPr>
            <p:ph type="title" hasCustomPrompt="1"/>
          </p:nvPr>
        </p:nvSpPr>
        <p:spPr>
          <a:xfrm>
            <a:off x="510798" y="583770"/>
            <a:ext cx="11236280" cy="457200"/>
          </a:xfrm>
        </p:spPr>
        <p:txBody>
          <a:bodyPr/>
          <a:lstStyle>
            <a:lvl1pPr algn="l" defTabSz="914377" rtl="0" eaLnBrk="1" latinLnBrk="0" hangingPunct="1">
              <a:lnSpc>
                <a:spcPct val="90000"/>
              </a:lnSpc>
              <a:spcBef>
                <a:spcPct val="0"/>
              </a:spcBef>
              <a:buNone/>
              <a:defRPr lang="en-US" sz="2400" b="1" i="0" kern="1200" spc="0" dirty="0">
                <a:solidFill>
                  <a:schemeClr val="tx2"/>
                </a:solidFill>
                <a:latin typeface="Galano Grotesque ExtraBold" panose="00000900000000000000" pitchFamily="50" charset="0"/>
                <a:ea typeface="+mj-ea"/>
                <a:cs typeface="+mj-cs"/>
              </a:defRPr>
            </a:lvl1pPr>
          </a:lstStyle>
          <a:p>
            <a:r>
              <a:rPr lang="en-US"/>
              <a:t>Header goes here, can be up to two lines.</a:t>
            </a:r>
          </a:p>
        </p:txBody>
      </p:sp>
      <p:sp>
        <p:nvSpPr>
          <p:cNvPr id="7" name="Text Placeholder 6">
            <a:extLst>
              <a:ext uri="{FF2B5EF4-FFF2-40B4-BE49-F238E27FC236}">
                <a16:creationId xmlns:a16="http://schemas.microsoft.com/office/drawing/2014/main" id="{3B59FB2B-110A-7C41-8D2E-5F86F40F753D}"/>
              </a:ext>
            </a:extLst>
          </p:cNvPr>
          <p:cNvSpPr>
            <a:spLocks noGrp="1"/>
          </p:cNvSpPr>
          <p:nvPr>
            <p:ph type="body" sz="quarter" idx="15" hasCustomPrompt="1"/>
          </p:nvPr>
        </p:nvSpPr>
        <p:spPr>
          <a:xfrm>
            <a:off x="510799" y="1211657"/>
            <a:ext cx="4203700" cy="690562"/>
          </a:xfrm>
          <a:prstGeom prst="rect">
            <a:avLst/>
          </a:prstGeom>
        </p:spPr>
        <p:txBody>
          <a:bodyPr/>
          <a:lstStyle>
            <a:lvl1pPr marL="0" indent="0">
              <a:buNone/>
              <a:defRPr sz="1800" b="0" i="0">
                <a:solidFill>
                  <a:schemeClr val="tx2"/>
                </a:solidFill>
                <a:latin typeface="Galano Grotesque" panose="00000500000000000000" pitchFamily="50" charset="0"/>
              </a:defRPr>
            </a:lvl1pPr>
          </a:lstStyle>
          <a:p>
            <a:pPr lvl="0"/>
            <a:r>
              <a:rPr lang="en-US"/>
              <a:t>Subhead here.</a:t>
            </a:r>
          </a:p>
        </p:txBody>
      </p:sp>
    </p:spTree>
    <p:extLst>
      <p:ext uri="{BB962C8B-B14F-4D97-AF65-F5344CB8AC3E}">
        <p14:creationId xmlns:p14="http://schemas.microsoft.com/office/powerpoint/2010/main" val="3344719347"/>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No sub heading">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5DCB5D1-8320-6049-9687-3557CEFF5F62}"/>
              </a:ext>
            </a:extLst>
          </p:cNvPr>
          <p:cNvSpPr>
            <a:spLocks noGrp="1"/>
          </p:cNvSpPr>
          <p:nvPr>
            <p:ph type="sldNum" sz="quarter" idx="12"/>
          </p:nvPr>
        </p:nvSpPr>
        <p:spPr/>
        <p:txBody>
          <a:bodyPr/>
          <a:lstStyle/>
          <a:p>
            <a:fld id="{43810C2F-5A3B-334F-B32E-597B62ACB14E}" type="slidenum">
              <a:rPr lang="en-US" smtClean="0"/>
              <a:t>‹#›</a:t>
            </a:fld>
            <a:endParaRPr lang="en-US"/>
          </a:p>
        </p:txBody>
      </p:sp>
      <p:sp>
        <p:nvSpPr>
          <p:cNvPr id="5" name="Title 4">
            <a:extLst>
              <a:ext uri="{FF2B5EF4-FFF2-40B4-BE49-F238E27FC236}">
                <a16:creationId xmlns:a16="http://schemas.microsoft.com/office/drawing/2014/main" id="{E85F226C-43CE-594E-AD3C-C85FE1321C5D}"/>
              </a:ext>
            </a:extLst>
          </p:cNvPr>
          <p:cNvSpPr>
            <a:spLocks noGrp="1"/>
          </p:cNvSpPr>
          <p:nvPr>
            <p:ph type="title" hasCustomPrompt="1"/>
          </p:nvPr>
        </p:nvSpPr>
        <p:spPr>
          <a:xfrm>
            <a:off x="510798" y="583770"/>
            <a:ext cx="11236280" cy="457200"/>
          </a:xfrm>
        </p:spPr>
        <p:txBody>
          <a:bodyPr/>
          <a:lstStyle>
            <a:lvl1pPr>
              <a:defRPr b="1" i="0" spc="0">
                <a:solidFill>
                  <a:schemeClr val="tx2"/>
                </a:solidFill>
                <a:latin typeface="Galano Grotesque ExtraBold" panose="00000900000000000000" pitchFamily="50" charset="0"/>
              </a:defRPr>
            </a:lvl1pPr>
          </a:lstStyle>
          <a:p>
            <a:r>
              <a:rPr lang="en-US"/>
              <a:t>Header goes here, can be up to two lines.</a:t>
            </a:r>
          </a:p>
        </p:txBody>
      </p:sp>
    </p:spTree>
    <p:extLst>
      <p:ext uri="{BB962C8B-B14F-4D97-AF65-F5344CB8AC3E}">
        <p14:creationId xmlns:p14="http://schemas.microsoft.com/office/powerpoint/2010/main" val="3301762974"/>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8_Custom Layout">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0475DB48-571A-AA56-CF19-3845BC5C3CA6}"/>
              </a:ext>
            </a:extLst>
          </p:cNvPr>
          <p:cNvGrpSpPr/>
          <p:nvPr userDrawn="1"/>
        </p:nvGrpSpPr>
        <p:grpSpPr>
          <a:xfrm>
            <a:off x="3682093" y="350635"/>
            <a:ext cx="3245365" cy="5940164"/>
            <a:chOff x="3402845" y="350635"/>
            <a:chExt cx="4104859" cy="5940164"/>
          </a:xfrm>
        </p:grpSpPr>
        <p:sp>
          <p:nvSpPr>
            <p:cNvPr id="11" name="Rounded Rectangle 1">
              <a:extLst>
                <a:ext uri="{FF2B5EF4-FFF2-40B4-BE49-F238E27FC236}">
                  <a16:creationId xmlns:a16="http://schemas.microsoft.com/office/drawing/2014/main" id="{84F8862C-64D5-5505-53A6-ADBC900E4529}"/>
                </a:ext>
              </a:extLst>
            </p:cNvPr>
            <p:cNvSpPr/>
            <p:nvPr userDrawn="1"/>
          </p:nvSpPr>
          <p:spPr>
            <a:xfrm>
              <a:off x="3402845" y="350635"/>
              <a:ext cx="3219680" cy="873149"/>
            </a:xfrm>
            <a:custGeom>
              <a:avLst/>
              <a:gdLst>
                <a:gd name="connsiteX0" fmla="*/ 0 w 2481942"/>
                <a:gd name="connsiteY0" fmla="*/ 145528 h 873149"/>
                <a:gd name="connsiteX1" fmla="*/ 145528 w 2481942"/>
                <a:gd name="connsiteY1" fmla="*/ 0 h 873149"/>
                <a:gd name="connsiteX2" fmla="*/ 2336414 w 2481942"/>
                <a:gd name="connsiteY2" fmla="*/ 0 h 873149"/>
                <a:gd name="connsiteX3" fmla="*/ 2481942 w 2481942"/>
                <a:gd name="connsiteY3" fmla="*/ 145528 h 873149"/>
                <a:gd name="connsiteX4" fmla="*/ 2481942 w 2481942"/>
                <a:gd name="connsiteY4" fmla="*/ 727621 h 873149"/>
                <a:gd name="connsiteX5" fmla="*/ 2336414 w 2481942"/>
                <a:gd name="connsiteY5" fmla="*/ 873149 h 873149"/>
                <a:gd name="connsiteX6" fmla="*/ 145528 w 2481942"/>
                <a:gd name="connsiteY6" fmla="*/ 873149 h 873149"/>
                <a:gd name="connsiteX7" fmla="*/ 0 w 2481942"/>
                <a:gd name="connsiteY7" fmla="*/ 727621 h 873149"/>
                <a:gd name="connsiteX8" fmla="*/ 0 w 2481942"/>
                <a:gd name="connsiteY8" fmla="*/ 145528 h 873149"/>
                <a:gd name="connsiteX0" fmla="*/ 0 w 2481942"/>
                <a:gd name="connsiteY0" fmla="*/ 145528 h 873149"/>
                <a:gd name="connsiteX1" fmla="*/ 145528 w 2481942"/>
                <a:gd name="connsiteY1" fmla="*/ 0 h 873149"/>
                <a:gd name="connsiteX2" fmla="*/ 2336414 w 2481942"/>
                <a:gd name="connsiteY2" fmla="*/ 0 h 873149"/>
                <a:gd name="connsiteX3" fmla="*/ 2481942 w 2481942"/>
                <a:gd name="connsiteY3" fmla="*/ 145528 h 873149"/>
                <a:gd name="connsiteX4" fmla="*/ 2481942 w 2481942"/>
                <a:gd name="connsiteY4" fmla="*/ 727621 h 873149"/>
                <a:gd name="connsiteX5" fmla="*/ 2336414 w 2481942"/>
                <a:gd name="connsiteY5" fmla="*/ 873149 h 873149"/>
                <a:gd name="connsiteX6" fmla="*/ 461787 w 2481942"/>
                <a:gd name="connsiteY6" fmla="*/ 873149 h 873149"/>
                <a:gd name="connsiteX7" fmla="*/ 0 w 2481942"/>
                <a:gd name="connsiteY7" fmla="*/ 727621 h 873149"/>
                <a:gd name="connsiteX8" fmla="*/ 0 w 2481942"/>
                <a:gd name="connsiteY8" fmla="*/ 145528 h 873149"/>
                <a:gd name="connsiteX0" fmla="*/ 0 w 2481942"/>
                <a:gd name="connsiteY0" fmla="*/ 145528 h 873149"/>
                <a:gd name="connsiteX1" fmla="*/ 145528 w 2481942"/>
                <a:gd name="connsiteY1" fmla="*/ 0 h 873149"/>
                <a:gd name="connsiteX2" fmla="*/ 2336414 w 2481942"/>
                <a:gd name="connsiteY2" fmla="*/ 0 h 873149"/>
                <a:gd name="connsiteX3" fmla="*/ 2481942 w 2481942"/>
                <a:gd name="connsiteY3" fmla="*/ 145528 h 873149"/>
                <a:gd name="connsiteX4" fmla="*/ 2481942 w 2481942"/>
                <a:gd name="connsiteY4" fmla="*/ 727621 h 873149"/>
                <a:gd name="connsiteX5" fmla="*/ 2336414 w 2481942"/>
                <a:gd name="connsiteY5" fmla="*/ 873149 h 873149"/>
                <a:gd name="connsiteX6" fmla="*/ 461787 w 2481942"/>
                <a:gd name="connsiteY6" fmla="*/ 873149 h 873149"/>
                <a:gd name="connsiteX7" fmla="*/ 254382 w 2481942"/>
                <a:gd name="connsiteY7" fmla="*/ 672619 h 873149"/>
                <a:gd name="connsiteX8" fmla="*/ 0 w 2481942"/>
                <a:gd name="connsiteY8" fmla="*/ 145528 h 87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81942" h="873149">
                  <a:moveTo>
                    <a:pt x="0" y="145528"/>
                  </a:moveTo>
                  <a:cubicBezTo>
                    <a:pt x="0" y="65155"/>
                    <a:pt x="65155" y="0"/>
                    <a:pt x="145528" y="0"/>
                  </a:cubicBezTo>
                  <a:lnTo>
                    <a:pt x="2336414" y="0"/>
                  </a:lnTo>
                  <a:cubicBezTo>
                    <a:pt x="2416787" y="0"/>
                    <a:pt x="2481942" y="65155"/>
                    <a:pt x="2481942" y="145528"/>
                  </a:cubicBezTo>
                  <a:lnTo>
                    <a:pt x="2481942" y="727621"/>
                  </a:lnTo>
                  <a:cubicBezTo>
                    <a:pt x="2481942" y="807994"/>
                    <a:pt x="2416787" y="873149"/>
                    <a:pt x="2336414" y="873149"/>
                  </a:cubicBezTo>
                  <a:lnTo>
                    <a:pt x="461787" y="873149"/>
                  </a:lnTo>
                  <a:cubicBezTo>
                    <a:pt x="381414" y="873149"/>
                    <a:pt x="254382" y="752992"/>
                    <a:pt x="254382" y="672619"/>
                  </a:cubicBezTo>
                  <a:lnTo>
                    <a:pt x="0" y="145528"/>
                  </a:lnTo>
                  <a:close/>
                </a:path>
              </a:pathLst>
            </a:cu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1E567BDD-7C0E-3201-D76C-24D20DA01BD5}"/>
                </a:ext>
              </a:extLst>
            </p:cNvPr>
            <p:cNvSpPr/>
            <p:nvPr userDrawn="1"/>
          </p:nvSpPr>
          <p:spPr>
            <a:xfrm>
              <a:off x="4530750" y="1615670"/>
              <a:ext cx="2674447" cy="873149"/>
            </a:xfrm>
            <a:prstGeom prst="roundRect">
              <a:avLst/>
            </a:prstGeom>
            <a:solidFill>
              <a:srgbClr val="22D6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4AC08120-884E-EE3C-A1A3-D40895BC1403}"/>
                </a:ext>
              </a:extLst>
            </p:cNvPr>
            <p:cNvSpPr/>
            <p:nvPr userDrawn="1"/>
          </p:nvSpPr>
          <p:spPr>
            <a:xfrm>
              <a:off x="4833257" y="2880705"/>
              <a:ext cx="2674447" cy="873149"/>
            </a:xfrm>
            <a:prstGeom prst="round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a:extLst>
                <a:ext uri="{FF2B5EF4-FFF2-40B4-BE49-F238E27FC236}">
                  <a16:creationId xmlns:a16="http://schemas.microsoft.com/office/drawing/2014/main" id="{8FA7F4FA-3ADB-EB5B-9F5D-F07937079891}"/>
                </a:ext>
              </a:extLst>
            </p:cNvPr>
            <p:cNvSpPr/>
            <p:nvPr userDrawn="1"/>
          </p:nvSpPr>
          <p:spPr>
            <a:xfrm>
              <a:off x="4723255" y="4145740"/>
              <a:ext cx="2481942" cy="873149"/>
            </a:xfrm>
            <a:prstGeom prst="roundRect">
              <a:avLst/>
            </a:prstGeom>
            <a:solidFill>
              <a:srgbClr val="A6F2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7">
              <a:extLst>
                <a:ext uri="{FF2B5EF4-FFF2-40B4-BE49-F238E27FC236}">
                  <a16:creationId xmlns:a16="http://schemas.microsoft.com/office/drawing/2014/main" id="{0A5A8CA6-9CEE-812C-D378-F0C9AA2E47A6}"/>
                </a:ext>
              </a:extLst>
            </p:cNvPr>
            <p:cNvSpPr/>
            <p:nvPr userDrawn="1"/>
          </p:nvSpPr>
          <p:spPr>
            <a:xfrm>
              <a:off x="3755920" y="5410775"/>
              <a:ext cx="2866605" cy="880024"/>
            </a:xfrm>
            <a:custGeom>
              <a:avLst/>
              <a:gdLst>
                <a:gd name="connsiteX0" fmla="*/ 0 w 2866954"/>
                <a:gd name="connsiteY0" fmla="*/ 145528 h 873149"/>
                <a:gd name="connsiteX1" fmla="*/ 145528 w 2866954"/>
                <a:gd name="connsiteY1" fmla="*/ 0 h 873149"/>
                <a:gd name="connsiteX2" fmla="*/ 2721426 w 2866954"/>
                <a:gd name="connsiteY2" fmla="*/ 0 h 873149"/>
                <a:gd name="connsiteX3" fmla="*/ 2866954 w 2866954"/>
                <a:gd name="connsiteY3" fmla="*/ 145528 h 873149"/>
                <a:gd name="connsiteX4" fmla="*/ 2866954 w 2866954"/>
                <a:gd name="connsiteY4" fmla="*/ 727621 h 873149"/>
                <a:gd name="connsiteX5" fmla="*/ 2721426 w 2866954"/>
                <a:gd name="connsiteY5" fmla="*/ 873149 h 873149"/>
                <a:gd name="connsiteX6" fmla="*/ 145528 w 2866954"/>
                <a:gd name="connsiteY6" fmla="*/ 873149 h 873149"/>
                <a:gd name="connsiteX7" fmla="*/ 0 w 2866954"/>
                <a:gd name="connsiteY7" fmla="*/ 727621 h 873149"/>
                <a:gd name="connsiteX8" fmla="*/ 0 w 2866954"/>
                <a:gd name="connsiteY8" fmla="*/ 145528 h 873149"/>
                <a:gd name="connsiteX0" fmla="*/ 0 w 2866954"/>
                <a:gd name="connsiteY0" fmla="*/ 152403 h 880024"/>
                <a:gd name="connsiteX1" fmla="*/ 461787 w 2866954"/>
                <a:gd name="connsiteY1" fmla="*/ 0 h 880024"/>
                <a:gd name="connsiteX2" fmla="*/ 2721426 w 2866954"/>
                <a:gd name="connsiteY2" fmla="*/ 6875 h 880024"/>
                <a:gd name="connsiteX3" fmla="*/ 2866954 w 2866954"/>
                <a:gd name="connsiteY3" fmla="*/ 152403 h 880024"/>
                <a:gd name="connsiteX4" fmla="*/ 2866954 w 2866954"/>
                <a:gd name="connsiteY4" fmla="*/ 734496 h 880024"/>
                <a:gd name="connsiteX5" fmla="*/ 2721426 w 2866954"/>
                <a:gd name="connsiteY5" fmla="*/ 880024 h 880024"/>
                <a:gd name="connsiteX6" fmla="*/ 145528 w 2866954"/>
                <a:gd name="connsiteY6" fmla="*/ 880024 h 880024"/>
                <a:gd name="connsiteX7" fmla="*/ 0 w 2866954"/>
                <a:gd name="connsiteY7" fmla="*/ 734496 h 880024"/>
                <a:gd name="connsiteX8" fmla="*/ 0 w 2866954"/>
                <a:gd name="connsiteY8" fmla="*/ 152403 h 880024"/>
                <a:gd name="connsiteX0" fmla="*/ 302508 w 2866954"/>
                <a:gd name="connsiteY0" fmla="*/ 186779 h 880024"/>
                <a:gd name="connsiteX1" fmla="*/ 461787 w 2866954"/>
                <a:gd name="connsiteY1" fmla="*/ 0 h 880024"/>
                <a:gd name="connsiteX2" fmla="*/ 2721426 w 2866954"/>
                <a:gd name="connsiteY2" fmla="*/ 6875 h 880024"/>
                <a:gd name="connsiteX3" fmla="*/ 2866954 w 2866954"/>
                <a:gd name="connsiteY3" fmla="*/ 152403 h 880024"/>
                <a:gd name="connsiteX4" fmla="*/ 2866954 w 2866954"/>
                <a:gd name="connsiteY4" fmla="*/ 734496 h 880024"/>
                <a:gd name="connsiteX5" fmla="*/ 2721426 w 2866954"/>
                <a:gd name="connsiteY5" fmla="*/ 880024 h 880024"/>
                <a:gd name="connsiteX6" fmla="*/ 145528 w 2866954"/>
                <a:gd name="connsiteY6" fmla="*/ 880024 h 880024"/>
                <a:gd name="connsiteX7" fmla="*/ 0 w 2866954"/>
                <a:gd name="connsiteY7" fmla="*/ 734496 h 880024"/>
                <a:gd name="connsiteX8" fmla="*/ 302508 w 2866954"/>
                <a:gd name="connsiteY8" fmla="*/ 186779 h 880024"/>
                <a:gd name="connsiteX0" fmla="*/ 302508 w 2866954"/>
                <a:gd name="connsiteY0" fmla="*/ 186779 h 880024"/>
                <a:gd name="connsiteX1" fmla="*/ 735085 w 2866954"/>
                <a:gd name="connsiteY1" fmla="*/ 0 h 880024"/>
                <a:gd name="connsiteX2" fmla="*/ 2721426 w 2866954"/>
                <a:gd name="connsiteY2" fmla="*/ 6875 h 880024"/>
                <a:gd name="connsiteX3" fmla="*/ 2866954 w 2866954"/>
                <a:gd name="connsiteY3" fmla="*/ 152403 h 880024"/>
                <a:gd name="connsiteX4" fmla="*/ 2866954 w 2866954"/>
                <a:gd name="connsiteY4" fmla="*/ 734496 h 880024"/>
                <a:gd name="connsiteX5" fmla="*/ 2721426 w 2866954"/>
                <a:gd name="connsiteY5" fmla="*/ 880024 h 880024"/>
                <a:gd name="connsiteX6" fmla="*/ 145528 w 2866954"/>
                <a:gd name="connsiteY6" fmla="*/ 880024 h 880024"/>
                <a:gd name="connsiteX7" fmla="*/ 0 w 2866954"/>
                <a:gd name="connsiteY7" fmla="*/ 734496 h 880024"/>
                <a:gd name="connsiteX8" fmla="*/ 302508 w 2866954"/>
                <a:gd name="connsiteY8" fmla="*/ 186779 h 880024"/>
                <a:gd name="connsiteX0" fmla="*/ 536762 w 2866954"/>
                <a:gd name="connsiteY0" fmla="*/ 194943 h 880024"/>
                <a:gd name="connsiteX1" fmla="*/ 735085 w 2866954"/>
                <a:gd name="connsiteY1" fmla="*/ 0 h 880024"/>
                <a:gd name="connsiteX2" fmla="*/ 2721426 w 2866954"/>
                <a:gd name="connsiteY2" fmla="*/ 6875 h 880024"/>
                <a:gd name="connsiteX3" fmla="*/ 2866954 w 2866954"/>
                <a:gd name="connsiteY3" fmla="*/ 152403 h 880024"/>
                <a:gd name="connsiteX4" fmla="*/ 2866954 w 2866954"/>
                <a:gd name="connsiteY4" fmla="*/ 734496 h 880024"/>
                <a:gd name="connsiteX5" fmla="*/ 2721426 w 2866954"/>
                <a:gd name="connsiteY5" fmla="*/ 880024 h 880024"/>
                <a:gd name="connsiteX6" fmla="*/ 145528 w 2866954"/>
                <a:gd name="connsiteY6" fmla="*/ 880024 h 880024"/>
                <a:gd name="connsiteX7" fmla="*/ 0 w 2866954"/>
                <a:gd name="connsiteY7" fmla="*/ 734496 h 880024"/>
                <a:gd name="connsiteX8" fmla="*/ 536762 w 2866954"/>
                <a:gd name="connsiteY8" fmla="*/ 194943 h 880024"/>
                <a:gd name="connsiteX0" fmla="*/ 411493 w 2741685"/>
                <a:gd name="connsiteY0" fmla="*/ 194943 h 880024"/>
                <a:gd name="connsiteX1" fmla="*/ 609816 w 2741685"/>
                <a:gd name="connsiteY1" fmla="*/ 0 h 880024"/>
                <a:gd name="connsiteX2" fmla="*/ 2596157 w 2741685"/>
                <a:gd name="connsiteY2" fmla="*/ 6875 h 880024"/>
                <a:gd name="connsiteX3" fmla="*/ 2741685 w 2741685"/>
                <a:gd name="connsiteY3" fmla="*/ 152403 h 880024"/>
                <a:gd name="connsiteX4" fmla="*/ 2741685 w 2741685"/>
                <a:gd name="connsiteY4" fmla="*/ 734496 h 880024"/>
                <a:gd name="connsiteX5" fmla="*/ 2596157 w 2741685"/>
                <a:gd name="connsiteY5" fmla="*/ 880024 h 880024"/>
                <a:gd name="connsiteX6" fmla="*/ 20259 w 2741685"/>
                <a:gd name="connsiteY6" fmla="*/ 880024 h 880024"/>
                <a:gd name="connsiteX7" fmla="*/ 124603 w 2741685"/>
                <a:gd name="connsiteY7" fmla="*/ 693674 h 880024"/>
                <a:gd name="connsiteX8" fmla="*/ 411493 w 2741685"/>
                <a:gd name="connsiteY8" fmla="*/ 194943 h 880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1685" h="880024">
                  <a:moveTo>
                    <a:pt x="411493" y="194943"/>
                  </a:moveTo>
                  <a:cubicBezTo>
                    <a:pt x="411493" y="114570"/>
                    <a:pt x="529443" y="0"/>
                    <a:pt x="609816" y="0"/>
                  </a:cubicBezTo>
                  <a:lnTo>
                    <a:pt x="2596157" y="6875"/>
                  </a:lnTo>
                  <a:cubicBezTo>
                    <a:pt x="2676530" y="6875"/>
                    <a:pt x="2741685" y="72030"/>
                    <a:pt x="2741685" y="152403"/>
                  </a:cubicBezTo>
                  <a:lnTo>
                    <a:pt x="2741685" y="734496"/>
                  </a:lnTo>
                  <a:cubicBezTo>
                    <a:pt x="2741685" y="814869"/>
                    <a:pt x="2676530" y="880024"/>
                    <a:pt x="2596157" y="880024"/>
                  </a:cubicBezTo>
                  <a:lnTo>
                    <a:pt x="20259" y="880024"/>
                  </a:lnTo>
                  <a:cubicBezTo>
                    <a:pt x="-60114" y="880024"/>
                    <a:pt x="124603" y="774047"/>
                    <a:pt x="124603" y="693674"/>
                  </a:cubicBezTo>
                  <a:lnTo>
                    <a:pt x="411493" y="194943"/>
                  </a:lnTo>
                  <a:close/>
                </a:path>
              </a:pathLst>
            </a:custGeom>
            <a:solidFill>
              <a:srgbClr val="CCFA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Slide Number Placeholder 2">
            <a:extLst>
              <a:ext uri="{FF2B5EF4-FFF2-40B4-BE49-F238E27FC236}">
                <a16:creationId xmlns:a16="http://schemas.microsoft.com/office/drawing/2014/main" id="{95118CF4-C06A-46FD-8A47-4ADA9D152CB9}"/>
              </a:ext>
            </a:extLst>
          </p:cNvPr>
          <p:cNvSpPr>
            <a:spLocks noGrp="1"/>
          </p:cNvSpPr>
          <p:nvPr>
            <p:ph type="sldNum" sz="quarter" idx="10"/>
          </p:nvPr>
        </p:nvSpPr>
        <p:spPr/>
        <p:txBody>
          <a:bodyPr/>
          <a:lstStyle>
            <a:lvl1pPr marL="0" algn="r" defTabSz="914400" rtl="0" eaLnBrk="1" latinLnBrk="0" hangingPunct="1">
              <a:defRPr lang="en-US" sz="1200" b="0" i="0" kern="1200" smtClean="0">
                <a:solidFill>
                  <a:schemeClr val="tx2"/>
                </a:solidFill>
                <a:latin typeface="Galano Grotesque" pitchFamily="2" charset="77"/>
                <a:ea typeface="+mn-ea"/>
                <a:cs typeface="+mn-cs"/>
              </a:defRPr>
            </a:lvl1pPr>
          </a:lstStyle>
          <a:p>
            <a:fld id="{43810C2F-5A3B-334F-B32E-597B62ACB14E}" type="slidenum">
              <a:rPr lang="en-US" smtClean="0"/>
              <a:pPr/>
              <a:t>‹#›</a:t>
            </a:fld>
            <a:endParaRPr lang="en-US"/>
          </a:p>
        </p:txBody>
      </p:sp>
      <p:pic>
        <p:nvPicPr>
          <p:cNvPr id="2" name="Picture 1">
            <a:extLst>
              <a:ext uri="{FF2B5EF4-FFF2-40B4-BE49-F238E27FC236}">
                <a16:creationId xmlns:a16="http://schemas.microsoft.com/office/drawing/2014/main" id="{8A784CA6-FF08-B31C-7772-1A9E27D4D33F}"/>
              </a:ext>
            </a:extLst>
          </p:cNvPr>
          <p:cNvPicPr>
            <a:picLocks noChangeAspect="1"/>
          </p:cNvPicPr>
          <p:nvPr userDrawn="1"/>
        </p:nvPicPr>
        <p:blipFill rotWithShape="1">
          <a:blip r:embed="rId2">
            <a:extLst>
              <a:ext uri="{28A0092B-C50C-407E-A947-70E740481C1C}">
                <a14:useLocalDpi xmlns:a14="http://schemas.microsoft.com/office/drawing/2010/main"/>
              </a:ext>
            </a:extLst>
          </a:blip>
          <a:srcRect t="7774" b="8097"/>
          <a:stretch/>
        </p:blipFill>
        <p:spPr>
          <a:xfrm>
            <a:off x="870173" y="-1"/>
            <a:ext cx="4394371" cy="6858001"/>
          </a:xfrm>
          <a:prstGeom prst="rect">
            <a:avLst/>
          </a:prstGeom>
          <a:effectLst>
            <a:outerShdw blurRad="138223" dist="38100" sx="100206" sy="100206" algn="l" rotWithShape="0">
              <a:prstClr val="black">
                <a:alpha val="40000"/>
              </a:prstClr>
            </a:outerShdw>
          </a:effectLst>
        </p:spPr>
      </p:pic>
    </p:spTree>
    <p:extLst>
      <p:ext uri="{BB962C8B-B14F-4D97-AF65-F5344CB8AC3E}">
        <p14:creationId xmlns:p14="http://schemas.microsoft.com/office/powerpoint/2010/main" val="20501244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9_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118CF4-C06A-46FD-8A47-4ADA9D152CB9}"/>
              </a:ext>
            </a:extLst>
          </p:cNvPr>
          <p:cNvSpPr>
            <a:spLocks noGrp="1"/>
          </p:cNvSpPr>
          <p:nvPr>
            <p:ph type="sldNum" sz="quarter" idx="10"/>
          </p:nvPr>
        </p:nvSpPr>
        <p:spPr/>
        <p:txBody>
          <a:bodyPr/>
          <a:lstStyle>
            <a:lvl1pPr marL="0" algn="r" defTabSz="914400" rtl="0" eaLnBrk="1" latinLnBrk="0" hangingPunct="1">
              <a:defRPr lang="en-US" sz="1200" b="0" i="0" kern="1200" smtClean="0">
                <a:solidFill>
                  <a:schemeClr val="tx2"/>
                </a:solidFill>
                <a:latin typeface="Galano Grotesque" pitchFamily="2" charset="77"/>
                <a:ea typeface="+mn-ea"/>
                <a:cs typeface="+mn-cs"/>
              </a:defRPr>
            </a:lvl1pPr>
          </a:lstStyle>
          <a:p>
            <a:fld id="{43810C2F-5A3B-334F-B32E-597B62ACB14E}" type="slidenum">
              <a:rPr lang="en-US" smtClean="0"/>
              <a:pPr/>
              <a:t>‹#›</a:t>
            </a:fld>
            <a:endParaRPr lang="en-US"/>
          </a:p>
        </p:txBody>
      </p:sp>
      <p:grpSp>
        <p:nvGrpSpPr>
          <p:cNvPr id="19" name="Group 18">
            <a:extLst>
              <a:ext uri="{FF2B5EF4-FFF2-40B4-BE49-F238E27FC236}">
                <a16:creationId xmlns:a16="http://schemas.microsoft.com/office/drawing/2014/main" id="{495CDD9F-100D-265F-6821-DA78CE962750}"/>
              </a:ext>
            </a:extLst>
          </p:cNvPr>
          <p:cNvGrpSpPr/>
          <p:nvPr userDrawn="1"/>
        </p:nvGrpSpPr>
        <p:grpSpPr>
          <a:xfrm>
            <a:off x="3722911" y="350635"/>
            <a:ext cx="3217385" cy="5940164"/>
            <a:chOff x="3624943" y="350635"/>
            <a:chExt cx="3882761" cy="5940164"/>
          </a:xfrm>
        </p:grpSpPr>
        <p:sp>
          <p:nvSpPr>
            <p:cNvPr id="2" name="Rounded Rectangle 1">
              <a:extLst>
                <a:ext uri="{FF2B5EF4-FFF2-40B4-BE49-F238E27FC236}">
                  <a16:creationId xmlns:a16="http://schemas.microsoft.com/office/drawing/2014/main" id="{54833F3F-D1A4-550C-D41A-AD62838A6E22}"/>
                </a:ext>
              </a:extLst>
            </p:cNvPr>
            <p:cNvSpPr/>
            <p:nvPr userDrawn="1"/>
          </p:nvSpPr>
          <p:spPr>
            <a:xfrm>
              <a:off x="3624943" y="350635"/>
              <a:ext cx="2997582" cy="873149"/>
            </a:xfrm>
            <a:custGeom>
              <a:avLst/>
              <a:gdLst>
                <a:gd name="connsiteX0" fmla="*/ 0 w 2481942"/>
                <a:gd name="connsiteY0" fmla="*/ 145528 h 873149"/>
                <a:gd name="connsiteX1" fmla="*/ 145528 w 2481942"/>
                <a:gd name="connsiteY1" fmla="*/ 0 h 873149"/>
                <a:gd name="connsiteX2" fmla="*/ 2336414 w 2481942"/>
                <a:gd name="connsiteY2" fmla="*/ 0 h 873149"/>
                <a:gd name="connsiteX3" fmla="*/ 2481942 w 2481942"/>
                <a:gd name="connsiteY3" fmla="*/ 145528 h 873149"/>
                <a:gd name="connsiteX4" fmla="*/ 2481942 w 2481942"/>
                <a:gd name="connsiteY4" fmla="*/ 727621 h 873149"/>
                <a:gd name="connsiteX5" fmla="*/ 2336414 w 2481942"/>
                <a:gd name="connsiteY5" fmla="*/ 873149 h 873149"/>
                <a:gd name="connsiteX6" fmla="*/ 145528 w 2481942"/>
                <a:gd name="connsiteY6" fmla="*/ 873149 h 873149"/>
                <a:gd name="connsiteX7" fmla="*/ 0 w 2481942"/>
                <a:gd name="connsiteY7" fmla="*/ 727621 h 873149"/>
                <a:gd name="connsiteX8" fmla="*/ 0 w 2481942"/>
                <a:gd name="connsiteY8" fmla="*/ 145528 h 873149"/>
                <a:gd name="connsiteX0" fmla="*/ 0 w 2481942"/>
                <a:gd name="connsiteY0" fmla="*/ 145528 h 873149"/>
                <a:gd name="connsiteX1" fmla="*/ 145528 w 2481942"/>
                <a:gd name="connsiteY1" fmla="*/ 0 h 873149"/>
                <a:gd name="connsiteX2" fmla="*/ 2336414 w 2481942"/>
                <a:gd name="connsiteY2" fmla="*/ 0 h 873149"/>
                <a:gd name="connsiteX3" fmla="*/ 2481942 w 2481942"/>
                <a:gd name="connsiteY3" fmla="*/ 145528 h 873149"/>
                <a:gd name="connsiteX4" fmla="*/ 2481942 w 2481942"/>
                <a:gd name="connsiteY4" fmla="*/ 727621 h 873149"/>
                <a:gd name="connsiteX5" fmla="*/ 2336414 w 2481942"/>
                <a:gd name="connsiteY5" fmla="*/ 873149 h 873149"/>
                <a:gd name="connsiteX6" fmla="*/ 461787 w 2481942"/>
                <a:gd name="connsiteY6" fmla="*/ 873149 h 873149"/>
                <a:gd name="connsiteX7" fmla="*/ 0 w 2481942"/>
                <a:gd name="connsiteY7" fmla="*/ 727621 h 873149"/>
                <a:gd name="connsiteX8" fmla="*/ 0 w 2481942"/>
                <a:gd name="connsiteY8" fmla="*/ 145528 h 873149"/>
                <a:gd name="connsiteX0" fmla="*/ 0 w 2481942"/>
                <a:gd name="connsiteY0" fmla="*/ 145528 h 873149"/>
                <a:gd name="connsiteX1" fmla="*/ 145528 w 2481942"/>
                <a:gd name="connsiteY1" fmla="*/ 0 h 873149"/>
                <a:gd name="connsiteX2" fmla="*/ 2336414 w 2481942"/>
                <a:gd name="connsiteY2" fmla="*/ 0 h 873149"/>
                <a:gd name="connsiteX3" fmla="*/ 2481942 w 2481942"/>
                <a:gd name="connsiteY3" fmla="*/ 145528 h 873149"/>
                <a:gd name="connsiteX4" fmla="*/ 2481942 w 2481942"/>
                <a:gd name="connsiteY4" fmla="*/ 727621 h 873149"/>
                <a:gd name="connsiteX5" fmla="*/ 2336414 w 2481942"/>
                <a:gd name="connsiteY5" fmla="*/ 873149 h 873149"/>
                <a:gd name="connsiteX6" fmla="*/ 461787 w 2481942"/>
                <a:gd name="connsiteY6" fmla="*/ 873149 h 873149"/>
                <a:gd name="connsiteX7" fmla="*/ 254382 w 2481942"/>
                <a:gd name="connsiteY7" fmla="*/ 672619 h 873149"/>
                <a:gd name="connsiteX8" fmla="*/ 0 w 2481942"/>
                <a:gd name="connsiteY8" fmla="*/ 145528 h 87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81942" h="873149">
                  <a:moveTo>
                    <a:pt x="0" y="145528"/>
                  </a:moveTo>
                  <a:cubicBezTo>
                    <a:pt x="0" y="65155"/>
                    <a:pt x="65155" y="0"/>
                    <a:pt x="145528" y="0"/>
                  </a:cubicBezTo>
                  <a:lnTo>
                    <a:pt x="2336414" y="0"/>
                  </a:lnTo>
                  <a:cubicBezTo>
                    <a:pt x="2416787" y="0"/>
                    <a:pt x="2481942" y="65155"/>
                    <a:pt x="2481942" y="145528"/>
                  </a:cubicBezTo>
                  <a:lnTo>
                    <a:pt x="2481942" y="727621"/>
                  </a:lnTo>
                  <a:cubicBezTo>
                    <a:pt x="2481942" y="807994"/>
                    <a:pt x="2416787" y="873149"/>
                    <a:pt x="2336414" y="873149"/>
                  </a:cubicBezTo>
                  <a:lnTo>
                    <a:pt x="461787" y="873149"/>
                  </a:lnTo>
                  <a:cubicBezTo>
                    <a:pt x="381414" y="873149"/>
                    <a:pt x="254382" y="752992"/>
                    <a:pt x="254382" y="672619"/>
                  </a:cubicBezTo>
                  <a:lnTo>
                    <a:pt x="0" y="145528"/>
                  </a:lnTo>
                  <a:close/>
                </a:path>
              </a:pathLst>
            </a:custGeom>
            <a:solidFill>
              <a:srgbClr val="8224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4" name="Rounded Rectangle 3">
              <a:extLst>
                <a:ext uri="{FF2B5EF4-FFF2-40B4-BE49-F238E27FC236}">
                  <a16:creationId xmlns:a16="http://schemas.microsoft.com/office/drawing/2014/main" id="{23D31D1B-9F49-3D3A-D293-BCA42403881A}"/>
                </a:ext>
              </a:extLst>
            </p:cNvPr>
            <p:cNvSpPr/>
            <p:nvPr userDrawn="1"/>
          </p:nvSpPr>
          <p:spPr>
            <a:xfrm>
              <a:off x="4616851" y="1615670"/>
              <a:ext cx="2588345" cy="873149"/>
            </a:xfrm>
            <a:prstGeom prst="roundRect">
              <a:avLst/>
            </a:prstGeom>
            <a:solidFill>
              <a:srgbClr val="B0589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5" name="Rounded Rectangle 4">
              <a:extLst>
                <a:ext uri="{FF2B5EF4-FFF2-40B4-BE49-F238E27FC236}">
                  <a16:creationId xmlns:a16="http://schemas.microsoft.com/office/drawing/2014/main" id="{4400ED15-E979-91DB-4F99-94FD442034AE}"/>
                </a:ext>
              </a:extLst>
            </p:cNvPr>
            <p:cNvSpPr/>
            <p:nvPr userDrawn="1"/>
          </p:nvSpPr>
          <p:spPr>
            <a:xfrm>
              <a:off x="4833257" y="2880705"/>
              <a:ext cx="2674447" cy="873149"/>
            </a:xfrm>
            <a:prstGeom prst="roundRect">
              <a:avLst/>
            </a:prstGeom>
            <a:solidFill>
              <a:srgbClr val="DC8A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 name="Rounded Rectangle 5">
              <a:extLst>
                <a:ext uri="{FF2B5EF4-FFF2-40B4-BE49-F238E27FC236}">
                  <a16:creationId xmlns:a16="http://schemas.microsoft.com/office/drawing/2014/main" id="{71085FBD-B522-4040-A0FA-6CD28246B0B8}"/>
                </a:ext>
              </a:extLst>
            </p:cNvPr>
            <p:cNvSpPr/>
            <p:nvPr userDrawn="1"/>
          </p:nvSpPr>
          <p:spPr>
            <a:xfrm>
              <a:off x="4723255" y="4145740"/>
              <a:ext cx="2481942" cy="873149"/>
            </a:xfrm>
            <a:prstGeom prst="round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8" name="Rounded Rectangle 7">
              <a:extLst>
                <a:ext uri="{FF2B5EF4-FFF2-40B4-BE49-F238E27FC236}">
                  <a16:creationId xmlns:a16="http://schemas.microsoft.com/office/drawing/2014/main" id="{365C2D84-93F4-F06D-B3B8-75E7A869878D}"/>
                </a:ext>
              </a:extLst>
            </p:cNvPr>
            <p:cNvSpPr/>
            <p:nvPr userDrawn="1"/>
          </p:nvSpPr>
          <p:spPr>
            <a:xfrm>
              <a:off x="3755920" y="5410775"/>
              <a:ext cx="2866605" cy="880024"/>
            </a:xfrm>
            <a:custGeom>
              <a:avLst/>
              <a:gdLst>
                <a:gd name="connsiteX0" fmla="*/ 0 w 2866954"/>
                <a:gd name="connsiteY0" fmla="*/ 145528 h 873149"/>
                <a:gd name="connsiteX1" fmla="*/ 145528 w 2866954"/>
                <a:gd name="connsiteY1" fmla="*/ 0 h 873149"/>
                <a:gd name="connsiteX2" fmla="*/ 2721426 w 2866954"/>
                <a:gd name="connsiteY2" fmla="*/ 0 h 873149"/>
                <a:gd name="connsiteX3" fmla="*/ 2866954 w 2866954"/>
                <a:gd name="connsiteY3" fmla="*/ 145528 h 873149"/>
                <a:gd name="connsiteX4" fmla="*/ 2866954 w 2866954"/>
                <a:gd name="connsiteY4" fmla="*/ 727621 h 873149"/>
                <a:gd name="connsiteX5" fmla="*/ 2721426 w 2866954"/>
                <a:gd name="connsiteY5" fmla="*/ 873149 h 873149"/>
                <a:gd name="connsiteX6" fmla="*/ 145528 w 2866954"/>
                <a:gd name="connsiteY6" fmla="*/ 873149 h 873149"/>
                <a:gd name="connsiteX7" fmla="*/ 0 w 2866954"/>
                <a:gd name="connsiteY7" fmla="*/ 727621 h 873149"/>
                <a:gd name="connsiteX8" fmla="*/ 0 w 2866954"/>
                <a:gd name="connsiteY8" fmla="*/ 145528 h 873149"/>
                <a:gd name="connsiteX0" fmla="*/ 0 w 2866954"/>
                <a:gd name="connsiteY0" fmla="*/ 152403 h 880024"/>
                <a:gd name="connsiteX1" fmla="*/ 461787 w 2866954"/>
                <a:gd name="connsiteY1" fmla="*/ 0 h 880024"/>
                <a:gd name="connsiteX2" fmla="*/ 2721426 w 2866954"/>
                <a:gd name="connsiteY2" fmla="*/ 6875 h 880024"/>
                <a:gd name="connsiteX3" fmla="*/ 2866954 w 2866954"/>
                <a:gd name="connsiteY3" fmla="*/ 152403 h 880024"/>
                <a:gd name="connsiteX4" fmla="*/ 2866954 w 2866954"/>
                <a:gd name="connsiteY4" fmla="*/ 734496 h 880024"/>
                <a:gd name="connsiteX5" fmla="*/ 2721426 w 2866954"/>
                <a:gd name="connsiteY5" fmla="*/ 880024 h 880024"/>
                <a:gd name="connsiteX6" fmla="*/ 145528 w 2866954"/>
                <a:gd name="connsiteY6" fmla="*/ 880024 h 880024"/>
                <a:gd name="connsiteX7" fmla="*/ 0 w 2866954"/>
                <a:gd name="connsiteY7" fmla="*/ 734496 h 880024"/>
                <a:gd name="connsiteX8" fmla="*/ 0 w 2866954"/>
                <a:gd name="connsiteY8" fmla="*/ 152403 h 880024"/>
                <a:gd name="connsiteX0" fmla="*/ 302508 w 2866954"/>
                <a:gd name="connsiteY0" fmla="*/ 186779 h 880024"/>
                <a:gd name="connsiteX1" fmla="*/ 461787 w 2866954"/>
                <a:gd name="connsiteY1" fmla="*/ 0 h 880024"/>
                <a:gd name="connsiteX2" fmla="*/ 2721426 w 2866954"/>
                <a:gd name="connsiteY2" fmla="*/ 6875 h 880024"/>
                <a:gd name="connsiteX3" fmla="*/ 2866954 w 2866954"/>
                <a:gd name="connsiteY3" fmla="*/ 152403 h 880024"/>
                <a:gd name="connsiteX4" fmla="*/ 2866954 w 2866954"/>
                <a:gd name="connsiteY4" fmla="*/ 734496 h 880024"/>
                <a:gd name="connsiteX5" fmla="*/ 2721426 w 2866954"/>
                <a:gd name="connsiteY5" fmla="*/ 880024 h 880024"/>
                <a:gd name="connsiteX6" fmla="*/ 145528 w 2866954"/>
                <a:gd name="connsiteY6" fmla="*/ 880024 h 880024"/>
                <a:gd name="connsiteX7" fmla="*/ 0 w 2866954"/>
                <a:gd name="connsiteY7" fmla="*/ 734496 h 880024"/>
                <a:gd name="connsiteX8" fmla="*/ 302508 w 2866954"/>
                <a:gd name="connsiteY8" fmla="*/ 186779 h 880024"/>
                <a:gd name="connsiteX0" fmla="*/ 302508 w 2866954"/>
                <a:gd name="connsiteY0" fmla="*/ 186779 h 880024"/>
                <a:gd name="connsiteX1" fmla="*/ 735085 w 2866954"/>
                <a:gd name="connsiteY1" fmla="*/ 0 h 880024"/>
                <a:gd name="connsiteX2" fmla="*/ 2721426 w 2866954"/>
                <a:gd name="connsiteY2" fmla="*/ 6875 h 880024"/>
                <a:gd name="connsiteX3" fmla="*/ 2866954 w 2866954"/>
                <a:gd name="connsiteY3" fmla="*/ 152403 h 880024"/>
                <a:gd name="connsiteX4" fmla="*/ 2866954 w 2866954"/>
                <a:gd name="connsiteY4" fmla="*/ 734496 h 880024"/>
                <a:gd name="connsiteX5" fmla="*/ 2721426 w 2866954"/>
                <a:gd name="connsiteY5" fmla="*/ 880024 h 880024"/>
                <a:gd name="connsiteX6" fmla="*/ 145528 w 2866954"/>
                <a:gd name="connsiteY6" fmla="*/ 880024 h 880024"/>
                <a:gd name="connsiteX7" fmla="*/ 0 w 2866954"/>
                <a:gd name="connsiteY7" fmla="*/ 734496 h 880024"/>
                <a:gd name="connsiteX8" fmla="*/ 302508 w 2866954"/>
                <a:gd name="connsiteY8" fmla="*/ 186779 h 880024"/>
                <a:gd name="connsiteX0" fmla="*/ 536762 w 2866954"/>
                <a:gd name="connsiteY0" fmla="*/ 194943 h 880024"/>
                <a:gd name="connsiteX1" fmla="*/ 735085 w 2866954"/>
                <a:gd name="connsiteY1" fmla="*/ 0 h 880024"/>
                <a:gd name="connsiteX2" fmla="*/ 2721426 w 2866954"/>
                <a:gd name="connsiteY2" fmla="*/ 6875 h 880024"/>
                <a:gd name="connsiteX3" fmla="*/ 2866954 w 2866954"/>
                <a:gd name="connsiteY3" fmla="*/ 152403 h 880024"/>
                <a:gd name="connsiteX4" fmla="*/ 2866954 w 2866954"/>
                <a:gd name="connsiteY4" fmla="*/ 734496 h 880024"/>
                <a:gd name="connsiteX5" fmla="*/ 2721426 w 2866954"/>
                <a:gd name="connsiteY5" fmla="*/ 880024 h 880024"/>
                <a:gd name="connsiteX6" fmla="*/ 145528 w 2866954"/>
                <a:gd name="connsiteY6" fmla="*/ 880024 h 880024"/>
                <a:gd name="connsiteX7" fmla="*/ 0 w 2866954"/>
                <a:gd name="connsiteY7" fmla="*/ 734496 h 880024"/>
                <a:gd name="connsiteX8" fmla="*/ 536762 w 2866954"/>
                <a:gd name="connsiteY8" fmla="*/ 194943 h 880024"/>
                <a:gd name="connsiteX0" fmla="*/ 411493 w 2741685"/>
                <a:gd name="connsiteY0" fmla="*/ 194943 h 880024"/>
                <a:gd name="connsiteX1" fmla="*/ 609816 w 2741685"/>
                <a:gd name="connsiteY1" fmla="*/ 0 h 880024"/>
                <a:gd name="connsiteX2" fmla="*/ 2596157 w 2741685"/>
                <a:gd name="connsiteY2" fmla="*/ 6875 h 880024"/>
                <a:gd name="connsiteX3" fmla="*/ 2741685 w 2741685"/>
                <a:gd name="connsiteY3" fmla="*/ 152403 h 880024"/>
                <a:gd name="connsiteX4" fmla="*/ 2741685 w 2741685"/>
                <a:gd name="connsiteY4" fmla="*/ 734496 h 880024"/>
                <a:gd name="connsiteX5" fmla="*/ 2596157 w 2741685"/>
                <a:gd name="connsiteY5" fmla="*/ 880024 h 880024"/>
                <a:gd name="connsiteX6" fmla="*/ 20259 w 2741685"/>
                <a:gd name="connsiteY6" fmla="*/ 880024 h 880024"/>
                <a:gd name="connsiteX7" fmla="*/ 124603 w 2741685"/>
                <a:gd name="connsiteY7" fmla="*/ 693674 h 880024"/>
                <a:gd name="connsiteX8" fmla="*/ 411493 w 2741685"/>
                <a:gd name="connsiteY8" fmla="*/ 194943 h 880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1685" h="880024">
                  <a:moveTo>
                    <a:pt x="411493" y="194943"/>
                  </a:moveTo>
                  <a:cubicBezTo>
                    <a:pt x="411493" y="114570"/>
                    <a:pt x="529443" y="0"/>
                    <a:pt x="609816" y="0"/>
                  </a:cubicBezTo>
                  <a:lnTo>
                    <a:pt x="2596157" y="6875"/>
                  </a:lnTo>
                  <a:cubicBezTo>
                    <a:pt x="2676530" y="6875"/>
                    <a:pt x="2741685" y="72030"/>
                    <a:pt x="2741685" y="152403"/>
                  </a:cubicBezTo>
                  <a:lnTo>
                    <a:pt x="2741685" y="734496"/>
                  </a:lnTo>
                  <a:cubicBezTo>
                    <a:pt x="2741685" y="814869"/>
                    <a:pt x="2676530" y="880024"/>
                    <a:pt x="2596157" y="880024"/>
                  </a:cubicBezTo>
                  <a:lnTo>
                    <a:pt x="20259" y="880024"/>
                  </a:lnTo>
                  <a:cubicBezTo>
                    <a:pt x="-60114" y="880024"/>
                    <a:pt x="124603" y="774047"/>
                    <a:pt x="124603" y="693674"/>
                  </a:cubicBezTo>
                  <a:lnTo>
                    <a:pt x="411493" y="194943"/>
                  </a:lnTo>
                  <a:close/>
                </a:path>
              </a:pathLst>
            </a:custGeom>
            <a:solidFill>
              <a:srgbClr val="FFB7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grpSp>
      <p:pic>
        <p:nvPicPr>
          <p:cNvPr id="12" name="Picture 11" descr="A pink circle with a black background&#10;&#10;Description automatically generated">
            <a:extLst>
              <a:ext uri="{FF2B5EF4-FFF2-40B4-BE49-F238E27FC236}">
                <a16:creationId xmlns:a16="http://schemas.microsoft.com/office/drawing/2014/main" id="{22080215-C655-2093-12D5-9E54D86DDAE9}"/>
              </a:ext>
            </a:extLst>
          </p:cNvPr>
          <p:cNvPicPr>
            <a:picLocks noChangeAspect="1"/>
          </p:cNvPicPr>
          <p:nvPr userDrawn="1"/>
        </p:nvPicPr>
        <p:blipFill rotWithShape="1">
          <a:blip r:embed="rId2">
            <a:extLst>
              <a:ext uri="{28A0092B-C50C-407E-A947-70E740481C1C}">
                <a14:useLocalDpi xmlns:a14="http://schemas.microsoft.com/office/drawing/2010/main"/>
              </a:ext>
            </a:extLst>
          </a:blip>
          <a:srcRect t="7870" b="7870"/>
          <a:stretch/>
        </p:blipFill>
        <p:spPr>
          <a:xfrm>
            <a:off x="873663" y="0"/>
            <a:ext cx="4394371" cy="6858000"/>
          </a:xfrm>
          <a:prstGeom prst="rect">
            <a:avLst/>
          </a:prstGeom>
          <a:effectLst>
            <a:outerShdw blurRad="127000" dist="38100" algn="l" rotWithShape="0">
              <a:prstClr val="black">
                <a:alpha val="40000"/>
              </a:prstClr>
            </a:outerShdw>
          </a:effectLst>
        </p:spPr>
      </p:pic>
    </p:spTree>
    <p:extLst>
      <p:ext uri="{BB962C8B-B14F-4D97-AF65-F5344CB8AC3E}">
        <p14:creationId xmlns:p14="http://schemas.microsoft.com/office/powerpoint/2010/main" val="27270608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ustom Layout">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6B95F22-DC9C-A444-ABEC-21D5EC88B890}"/>
              </a:ext>
            </a:extLst>
          </p:cNvPr>
          <p:cNvSpPr/>
          <p:nvPr userDrawn="1"/>
        </p:nvSpPr>
        <p:spPr>
          <a:xfrm>
            <a:off x="6010101" y="0"/>
            <a:ext cx="6181899" cy="6858000"/>
          </a:xfrm>
          <a:prstGeom prst="rect">
            <a:avLst/>
          </a:prstGeom>
          <a:solidFill>
            <a:srgbClr val="9542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a:latin typeface="Galano Grotesque" pitchFamily="2" charset="77"/>
            </a:endParaRPr>
          </a:p>
        </p:txBody>
      </p:sp>
      <p:sp>
        <p:nvSpPr>
          <p:cNvPr id="3" name="Slide Number Placeholder 2">
            <a:extLst>
              <a:ext uri="{FF2B5EF4-FFF2-40B4-BE49-F238E27FC236}">
                <a16:creationId xmlns:a16="http://schemas.microsoft.com/office/drawing/2014/main" id="{E54C93B9-1687-7F40-AC43-5BEDD6246754}"/>
              </a:ext>
            </a:extLst>
          </p:cNvPr>
          <p:cNvSpPr>
            <a:spLocks noGrp="1"/>
          </p:cNvSpPr>
          <p:nvPr>
            <p:ph type="sldNum" sz="quarter" idx="10"/>
          </p:nvPr>
        </p:nvSpPr>
        <p:spPr/>
        <p:txBody>
          <a:bodyPr/>
          <a:lstStyle>
            <a:lvl1pPr>
              <a:defRPr>
                <a:solidFill>
                  <a:schemeClr val="bg1"/>
                </a:solidFill>
              </a:defRPr>
            </a:lvl1pPr>
          </a:lstStyle>
          <a:p>
            <a:fld id="{43810C2F-5A3B-334F-B32E-597B62ACB14E}" type="slidenum">
              <a:rPr lang="en-US" smtClean="0"/>
              <a:pPr/>
              <a:t>‹#›</a:t>
            </a:fld>
            <a:endParaRPr lang="en-US"/>
          </a:p>
        </p:txBody>
      </p:sp>
      <p:sp>
        <p:nvSpPr>
          <p:cNvPr id="12" name="Content Placeholder 11">
            <a:extLst>
              <a:ext uri="{FF2B5EF4-FFF2-40B4-BE49-F238E27FC236}">
                <a16:creationId xmlns:a16="http://schemas.microsoft.com/office/drawing/2014/main" id="{D3978CB1-8939-45BB-B5B7-628D640B07A1}"/>
              </a:ext>
            </a:extLst>
          </p:cNvPr>
          <p:cNvSpPr>
            <a:spLocks noGrp="1"/>
          </p:cNvSpPr>
          <p:nvPr>
            <p:ph sz="quarter" idx="13"/>
          </p:nvPr>
        </p:nvSpPr>
        <p:spPr>
          <a:xfrm>
            <a:off x="6767990" y="980902"/>
            <a:ext cx="4570412" cy="4798492"/>
          </a:xfrm>
          <a:prstGeom prst="rect">
            <a:avLst/>
          </a:prstGeom>
        </p:spPr>
        <p:txBody>
          <a:bodyPr/>
          <a:lstStyle>
            <a:lvl1pPr>
              <a:defRPr sz="1400" b="0" i="0">
                <a:solidFill>
                  <a:schemeClr val="bg1"/>
                </a:solidFill>
                <a:latin typeface="Galano Grotesque" pitchFamily="2" charset="77"/>
                <a:cs typeface="Poppins" pitchFamily="2" charset="77"/>
              </a:defRPr>
            </a:lvl1pPr>
            <a:lvl2pPr>
              <a:defRPr sz="1400" b="0" i="0">
                <a:solidFill>
                  <a:schemeClr val="bg1"/>
                </a:solidFill>
                <a:latin typeface="Galano Grotesque" pitchFamily="2" charset="77"/>
                <a:cs typeface="Poppins" pitchFamily="2" charset="77"/>
              </a:defRPr>
            </a:lvl2pPr>
            <a:lvl3pPr>
              <a:defRPr sz="1400" b="0" i="0">
                <a:solidFill>
                  <a:schemeClr val="bg1"/>
                </a:solidFill>
                <a:latin typeface="Galano Grotesque" pitchFamily="2" charset="77"/>
                <a:cs typeface="Poppins" pitchFamily="2" charset="77"/>
              </a:defRPr>
            </a:lvl3pPr>
            <a:lvl4pPr>
              <a:defRPr sz="1400" b="0" i="0">
                <a:solidFill>
                  <a:schemeClr val="bg1"/>
                </a:solidFill>
                <a:latin typeface="Galano Grotesque" pitchFamily="2" charset="77"/>
                <a:cs typeface="Poppins" pitchFamily="2" charset="77"/>
              </a:defRPr>
            </a:lvl4pPr>
            <a:lvl5pPr>
              <a:defRPr sz="1400" b="0" i="0">
                <a:solidFill>
                  <a:schemeClr val="bg1"/>
                </a:solidFill>
                <a:latin typeface="Galano Grotesque" pitchFamily="2" charset="77"/>
                <a:cs typeface="Poppins"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4">
            <a:extLst>
              <a:ext uri="{FF2B5EF4-FFF2-40B4-BE49-F238E27FC236}">
                <a16:creationId xmlns:a16="http://schemas.microsoft.com/office/drawing/2014/main" id="{AA94A9A1-5175-454E-B5A2-2F11E2121542}"/>
              </a:ext>
            </a:extLst>
          </p:cNvPr>
          <p:cNvSpPr>
            <a:spLocks noGrp="1"/>
          </p:cNvSpPr>
          <p:nvPr>
            <p:ph type="title" hasCustomPrompt="1"/>
          </p:nvPr>
        </p:nvSpPr>
        <p:spPr>
          <a:xfrm>
            <a:off x="510798" y="583770"/>
            <a:ext cx="4913609" cy="457200"/>
          </a:xfrm>
        </p:spPr>
        <p:txBody>
          <a:bodyPr lIns="0"/>
          <a:lstStyle>
            <a:lvl1pPr algn="l" defTabSz="914377" rtl="0" eaLnBrk="1" latinLnBrk="0" hangingPunct="1">
              <a:lnSpc>
                <a:spcPct val="90000"/>
              </a:lnSpc>
              <a:spcBef>
                <a:spcPct val="0"/>
              </a:spcBef>
              <a:buNone/>
              <a:defRPr lang="en-US" sz="2400" b="1" i="0" kern="1200" spc="0" dirty="0">
                <a:solidFill>
                  <a:schemeClr val="tx2"/>
                </a:solidFill>
                <a:latin typeface="Galano Grotesque ExtraBold" panose="00000900000000000000" pitchFamily="50" charset="0"/>
                <a:ea typeface="+mj-ea"/>
                <a:cs typeface="+mj-cs"/>
              </a:defRPr>
            </a:lvl1pPr>
          </a:lstStyle>
          <a:p>
            <a:r>
              <a:rPr lang="en-US"/>
              <a:t>Header.</a:t>
            </a:r>
          </a:p>
        </p:txBody>
      </p:sp>
    </p:spTree>
    <p:extLst>
      <p:ext uri="{BB962C8B-B14F-4D97-AF65-F5344CB8AC3E}">
        <p14:creationId xmlns:p14="http://schemas.microsoft.com/office/powerpoint/2010/main" val="943942335"/>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5_Custom Layout">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6B95F22-DC9C-A444-ABEC-21D5EC88B890}"/>
              </a:ext>
            </a:extLst>
          </p:cNvPr>
          <p:cNvSpPr/>
          <p:nvPr userDrawn="1"/>
        </p:nvSpPr>
        <p:spPr>
          <a:xfrm>
            <a:off x="6010101" y="0"/>
            <a:ext cx="618189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a:latin typeface="Galano Grotesque" pitchFamily="2" charset="77"/>
            </a:endParaRPr>
          </a:p>
        </p:txBody>
      </p:sp>
      <p:sp>
        <p:nvSpPr>
          <p:cNvPr id="3" name="Slide Number Placeholder 2">
            <a:extLst>
              <a:ext uri="{FF2B5EF4-FFF2-40B4-BE49-F238E27FC236}">
                <a16:creationId xmlns:a16="http://schemas.microsoft.com/office/drawing/2014/main" id="{E54C93B9-1687-7F40-AC43-5BEDD6246754}"/>
              </a:ext>
            </a:extLst>
          </p:cNvPr>
          <p:cNvSpPr>
            <a:spLocks noGrp="1"/>
          </p:cNvSpPr>
          <p:nvPr>
            <p:ph type="sldNum" sz="quarter" idx="10"/>
          </p:nvPr>
        </p:nvSpPr>
        <p:spPr/>
        <p:txBody>
          <a:bodyPr/>
          <a:lstStyle>
            <a:lvl1pPr>
              <a:defRPr>
                <a:solidFill>
                  <a:schemeClr val="bg1"/>
                </a:solidFill>
              </a:defRPr>
            </a:lvl1pPr>
          </a:lstStyle>
          <a:p>
            <a:fld id="{43810C2F-5A3B-334F-B32E-597B62ACB14E}" type="slidenum">
              <a:rPr lang="en-US" smtClean="0"/>
              <a:pPr/>
              <a:t>‹#›</a:t>
            </a:fld>
            <a:endParaRPr lang="en-US"/>
          </a:p>
        </p:txBody>
      </p:sp>
      <p:sp>
        <p:nvSpPr>
          <p:cNvPr id="12" name="Content Placeholder 11">
            <a:extLst>
              <a:ext uri="{FF2B5EF4-FFF2-40B4-BE49-F238E27FC236}">
                <a16:creationId xmlns:a16="http://schemas.microsoft.com/office/drawing/2014/main" id="{D3978CB1-8939-45BB-B5B7-628D640B07A1}"/>
              </a:ext>
            </a:extLst>
          </p:cNvPr>
          <p:cNvSpPr>
            <a:spLocks noGrp="1"/>
          </p:cNvSpPr>
          <p:nvPr>
            <p:ph sz="quarter" idx="13"/>
          </p:nvPr>
        </p:nvSpPr>
        <p:spPr>
          <a:xfrm>
            <a:off x="6767990" y="980902"/>
            <a:ext cx="4570412" cy="4798492"/>
          </a:xfrm>
          <a:prstGeom prst="rect">
            <a:avLst/>
          </a:prstGeom>
        </p:spPr>
        <p:txBody>
          <a:bodyPr/>
          <a:lstStyle>
            <a:lvl1pPr>
              <a:defRPr sz="1400" b="0" i="0">
                <a:solidFill>
                  <a:schemeClr val="bg1"/>
                </a:solidFill>
                <a:latin typeface="Galano Grotesque" pitchFamily="2" charset="77"/>
                <a:cs typeface="Poppins" pitchFamily="2" charset="77"/>
              </a:defRPr>
            </a:lvl1pPr>
            <a:lvl2pPr>
              <a:defRPr sz="1400" b="0" i="0">
                <a:solidFill>
                  <a:schemeClr val="bg1"/>
                </a:solidFill>
                <a:latin typeface="Galano Grotesque" pitchFamily="2" charset="77"/>
                <a:cs typeface="Poppins" pitchFamily="2" charset="77"/>
              </a:defRPr>
            </a:lvl2pPr>
            <a:lvl3pPr>
              <a:defRPr sz="1400" b="0" i="0">
                <a:solidFill>
                  <a:schemeClr val="bg1"/>
                </a:solidFill>
                <a:latin typeface="Galano Grotesque" pitchFamily="2" charset="77"/>
                <a:cs typeface="Poppins" pitchFamily="2" charset="77"/>
              </a:defRPr>
            </a:lvl3pPr>
            <a:lvl4pPr>
              <a:defRPr sz="1400" b="0" i="0">
                <a:solidFill>
                  <a:schemeClr val="bg1"/>
                </a:solidFill>
                <a:latin typeface="Galano Grotesque" pitchFamily="2" charset="77"/>
                <a:cs typeface="Poppins" pitchFamily="2" charset="77"/>
              </a:defRPr>
            </a:lvl4pPr>
            <a:lvl5pPr>
              <a:defRPr sz="1400" b="0" i="0">
                <a:solidFill>
                  <a:schemeClr val="bg1"/>
                </a:solidFill>
                <a:latin typeface="Galano Grotesque" pitchFamily="2" charset="77"/>
                <a:cs typeface="Poppins"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558E3CF1-7712-21B6-D6F6-0F21E4E33409}"/>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355" t="-1754" r="63582" b="69700"/>
          <a:stretch/>
        </p:blipFill>
        <p:spPr>
          <a:xfrm>
            <a:off x="7892715" y="3230474"/>
            <a:ext cx="4299285" cy="3627526"/>
          </a:xfrm>
          <a:prstGeom prst="rect">
            <a:avLst/>
          </a:prstGeom>
        </p:spPr>
      </p:pic>
      <p:sp>
        <p:nvSpPr>
          <p:cNvPr id="11" name="Title 4">
            <a:extLst>
              <a:ext uri="{FF2B5EF4-FFF2-40B4-BE49-F238E27FC236}">
                <a16:creationId xmlns:a16="http://schemas.microsoft.com/office/drawing/2014/main" id="{1628F807-1359-7F4F-A53A-B78FADCF4163}"/>
              </a:ext>
            </a:extLst>
          </p:cNvPr>
          <p:cNvSpPr>
            <a:spLocks noGrp="1"/>
          </p:cNvSpPr>
          <p:nvPr>
            <p:ph type="title" hasCustomPrompt="1"/>
          </p:nvPr>
        </p:nvSpPr>
        <p:spPr>
          <a:xfrm>
            <a:off x="510798" y="583770"/>
            <a:ext cx="4913609" cy="457200"/>
          </a:xfrm>
        </p:spPr>
        <p:txBody>
          <a:bodyPr lIns="0"/>
          <a:lstStyle>
            <a:lvl1pPr algn="l" defTabSz="914377" rtl="0" eaLnBrk="1" latinLnBrk="0" hangingPunct="1">
              <a:lnSpc>
                <a:spcPct val="90000"/>
              </a:lnSpc>
              <a:spcBef>
                <a:spcPct val="0"/>
              </a:spcBef>
              <a:buNone/>
              <a:defRPr lang="en-US" sz="2400" b="1" i="0" kern="1200" spc="0" dirty="0">
                <a:solidFill>
                  <a:schemeClr val="tx2"/>
                </a:solidFill>
                <a:latin typeface="Galano Grotesque ExtraBold" panose="00000900000000000000" pitchFamily="50" charset="0"/>
                <a:ea typeface="+mj-ea"/>
                <a:cs typeface="+mj-cs"/>
              </a:defRPr>
            </a:lvl1pPr>
          </a:lstStyle>
          <a:p>
            <a:r>
              <a:rPr lang="en-US"/>
              <a:t>Header.</a:t>
            </a:r>
          </a:p>
        </p:txBody>
      </p:sp>
    </p:spTree>
    <p:extLst>
      <p:ext uri="{BB962C8B-B14F-4D97-AF65-F5344CB8AC3E}">
        <p14:creationId xmlns:p14="http://schemas.microsoft.com/office/powerpoint/2010/main" val="865240940"/>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4_Custom Layou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6B95F22-DC9C-A444-ABEC-21D5EC88B890}"/>
              </a:ext>
            </a:extLst>
          </p:cNvPr>
          <p:cNvSpPr/>
          <p:nvPr userDrawn="1"/>
        </p:nvSpPr>
        <p:spPr>
          <a:xfrm flipH="1">
            <a:off x="0" y="0"/>
            <a:ext cx="6010101" cy="6858000"/>
          </a:xfrm>
          <a:prstGeom prst="rect">
            <a:avLst/>
          </a:prstGeom>
          <a:solidFill>
            <a:srgbClr val="FFDB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0" i="0">
              <a:latin typeface="Galano Grotesque ExBold Italic" panose="00000900000000000000" pitchFamily="50" charset="0"/>
            </a:endParaRPr>
          </a:p>
        </p:txBody>
      </p:sp>
      <p:pic>
        <p:nvPicPr>
          <p:cNvPr id="2" name="Picture 1">
            <a:extLst>
              <a:ext uri="{FF2B5EF4-FFF2-40B4-BE49-F238E27FC236}">
                <a16:creationId xmlns:a16="http://schemas.microsoft.com/office/drawing/2014/main" id="{FA155ED5-5AED-632E-7C5F-22D004E1FA60}"/>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355" t="-1754" r="63582" b="69700"/>
          <a:stretch/>
        </p:blipFill>
        <p:spPr>
          <a:xfrm>
            <a:off x="7892715" y="3230474"/>
            <a:ext cx="4299285" cy="3627526"/>
          </a:xfrm>
          <a:prstGeom prst="rect">
            <a:avLst/>
          </a:prstGeom>
        </p:spPr>
      </p:pic>
      <p:sp>
        <p:nvSpPr>
          <p:cNvPr id="3" name="Slide Number Placeholder 2">
            <a:extLst>
              <a:ext uri="{FF2B5EF4-FFF2-40B4-BE49-F238E27FC236}">
                <a16:creationId xmlns:a16="http://schemas.microsoft.com/office/drawing/2014/main" id="{E54C93B9-1687-7F40-AC43-5BEDD6246754}"/>
              </a:ext>
            </a:extLst>
          </p:cNvPr>
          <p:cNvSpPr>
            <a:spLocks noGrp="1"/>
          </p:cNvSpPr>
          <p:nvPr>
            <p:ph type="sldNum" sz="quarter" idx="10"/>
          </p:nvPr>
        </p:nvSpPr>
        <p:spPr/>
        <p:txBody>
          <a:bodyPr/>
          <a:lstStyle>
            <a:lvl1pPr marL="0" algn="r" defTabSz="914400" rtl="0" eaLnBrk="1" latinLnBrk="0" hangingPunct="1">
              <a:defRPr lang="en-US" sz="1200" b="0" i="0" kern="1200" smtClean="0">
                <a:solidFill>
                  <a:schemeClr val="tx2"/>
                </a:solidFill>
                <a:latin typeface="Galano Grotesque" pitchFamily="2" charset="77"/>
                <a:ea typeface="+mn-ea"/>
                <a:cs typeface="+mn-cs"/>
              </a:defRPr>
            </a:lvl1pPr>
          </a:lstStyle>
          <a:p>
            <a:fld id="{43810C2F-5A3B-334F-B32E-597B62ACB14E}" type="slidenum">
              <a:rPr lang="en-US" smtClean="0"/>
              <a:pPr/>
              <a:t>‹#›</a:t>
            </a:fld>
            <a:endParaRPr lang="en-US"/>
          </a:p>
        </p:txBody>
      </p:sp>
      <p:sp>
        <p:nvSpPr>
          <p:cNvPr id="9" name="Title 4">
            <a:extLst>
              <a:ext uri="{FF2B5EF4-FFF2-40B4-BE49-F238E27FC236}">
                <a16:creationId xmlns:a16="http://schemas.microsoft.com/office/drawing/2014/main" id="{AA94A9A1-5175-454E-B5A2-2F11E2121542}"/>
              </a:ext>
            </a:extLst>
          </p:cNvPr>
          <p:cNvSpPr>
            <a:spLocks noGrp="1"/>
          </p:cNvSpPr>
          <p:nvPr>
            <p:ph type="title" hasCustomPrompt="1"/>
          </p:nvPr>
        </p:nvSpPr>
        <p:spPr>
          <a:xfrm>
            <a:off x="510798" y="583770"/>
            <a:ext cx="4913609" cy="457200"/>
          </a:xfrm>
          <a:prstGeom prst="rect">
            <a:avLst/>
          </a:prstGeom>
        </p:spPr>
        <p:txBody>
          <a:bodyPr lIns="0"/>
          <a:lstStyle>
            <a:lvl1pPr>
              <a:defRPr lang="en-US" sz="2400" b="1" i="0" kern="1200" spc="0" dirty="0">
                <a:solidFill>
                  <a:schemeClr val="tx2"/>
                </a:solidFill>
                <a:latin typeface="Galano Grotesque ExtraBold" panose="00000900000000000000" pitchFamily="50" charset="0"/>
                <a:ea typeface="+mj-ea"/>
                <a:cs typeface="+mj-cs"/>
              </a:defRPr>
            </a:lvl1pPr>
          </a:lstStyle>
          <a:p>
            <a:r>
              <a:rPr lang="en-US"/>
              <a:t>Header.</a:t>
            </a:r>
          </a:p>
        </p:txBody>
      </p:sp>
      <p:sp>
        <p:nvSpPr>
          <p:cNvPr id="16" name="Content Placeholder 10">
            <a:extLst>
              <a:ext uri="{FF2B5EF4-FFF2-40B4-BE49-F238E27FC236}">
                <a16:creationId xmlns:a16="http://schemas.microsoft.com/office/drawing/2014/main" id="{B0B3F53D-17C0-DE39-B4DF-4997D4C65240}"/>
              </a:ext>
            </a:extLst>
          </p:cNvPr>
          <p:cNvSpPr>
            <a:spLocks noGrp="1"/>
          </p:cNvSpPr>
          <p:nvPr>
            <p:ph sz="quarter" idx="12"/>
          </p:nvPr>
        </p:nvSpPr>
        <p:spPr>
          <a:xfrm>
            <a:off x="510798" y="1281713"/>
            <a:ext cx="4929188" cy="2884241"/>
          </a:xfrm>
          <a:prstGeom prst="rect">
            <a:avLst/>
          </a:prstGeom>
        </p:spPr>
        <p:txBody>
          <a:bodyPr lIns="0" rIns="0"/>
          <a:lstStyle>
            <a:lvl1pPr>
              <a:defRPr sz="1400">
                <a:solidFill>
                  <a:schemeClr val="tx2"/>
                </a:solidFill>
                <a:latin typeface="Galano Grotesque" pitchFamily="2" charset="77"/>
              </a:defRPr>
            </a:lvl1pPr>
            <a:lvl2pPr>
              <a:defRPr sz="1400">
                <a:solidFill>
                  <a:schemeClr val="tx2"/>
                </a:solidFill>
                <a:latin typeface="Galano Grotesque" pitchFamily="2" charset="77"/>
              </a:defRPr>
            </a:lvl2pPr>
            <a:lvl3pPr>
              <a:defRPr sz="1400">
                <a:solidFill>
                  <a:schemeClr val="tx2"/>
                </a:solidFill>
                <a:latin typeface="Galano Grotesque" pitchFamily="2" charset="77"/>
              </a:defRPr>
            </a:lvl3pPr>
            <a:lvl4pPr>
              <a:defRPr sz="1400">
                <a:solidFill>
                  <a:schemeClr val="tx2"/>
                </a:solidFill>
                <a:latin typeface="Galano Grotesque" pitchFamily="2" charset="77"/>
              </a:defRPr>
            </a:lvl4pPr>
            <a:lvl5pPr>
              <a:defRPr sz="1400">
                <a:solidFill>
                  <a:schemeClr val="tx2"/>
                </a:solidFill>
                <a:latin typeface="Galano Grotesque"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10">
            <a:extLst>
              <a:ext uri="{FF2B5EF4-FFF2-40B4-BE49-F238E27FC236}">
                <a16:creationId xmlns:a16="http://schemas.microsoft.com/office/drawing/2014/main" id="{FD32187F-6D66-9D4D-F522-AE75580C7A10}"/>
              </a:ext>
            </a:extLst>
          </p:cNvPr>
          <p:cNvSpPr>
            <a:spLocks noGrp="1"/>
          </p:cNvSpPr>
          <p:nvPr>
            <p:ph sz="quarter" idx="13"/>
          </p:nvPr>
        </p:nvSpPr>
        <p:spPr>
          <a:xfrm>
            <a:off x="6651832" y="1281713"/>
            <a:ext cx="4929188" cy="2884241"/>
          </a:xfrm>
          <a:prstGeom prst="rect">
            <a:avLst/>
          </a:prstGeom>
        </p:spPr>
        <p:txBody>
          <a:bodyPr lIns="0" rIns="0"/>
          <a:lstStyle>
            <a:lvl1pPr>
              <a:defRPr sz="1400">
                <a:solidFill>
                  <a:schemeClr val="tx2"/>
                </a:solidFill>
                <a:latin typeface="Galano Grotesque" pitchFamily="2" charset="77"/>
              </a:defRPr>
            </a:lvl1pPr>
            <a:lvl2pPr>
              <a:defRPr sz="1400">
                <a:solidFill>
                  <a:schemeClr val="tx2"/>
                </a:solidFill>
                <a:latin typeface="Galano Grotesque" pitchFamily="2" charset="77"/>
              </a:defRPr>
            </a:lvl2pPr>
            <a:lvl3pPr>
              <a:defRPr sz="1400">
                <a:solidFill>
                  <a:schemeClr val="tx2"/>
                </a:solidFill>
                <a:latin typeface="Galano Grotesque" pitchFamily="2" charset="77"/>
              </a:defRPr>
            </a:lvl3pPr>
            <a:lvl4pPr>
              <a:defRPr sz="1400">
                <a:solidFill>
                  <a:schemeClr val="tx2"/>
                </a:solidFill>
                <a:latin typeface="Galano Grotesque" pitchFamily="2" charset="77"/>
              </a:defRPr>
            </a:lvl4pPr>
            <a:lvl5pPr>
              <a:defRPr sz="1400">
                <a:solidFill>
                  <a:schemeClr val="tx2"/>
                </a:solidFill>
                <a:latin typeface="Galano Grotesque"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0">
            <a:extLst>
              <a:ext uri="{FF2B5EF4-FFF2-40B4-BE49-F238E27FC236}">
                <a16:creationId xmlns:a16="http://schemas.microsoft.com/office/drawing/2014/main" id="{038AAFAD-3639-55E2-C65C-5CCD628CCDCD}"/>
              </a:ext>
            </a:extLst>
          </p:cNvPr>
          <p:cNvSpPr>
            <a:spLocks noGrp="1"/>
          </p:cNvSpPr>
          <p:nvPr>
            <p:ph sz="quarter" idx="14" hasCustomPrompt="1"/>
          </p:nvPr>
        </p:nvSpPr>
        <p:spPr>
          <a:xfrm>
            <a:off x="6651832" y="574155"/>
            <a:ext cx="4929188" cy="466815"/>
          </a:xfrm>
          <a:prstGeom prst="rect">
            <a:avLst/>
          </a:prstGeom>
        </p:spPr>
        <p:txBody>
          <a:bodyPr lIns="0" rIns="0"/>
          <a:lstStyle>
            <a:lvl1pPr>
              <a:defRPr sz="2400" b="1">
                <a:solidFill>
                  <a:schemeClr val="tx2"/>
                </a:solidFill>
                <a:latin typeface="Galano Grotesque ExtraBold" panose="00000900000000000000" pitchFamily="50" charset="0"/>
              </a:defRPr>
            </a:lvl1pPr>
            <a:lvl2pPr>
              <a:defRPr sz="1400">
                <a:solidFill>
                  <a:schemeClr val="bg1"/>
                </a:solidFill>
                <a:latin typeface="Galano Grotesque" pitchFamily="2" charset="77"/>
              </a:defRPr>
            </a:lvl2pPr>
            <a:lvl3pPr>
              <a:defRPr sz="1400">
                <a:solidFill>
                  <a:schemeClr val="bg1"/>
                </a:solidFill>
                <a:latin typeface="Galano Grotesque" pitchFamily="2" charset="77"/>
              </a:defRPr>
            </a:lvl3pPr>
            <a:lvl4pPr>
              <a:defRPr sz="1400">
                <a:solidFill>
                  <a:schemeClr val="bg1"/>
                </a:solidFill>
                <a:latin typeface="Galano Grotesque" pitchFamily="2" charset="77"/>
              </a:defRPr>
            </a:lvl4pPr>
            <a:lvl5pPr>
              <a:defRPr sz="1400">
                <a:solidFill>
                  <a:schemeClr val="bg1"/>
                </a:solidFill>
                <a:latin typeface="Galano Grotesque" pitchFamily="2" charset="77"/>
              </a:defRPr>
            </a:lvl5pPr>
          </a:lstStyle>
          <a:p>
            <a:pPr lvl="0"/>
            <a:r>
              <a:rPr lang="en-US"/>
              <a:t>Header.</a:t>
            </a:r>
          </a:p>
        </p:txBody>
      </p:sp>
      <p:pic>
        <p:nvPicPr>
          <p:cNvPr id="5" name="Picture 4">
            <a:extLst>
              <a:ext uri="{FF2B5EF4-FFF2-40B4-BE49-F238E27FC236}">
                <a16:creationId xmlns:a16="http://schemas.microsoft.com/office/drawing/2014/main" id="{AEBA9F1D-8D7A-DC82-01F8-FD90287D9200}"/>
              </a:ext>
            </a:extLst>
          </p:cNvPr>
          <p:cNvPicPr>
            <a:picLocks noChangeAspect="1"/>
          </p:cNvPicPr>
          <p:nvPr userDrawn="1"/>
        </p:nvPicPr>
        <p:blipFill>
          <a:blip r:embed="rId3"/>
          <a:srcRect/>
          <a:stretch/>
        </p:blipFill>
        <p:spPr>
          <a:xfrm>
            <a:off x="495300" y="6316958"/>
            <a:ext cx="1739900" cy="364584"/>
          </a:xfrm>
          <a:prstGeom prst="rect">
            <a:avLst/>
          </a:prstGeom>
        </p:spPr>
      </p:pic>
    </p:spTree>
    <p:extLst>
      <p:ext uri="{BB962C8B-B14F-4D97-AF65-F5344CB8AC3E}">
        <p14:creationId xmlns:p14="http://schemas.microsoft.com/office/powerpoint/2010/main" val="1001512394"/>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2_Custom Layou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6B95F22-DC9C-A444-ABEC-21D5EC88B890}"/>
              </a:ext>
            </a:extLst>
          </p:cNvPr>
          <p:cNvSpPr/>
          <p:nvPr userDrawn="1"/>
        </p:nvSpPr>
        <p:spPr>
          <a:xfrm>
            <a:off x="0" y="0"/>
            <a:ext cx="12204523" cy="3166021"/>
          </a:xfrm>
          <a:prstGeom prst="rect">
            <a:avLst/>
          </a:prstGeom>
          <a:solidFill>
            <a:srgbClr val="FFDB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a:latin typeface="Galano Grotesque" pitchFamily="2" charset="77"/>
            </a:endParaRPr>
          </a:p>
        </p:txBody>
      </p:sp>
      <p:sp>
        <p:nvSpPr>
          <p:cNvPr id="15" name="Content Placeholder 1">
            <a:extLst>
              <a:ext uri="{FF2B5EF4-FFF2-40B4-BE49-F238E27FC236}">
                <a16:creationId xmlns:a16="http://schemas.microsoft.com/office/drawing/2014/main" id="{007738E5-E9A0-FDFC-2FDF-06CD3AAA0265}"/>
              </a:ext>
            </a:extLst>
          </p:cNvPr>
          <p:cNvSpPr>
            <a:spLocks noGrp="1"/>
          </p:cNvSpPr>
          <p:nvPr>
            <p:ph idx="1" hasCustomPrompt="1"/>
          </p:nvPr>
        </p:nvSpPr>
        <p:spPr>
          <a:xfrm>
            <a:off x="6290156" y="423333"/>
            <a:ext cx="5585613" cy="468208"/>
          </a:xfrm>
          <a:prstGeom prst="rect">
            <a:avLst/>
          </a:prstGeom>
        </p:spPr>
        <p:txBody>
          <a:bodyPr lIns="0" rIns="0">
            <a:noAutofit/>
          </a:bodyPr>
          <a:lstStyle>
            <a:lvl1pPr>
              <a:defRPr sz="1800" b="0" baseline="0">
                <a:solidFill>
                  <a:schemeClr val="tx1"/>
                </a:solidFill>
                <a:latin typeface="Galano Grotesque" panose="00000500000000000000" pitchFamily="50" charset="0"/>
              </a:defRPr>
            </a:lvl1pPr>
          </a:lstStyle>
          <a:p>
            <a:r>
              <a:rPr lang="en-US"/>
              <a:t>Title</a:t>
            </a:r>
          </a:p>
        </p:txBody>
      </p:sp>
      <p:sp>
        <p:nvSpPr>
          <p:cNvPr id="19" name="Content Placeholder 6">
            <a:extLst>
              <a:ext uri="{FF2B5EF4-FFF2-40B4-BE49-F238E27FC236}">
                <a16:creationId xmlns:a16="http://schemas.microsoft.com/office/drawing/2014/main" id="{240AF9CA-8525-8FB4-E6FF-112F5613AF78}"/>
              </a:ext>
            </a:extLst>
          </p:cNvPr>
          <p:cNvSpPr>
            <a:spLocks noGrp="1"/>
          </p:cNvSpPr>
          <p:nvPr>
            <p:ph sz="quarter" idx="15" hasCustomPrompt="1"/>
          </p:nvPr>
        </p:nvSpPr>
        <p:spPr>
          <a:xfrm>
            <a:off x="257346" y="423333"/>
            <a:ext cx="5732735" cy="2384867"/>
          </a:xfrm>
          <a:prstGeom prst="rect">
            <a:avLst/>
          </a:prstGeom>
        </p:spPr>
        <p:txBody>
          <a:bodyPr anchor="ctr">
            <a:normAutofit/>
          </a:bodyPr>
          <a:lstStyle>
            <a:lvl1pPr algn="ctr">
              <a:defRPr sz="1400" b="1" baseline="0">
                <a:solidFill>
                  <a:srgbClr val="2F0842"/>
                </a:solidFill>
              </a:defRPr>
            </a:lvl1pPr>
          </a:lstStyle>
          <a:p>
            <a:pPr lvl="0"/>
            <a:r>
              <a:rPr lang="en-US">
                <a:solidFill>
                  <a:schemeClr val="tx1">
                    <a:lumMod val="85000"/>
                    <a:lumOff val="15000"/>
                  </a:schemeClr>
                </a:solidFill>
              </a:rPr>
              <a:t>Insert image here</a:t>
            </a:r>
          </a:p>
        </p:txBody>
      </p:sp>
      <p:sp>
        <p:nvSpPr>
          <p:cNvPr id="21" name="Slide Number Placeholder 5">
            <a:extLst>
              <a:ext uri="{FF2B5EF4-FFF2-40B4-BE49-F238E27FC236}">
                <a16:creationId xmlns:a16="http://schemas.microsoft.com/office/drawing/2014/main" id="{025CB860-F2AA-C808-296A-B62F5475710C}"/>
              </a:ext>
            </a:extLst>
          </p:cNvPr>
          <p:cNvSpPr>
            <a:spLocks noGrp="1"/>
          </p:cNvSpPr>
          <p:nvPr>
            <p:ph type="sldNum" sz="quarter" idx="12"/>
          </p:nvPr>
        </p:nvSpPr>
        <p:spPr>
          <a:xfrm>
            <a:off x="8953500" y="6356352"/>
            <a:ext cx="2743200" cy="365125"/>
          </a:xfrm>
        </p:spPr>
        <p:txBody>
          <a:bodyPr/>
          <a:lstStyle>
            <a:lvl1pPr marL="0" algn="r" defTabSz="914400" rtl="0" eaLnBrk="1" latinLnBrk="0" hangingPunct="1">
              <a:defRPr lang="en-US" sz="1200" b="0" i="0" kern="1200" smtClean="0">
                <a:solidFill>
                  <a:schemeClr val="tx2"/>
                </a:solidFill>
                <a:latin typeface="Galano Grotesque" pitchFamily="2" charset="77"/>
                <a:ea typeface="+mn-ea"/>
                <a:cs typeface="+mn-cs"/>
              </a:defRPr>
            </a:lvl1pPr>
          </a:lstStyle>
          <a:p>
            <a:fld id="{43810C2F-5A3B-334F-B32E-597B62ACB14E}" type="slidenum">
              <a:rPr lang="en-US" smtClean="0"/>
              <a:pPr/>
              <a:t>‹#›</a:t>
            </a:fld>
            <a:endParaRPr lang="en-US"/>
          </a:p>
        </p:txBody>
      </p:sp>
      <p:sp>
        <p:nvSpPr>
          <p:cNvPr id="25" name="Content Placeholder 6">
            <a:extLst>
              <a:ext uri="{FF2B5EF4-FFF2-40B4-BE49-F238E27FC236}">
                <a16:creationId xmlns:a16="http://schemas.microsoft.com/office/drawing/2014/main" id="{D9D20C1D-A887-17C0-533D-B4ACDFA0595C}"/>
              </a:ext>
            </a:extLst>
          </p:cNvPr>
          <p:cNvSpPr>
            <a:spLocks noGrp="1"/>
          </p:cNvSpPr>
          <p:nvPr>
            <p:ph sz="quarter" idx="17" hasCustomPrompt="1"/>
          </p:nvPr>
        </p:nvSpPr>
        <p:spPr>
          <a:xfrm>
            <a:off x="257346" y="3491513"/>
            <a:ext cx="5732735" cy="2384867"/>
          </a:xfrm>
          <a:prstGeom prst="rect">
            <a:avLst/>
          </a:prstGeom>
          <a:noFill/>
        </p:spPr>
        <p:txBody>
          <a:bodyPr anchor="ctr">
            <a:normAutofit/>
          </a:bodyPr>
          <a:lstStyle>
            <a:lvl1pPr algn="ctr">
              <a:defRPr sz="1400" b="1" baseline="0">
                <a:solidFill>
                  <a:schemeClr val="bg1"/>
                </a:solidFill>
              </a:defRPr>
            </a:lvl1pPr>
          </a:lstStyle>
          <a:p>
            <a:pPr lvl="0"/>
            <a:r>
              <a:rPr lang="en-US">
                <a:solidFill>
                  <a:schemeClr val="tx1">
                    <a:lumMod val="85000"/>
                    <a:lumOff val="15000"/>
                  </a:schemeClr>
                </a:solidFill>
              </a:rPr>
              <a:t>Insert image here</a:t>
            </a:r>
          </a:p>
        </p:txBody>
      </p:sp>
      <p:sp>
        <p:nvSpPr>
          <p:cNvPr id="26" name="TextBox 25">
            <a:extLst>
              <a:ext uri="{FF2B5EF4-FFF2-40B4-BE49-F238E27FC236}">
                <a16:creationId xmlns:a16="http://schemas.microsoft.com/office/drawing/2014/main" id="{DAF82695-93C4-3EDE-F59E-07FE439C39D5}"/>
              </a:ext>
            </a:extLst>
          </p:cNvPr>
          <p:cNvSpPr txBox="1"/>
          <p:nvPr userDrawn="1"/>
        </p:nvSpPr>
        <p:spPr>
          <a:xfrm>
            <a:off x="6290156" y="4058780"/>
            <a:ext cx="5585613" cy="954107"/>
          </a:xfrm>
          <a:prstGeom prst="rect">
            <a:avLst/>
          </a:prstGeom>
          <a:noFill/>
        </p:spPr>
        <p:txBody>
          <a:bodyPr wrap="square" lIns="0" rtlCol="0">
            <a:spAutoFit/>
          </a:bodyPr>
          <a:lstStyle/>
          <a:p>
            <a:r>
              <a:rPr lang="en-US" sz="1400">
                <a:solidFill>
                  <a:schemeClr val="bg1"/>
                </a:solidFill>
                <a:latin typeface="Galano Grotesque" pitchFamily="2" charset="77"/>
              </a:rPr>
              <a:t>Insert bulleted list of changes or important call outs.</a:t>
            </a:r>
            <a:br>
              <a:rPr lang="en-US" sz="1400">
                <a:solidFill>
                  <a:schemeClr val="bg1"/>
                </a:solidFill>
                <a:latin typeface="Galano Grotesque" pitchFamily="2" charset="77"/>
              </a:rPr>
            </a:br>
            <a:endParaRPr lang="en-US" sz="1400">
              <a:solidFill>
                <a:schemeClr val="bg1"/>
              </a:solidFill>
              <a:latin typeface="Galano Grotesque" pitchFamily="2" charset="77"/>
            </a:endParaRPr>
          </a:p>
          <a:p>
            <a:pPr marL="285750" indent="-285750">
              <a:buFont typeface="Arial" panose="020B0604020202020204" pitchFamily="34" charset="0"/>
              <a:buChar char="•"/>
            </a:pPr>
            <a:r>
              <a:rPr lang="en-US" sz="1400">
                <a:solidFill>
                  <a:schemeClr val="bg1"/>
                </a:solidFill>
                <a:latin typeface="Galano Grotesque" pitchFamily="2" charset="77"/>
              </a:rPr>
              <a:t>Item 1</a:t>
            </a:r>
          </a:p>
          <a:p>
            <a:pPr marL="285750" indent="-285750">
              <a:buFont typeface="Arial" panose="020B0604020202020204" pitchFamily="34" charset="0"/>
              <a:buChar char="•"/>
            </a:pPr>
            <a:r>
              <a:rPr lang="en-US" sz="1400">
                <a:solidFill>
                  <a:schemeClr val="bg1"/>
                </a:solidFill>
                <a:latin typeface="Galano Grotesque" pitchFamily="2" charset="77"/>
              </a:rPr>
              <a:t>Item 2</a:t>
            </a:r>
          </a:p>
        </p:txBody>
      </p:sp>
      <p:sp>
        <p:nvSpPr>
          <p:cNvPr id="2" name="Content Placeholder 1">
            <a:extLst>
              <a:ext uri="{FF2B5EF4-FFF2-40B4-BE49-F238E27FC236}">
                <a16:creationId xmlns:a16="http://schemas.microsoft.com/office/drawing/2014/main" id="{619CBECC-35CB-9CC0-6DAE-E1BE4B2ADCCF}"/>
              </a:ext>
            </a:extLst>
          </p:cNvPr>
          <p:cNvSpPr>
            <a:spLocks noGrp="1"/>
          </p:cNvSpPr>
          <p:nvPr>
            <p:ph idx="18" hasCustomPrompt="1"/>
          </p:nvPr>
        </p:nvSpPr>
        <p:spPr>
          <a:xfrm>
            <a:off x="6290156" y="1010696"/>
            <a:ext cx="5585613" cy="792517"/>
          </a:xfrm>
          <a:prstGeom prst="rect">
            <a:avLst/>
          </a:prstGeom>
        </p:spPr>
        <p:txBody>
          <a:bodyPr lIns="0" rIns="0">
            <a:noAutofit/>
          </a:bodyPr>
          <a:lstStyle>
            <a:lvl1pPr>
              <a:defRPr sz="1400" b="0" baseline="0">
                <a:solidFill>
                  <a:schemeClr val="tx1"/>
                </a:solidFill>
                <a:latin typeface="Galano Grotesque" pitchFamily="2" charset="77"/>
              </a:defRPr>
            </a:lvl1pPr>
          </a:lstStyle>
          <a:p>
            <a:r>
              <a:rPr lang="en-US"/>
              <a:t>Insert bulleted list of changes or important call outs.</a:t>
            </a:r>
          </a:p>
        </p:txBody>
      </p:sp>
      <p:sp>
        <p:nvSpPr>
          <p:cNvPr id="3" name="Content Placeholder 1">
            <a:extLst>
              <a:ext uri="{FF2B5EF4-FFF2-40B4-BE49-F238E27FC236}">
                <a16:creationId xmlns:a16="http://schemas.microsoft.com/office/drawing/2014/main" id="{C46C1F06-1A8F-DD6E-B8BC-4989C5C96908}"/>
              </a:ext>
            </a:extLst>
          </p:cNvPr>
          <p:cNvSpPr>
            <a:spLocks noGrp="1"/>
          </p:cNvSpPr>
          <p:nvPr>
            <p:ph idx="19" hasCustomPrompt="1"/>
          </p:nvPr>
        </p:nvSpPr>
        <p:spPr>
          <a:xfrm>
            <a:off x="6290156" y="3498129"/>
            <a:ext cx="5585613" cy="468208"/>
          </a:xfrm>
          <a:prstGeom prst="rect">
            <a:avLst/>
          </a:prstGeom>
        </p:spPr>
        <p:txBody>
          <a:bodyPr lIns="0" rIns="0">
            <a:noAutofit/>
          </a:bodyPr>
          <a:lstStyle>
            <a:lvl1pPr>
              <a:defRPr sz="1800" b="0" baseline="0">
                <a:solidFill>
                  <a:schemeClr val="tx1"/>
                </a:solidFill>
                <a:latin typeface="Galano Grotesque" panose="00000500000000000000" pitchFamily="50" charset="0"/>
              </a:defRPr>
            </a:lvl1pPr>
          </a:lstStyle>
          <a:p>
            <a:r>
              <a:rPr lang="en-US"/>
              <a:t>Title</a:t>
            </a:r>
          </a:p>
        </p:txBody>
      </p:sp>
      <p:sp>
        <p:nvSpPr>
          <p:cNvPr id="5" name="Content Placeholder 1">
            <a:extLst>
              <a:ext uri="{FF2B5EF4-FFF2-40B4-BE49-F238E27FC236}">
                <a16:creationId xmlns:a16="http://schemas.microsoft.com/office/drawing/2014/main" id="{C6F84EEB-E949-9B8D-F8E3-614E22B9F519}"/>
              </a:ext>
            </a:extLst>
          </p:cNvPr>
          <p:cNvSpPr>
            <a:spLocks noGrp="1"/>
          </p:cNvSpPr>
          <p:nvPr>
            <p:ph idx="20" hasCustomPrompt="1"/>
          </p:nvPr>
        </p:nvSpPr>
        <p:spPr>
          <a:xfrm>
            <a:off x="6290156" y="4085492"/>
            <a:ext cx="5585613" cy="792517"/>
          </a:xfrm>
          <a:prstGeom prst="rect">
            <a:avLst/>
          </a:prstGeom>
        </p:spPr>
        <p:txBody>
          <a:bodyPr lIns="0" rIns="0">
            <a:noAutofit/>
          </a:bodyPr>
          <a:lstStyle>
            <a:lvl1pPr>
              <a:defRPr sz="1400" b="0" baseline="0">
                <a:solidFill>
                  <a:schemeClr val="tx1"/>
                </a:solidFill>
                <a:latin typeface="Galano Grotesque" pitchFamily="2" charset="77"/>
              </a:defRPr>
            </a:lvl1pPr>
          </a:lstStyle>
          <a:p>
            <a:r>
              <a:rPr lang="en-US"/>
              <a:t>Insert bulleted list of changes or important call outs.</a:t>
            </a:r>
          </a:p>
        </p:txBody>
      </p:sp>
    </p:spTree>
    <p:extLst>
      <p:ext uri="{BB962C8B-B14F-4D97-AF65-F5344CB8AC3E}">
        <p14:creationId xmlns:p14="http://schemas.microsoft.com/office/powerpoint/2010/main" val="3052002842"/>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6_Custom Layout">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id="{5F938773-1B81-34B4-46E8-E93826F02E15}"/>
              </a:ext>
            </a:extLst>
          </p:cNvPr>
          <p:cNvSpPr>
            <a:spLocks noGrp="1"/>
          </p:cNvSpPr>
          <p:nvPr>
            <p:ph type="body" sz="quarter" idx="15" hasCustomPrompt="1"/>
          </p:nvPr>
        </p:nvSpPr>
        <p:spPr>
          <a:xfrm>
            <a:off x="495300" y="1211657"/>
            <a:ext cx="4947441" cy="347017"/>
          </a:xfrm>
          <a:prstGeom prst="rect">
            <a:avLst/>
          </a:prstGeom>
        </p:spPr>
        <p:txBody>
          <a:bodyPr lIns="0"/>
          <a:lstStyle>
            <a:lvl1pPr marL="0" indent="0">
              <a:buNone/>
              <a:defRPr lang="en-US" sz="1800" b="0" i="0" kern="1200" dirty="0">
                <a:solidFill>
                  <a:schemeClr val="tx2"/>
                </a:solidFill>
                <a:latin typeface="Galano Grotesque" panose="00000500000000000000" pitchFamily="50" charset="0"/>
                <a:ea typeface="+mn-ea"/>
                <a:cs typeface="+mn-cs"/>
              </a:defRPr>
            </a:lvl1pPr>
          </a:lstStyle>
          <a:p>
            <a:pPr marL="0" lvl="0" indent="0" algn="l" defTabSz="914377" rtl="0" eaLnBrk="1" latinLnBrk="0" hangingPunct="1">
              <a:lnSpc>
                <a:spcPct val="90000"/>
              </a:lnSpc>
              <a:spcBef>
                <a:spcPts val="1000"/>
              </a:spcBef>
              <a:buFont typeface="Arial" panose="020B0604020202020204" pitchFamily="34" charset="0"/>
              <a:buNone/>
            </a:pPr>
            <a:r>
              <a:rPr lang="en-US"/>
              <a:t>Subhead here.</a:t>
            </a:r>
          </a:p>
        </p:txBody>
      </p:sp>
      <p:sp>
        <p:nvSpPr>
          <p:cNvPr id="5" name="Title 1">
            <a:extLst>
              <a:ext uri="{FF2B5EF4-FFF2-40B4-BE49-F238E27FC236}">
                <a16:creationId xmlns:a16="http://schemas.microsoft.com/office/drawing/2014/main" id="{B9362FED-0931-25FC-3D16-4C12BC2A9A63}"/>
              </a:ext>
            </a:extLst>
          </p:cNvPr>
          <p:cNvSpPr>
            <a:spLocks noGrp="1"/>
          </p:cNvSpPr>
          <p:nvPr>
            <p:ph type="title" hasCustomPrompt="1"/>
          </p:nvPr>
        </p:nvSpPr>
        <p:spPr>
          <a:xfrm>
            <a:off x="495300" y="583770"/>
            <a:ext cx="11237976" cy="457200"/>
          </a:xfrm>
        </p:spPr>
        <p:txBody>
          <a:bodyPr lIns="0"/>
          <a:lstStyle>
            <a:lvl1pPr algn="l" defTabSz="914377" rtl="0" eaLnBrk="1" latinLnBrk="0" hangingPunct="1">
              <a:lnSpc>
                <a:spcPct val="90000"/>
              </a:lnSpc>
              <a:spcBef>
                <a:spcPct val="0"/>
              </a:spcBef>
              <a:buNone/>
              <a:defRPr lang="en-US" sz="2400" b="1" i="0" kern="1200" spc="0" dirty="0">
                <a:solidFill>
                  <a:schemeClr val="tx2"/>
                </a:solidFill>
                <a:latin typeface="Galano Grotesque ExtraBold" panose="00000900000000000000" pitchFamily="50" charset="0"/>
                <a:ea typeface="+mj-ea"/>
                <a:cs typeface="+mj-cs"/>
              </a:defRPr>
            </a:lvl1pPr>
          </a:lstStyle>
          <a:p>
            <a:r>
              <a:rPr lang="en-US"/>
              <a:t>Header goes here, can be up to two lines.</a:t>
            </a:r>
          </a:p>
        </p:txBody>
      </p:sp>
      <p:sp>
        <p:nvSpPr>
          <p:cNvPr id="10" name="Rectangle 9">
            <a:extLst>
              <a:ext uri="{FF2B5EF4-FFF2-40B4-BE49-F238E27FC236}">
                <a16:creationId xmlns:a16="http://schemas.microsoft.com/office/drawing/2014/main" id="{185E5F1B-4A20-76BD-0A7E-30450E86E27B}"/>
              </a:ext>
            </a:extLst>
          </p:cNvPr>
          <p:cNvSpPr/>
          <p:nvPr userDrawn="1"/>
        </p:nvSpPr>
        <p:spPr>
          <a:xfrm>
            <a:off x="-1" y="1650724"/>
            <a:ext cx="4059936" cy="4225093"/>
          </a:xfrm>
          <a:prstGeom prst="rect">
            <a:avLst/>
          </a:prstGeom>
          <a:solidFill>
            <a:srgbClr val="CB39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rgbClr val="300842"/>
              </a:solidFill>
              <a:latin typeface="Galano Grotesque" pitchFamily="2" charset="77"/>
            </a:endParaRPr>
          </a:p>
        </p:txBody>
      </p:sp>
      <p:sp>
        <p:nvSpPr>
          <p:cNvPr id="11" name="Content Placeholder 2">
            <a:extLst>
              <a:ext uri="{FF2B5EF4-FFF2-40B4-BE49-F238E27FC236}">
                <a16:creationId xmlns:a16="http://schemas.microsoft.com/office/drawing/2014/main" id="{DCFA0A4F-3926-CDAA-7996-3F2A01C0F6CD}"/>
              </a:ext>
            </a:extLst>
          </p:cNvPr>
          <p:cNvSpPr>
            <a:spLocks noGrp="1"/>
          </p:cNvSpPr>
          <p:nvPr>
            <p:ph idx="17"/>
          </p:nvPr>
        </p:nvSpPr>
        <p:spPr>
          <a:xfrm>
            <a:off x="495300" y="2185932"/>
            <a:ext cx="3089472" cy="818249"/>
          </a:xfrm>
          <a:prstGeom prst="rect">
            <a:avLst/>
          </a:prstGeom>
        </p:spPr>
        <p:txBody>
          <a:bodyPr lIns="0">
            <a:noAutofit/>
          </a:bodyPr>
          <a:lstStyle>
            <a:lvl1pPr>
              <a:defRPr sz="1400" b="0" i="0" baseline="0">
                <a:solidFill>
                  <a:schemeClr val="bg1"/>
                </a:solidFill>
                <a:latin typeface="Galano Grotesque" pitchFamily="2" charset="77"/>
                <a:cs typeface="Poppins" pitchFamily="2" charset="77"/>
              </a:defRPr>
            </a:lvl1pPr>
            <a:lvl2pPr>
              <a:defRPr sz="2000" b="1" baseline="0">
                <a:latin typeface="Galano Grotesque" pitchFamily="2" charset="77"/>
              </a:defRPr>
            </a:lvl2pPr>
            <a:lvl3pPr>
              <a:defRPr sz="2000" b="1" baseline="0">
                <a:latin typeface="Galano Grotesque" pitchFamily="2" charset="77"/>
              </a:defRPr>
            </a:lvl3pPr>
            <a:lvl4pPr>
              <a:defRPr sz="2000" b="1" baseline="0">
                <a:latin typeface="Galano Grotesque" pitchFamily="2" charset="77"/>
              </a:defRPr>
            </a:lvl4pPr>
            <a:lvl5pPr>
              <a:defRPr sz="2000" b="1" baseline="0">
                <a:latin typeface="Galano Grotesque" pitchFamily="2" charset="77"/>
              </a:defRPr>
            </a:lvl5pPr>
          </a:lstStyle>
          <a:p>
            <a:pPr lvl="0"/>
            <a:r>
              <a:rPr lang="en-US"/>
              <a:t>Click to edit Master text styles</a:t>
            </a:r>
          </a:p>
        </p:txBody>
      </p:sp>
      <p:sp>
        <p:nvSpPr>
          <p:cNvPr id="13" name="Content Placeholder 2">
            <a:extLst>
              <a:ext uri="{FF2B5EF4-FFF2-40B4-BE49-F238E27FC236}">
                <a16:creationId xmlns:a16="http://schemas.microsoft.com/office/drawing/2014/main" id="{55CB46CC-8B5A-58C5-CDCF-1D3D3123F738}"/>
              </a:ext>
            </a:extLst>
          </p:cNvPr>
          <p:cNvSpPr>
            <a:spLocks noGrp="1"/>
          </p:cNvSpPr>
          <p:nvPr>
            <p:ph idx="18" hasCustomPrompt="1"/>
          </p:nvPr>
        </p:nvSpPr>
        <p:spPr>
          <a:xfrm>
            <a:off x="495300" y="1893703"/>
            <a:ext cx="3089472" cy="200179"/>
          </a:xfrm>
          <a:prstGeom prst="rect">
            <a:avLst/>
          </a:prstGeom>
        </p:spPr>
        <p:txBody>
          <a:bodyPr lIns="0">
            <a:noAutofit/>
          </a:bodyPr>
          <a:lstStyle>
            <a:lvl1pPr>
              <a:defRPr sz="1400" b="1" i="0" baseline="0">
                <a:solidFill>
                  <a:schemeClr val="bg1"/>
                </a:solidFill>
                <a:latin typeface="Galano Grotesque" pitchFamily="2" charset="77"/>
                <a:cs typeface="Poppins" pitchFamily="2" charset="77"/>
              </a:defRPr>
            </a:lvl1pPr>
          </a:lstStyle>
          <a:p>
            <a:pPr lvl="0"/>
            <a:r>
              <a:rPr lang="en-US"/>
              <a:t>Title</a:t>
            </a:r>
          </a:p>
        </p:txBody>
      </p:sp>
      <p:sp>
        <p:nvSpPr>
          <p:cNvPr id="14" name="Rectangle 13">
            <a:extLst>
              <a:ext uri="{FF2B5EF4-FFF2-40B4-BE49-F238E27FC236}">
                <a16:creationId xmlns:a16="http://schemas.microsoft.com/office/drawing/2014/main" id="{5EE66FF5-48E5-6DC6-116B-27844DED3A69}"/>
              </a:ext>
            </a:extLst>
          </p:cNvPr>
          <p:cNvSpPr/>
          <p:nvPr userDrawn="1"/>
        </p:nvSpPr>
        <p:spPr>
          <a:xfrm>
            <a:off x="4059934" y="1650724"/>
            <a:ext cx="4069080" cy="4225093"/>
          </a:xfrm>
          <a:prstGeom prst="rect">
            <a:avLst/>
          </a:prstGeom>
          <a:solidFill>
            <a:srgbClr val="5F2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Galano Grotesque" pitchFamily="2" charset="77"/>
            </a:endParaRPr>
          </a:p>
        </p:txBody>
      </p:sp>
      <p:sp>
        <p:nvSpPr>
          <p:cNvPr id="17" name="Rectangle 16">
            <a:extLst>
              <a:ext uri="{FF2B5EF4-FFF2-40B4-BE49-F238E27FC236}">
                <a16:creationId xmlns:a16="http://schemas.microsoft.com/office/drawing/2014/main" id="{73839291-B2D9-588D-C939-AF50046147C7}"/>
              </a:ext>
            </a:extLst>
          </p:cNvPr>
          <p:cNvSpPr/>
          <p:nvPr userDrawn="1"/>
        </p:nvSpPr>
        <p:spPr>
          <a:xfrm>
            <a:off x="8132067" y="1650724"/>
            <a:ext cx="4059936" cy="4225093"/>
          </a:xfrm>
          <a:prstGeom prst="rect">
            <a:avLst/>
          </a:prstGeom>
          <a:solidFill>
            <a:srgbClr val="650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Galano Grotesque" pitchFamily="2" charset="77"/>
            </a:endParaRPr>
          </a:p>
        </p:txBody>
      </p:sp>
      <p:sp>
        <p:nvSpPr>
          <p:cNvPr id="21" name="Content Placeholder 2">
            <a:extLst>
              <a:ext uri="{FF2B5EF4-FFF2-40B4-BE49-F238E27FC236}">
                <a16:creationId xmlns:a16="http://schemas.microsoft.com/office/drawing/2014/main" id="{DEE80D4E-ACA4-CDA2-73F6-98A9CE91A27D}"/>
              </a:ext>
            </a:extLst>
          </p:cNvPr>
          <p:cNvSpPr>
            <a:spLocks noGrp="1"/>
          </p:cNvSpPr>
          <p:nvPr>
            <p:ph idx="19"/>
          </p:nvPr>
        </p:nvSpPr>
        <p:spPr>
          <a:xfrm>
            <a:off x="4549410" y="2185932"/>
            <a:ext cx="3089472" cy="818249"/>
          </a:xfrm>
          <a:prstGeom prst="rect">
            <a:avLst/>
          </a:prstGeom>
        </p:spPr>
        <p:txBody>
          <a:bodyPr lIns="0">
            <a:noAutofit/>
          </a:bodyPr>
          <a:lstStyle>
            <a:lvl1pPr>
              <a:defRPr sz="1400" b="0" i="0" baseline="0">
                <a:solidFill>
                  <a:schemeClr val="bg1"/>
                </a:solidFill>
                <a:latin typeface="Galano Grotesque" pitchFamily="2" charset="77"/>
                <a:cs typeface="Poppins" pitchFamily="2" charset="77"/>
              </a:defRPr>
            </a:lvl1pPr>
            <a:lvl2pPr>
              <a:defRPr sz="2000" b="1" baseline="0">
                <a:latin typeface="Galano Grotesque" pitchFamily="2" charset="77"/>
              </a:defRPr>
            </a:lvl2pPr>
            <a:lvl3pPr>
              <a:defRPr sz="2000" b="1" baseline="0">
                <a:latin typeface="Galano Grotesque" pitchFamily="2" charset="77"/>
              </a:defRPr>
            </a:lvl3pPr>
            <a:lvl4pPr>
              <a:defRPr sz="2000" b="1" baseline="0">
                <a:latin typeface="Galano Grotesque" pitchFamily="2" charset="77"/>
              </a:defRPr>
            </a:lvl4pPr>
            <a:lvl5pPr>
              <a:defRPr sz="2000" b="1" baseline="0">
                <a:latin typeface="Galano Grotesque" pitchFamily="2" charset="77"/>
              </a:defRPr>
            </a:lvl5pPr>
          </a:lstStyle>
          <a:p>
            <a:pPr lvl="0"/>
            <a:r>
              <a:rPr lang="en-US"/>
              <a:t>Click to edit Master text styles</a:t>
            </a:r>
          </a:p>
        </p:txBody>
      </p:sp>
      <p:sp>
        <p:nvSpPr>
          <p:cNvPr id="22" name="Content Placeholder 2">
            <a:extLst>
              <a:ext uri="{FF2B5EF4-FFF2-40B4-BE49-F238E27FC236}">
                <a16:creationId xmlns:a16="http://schemas.microsoft.com/office/drawing/2014/main" id="{C4BE67D3-2889-7C59-6581-57B55435711C}"/>
              </a:ext>
            </a:extLst>
          </p:cNvPr>
          <p:cNvSpPr>
            <a:spLocks noGrp="1"/>
          </p:cNvSpPr>
          <p:nvPr>
            <p:ph idx="20" hasCustomPrompt="1"/>
          </p:nvPr>
        </p:nvSpPr>
        <p:spPr>
          <a:xfrm>
            <a:off x="4549410" y="1893703"/>
            <a:ext cx="3089472" cy="200179"/>
          </a:xfrm>
          <a:prstGeom prst="rect">
            <a:avLst/>
          </a:prstGeom>
        </p:spPr>
        <p:txBody>
          <a:bodyPr lIns="0">
            <a:noAutofit/>
          </a:bodyPr>
          <a:lstStyle>
            <a:lvl1pPr>
              <a:defRPr sz="1400" b="1" i="0" baseline="0">
                <a:solidFill>
                  <a:schemeClr val="bg1"/>
                </a:solidFill>
                <a:latin typeface="Galano Grotesque" pitchFamily="2" charset="77"/>
                <a:cs typeface="Poppins" pitchFamily="2" charset="77"/>
              </a:defRPr>
            </a:lvl1pPr>
          </a:lstStyle>
          <a:p>
            <a:pPr lvl="0"/>
            <a:r>
              <a:rPr lang="en-US"/>
              <a:t>Title</a:t>
            </a:r>
          </a:p>
        </p:txBody>
      </p:sp>
      <p:sp>
        <p:nvSpPr>
          <p:cNvPr id="24" name="Content Placeholder 2">
            <a:extLst>
              <a:ext uri="{FF2B5EF4-FFF2-40B4-BE49-F238E27FC236}">
                <a16:creationId xmlns:a16="http://schemas.microsoft.com/office/drawing/2014/main" id="{BBE7314C-C1E8-0B78-71B7-8A29B516859D}"/>
              </a:ext>
            </a:extLst>
          </p:cNvPr>
          <p:cNvSpPr>
            <a:spLocks noGrp="1"/>
          </p:cNvSpPr>
          <p:nvPr>
            <p:ph idx="21"/>
          </p:nvPr>
        </p:nvSpPr>
        <p:spPr>
          <a:xfrm>
            <a:off x="8619704" y="2185932"/>
            <a:ext cx="3089472" cy="818249"/>
          </a:xfrm>
          <a:prstGeom prst="rect">
            <a:avLst/>
          </a:prstGeom>
        </p:spPr>
        <p:txBody>
          <a:bodyPr lIns="0">
            <a:noAutofit/>
          </a:bodyPr>
          <a:lstStyle>
            <a:lvl1pPr>
              <a:defRPr sz="1400" b="0" i="0" baseline="0">
                <a:solidFill>
                  <a:schemeClr val="bg1"/>
                </a:solidFill>
                <a:latin typeface="Galano Grotesque" pitchFamily="2" charset="77"/>
                <a:cs typeface="Poppins" pitchFamily="2" charset="77"/>
              </a:defRPr>
            </a:lvl1pPr>
            <a:lvl2pPr>
              <a:defRPr sz="2000" b="1" baseline="0">
                <a:latin typeface="Galano Grotesque" pitchFamily="2" charset="77"/>
              </a:defRPr>
            </a:lvl2pPr>
            <a:lvl3pPr>
              <a:defRPr sz="2000" b="1" baseline="0">
                <a:latin typeface="Galano Grotesque" pitchFamily="2" charset="77"/>
              </a:defRPr>
            </a:lvl3pPr>
            <a:lvl4pPr>
              <a:defRPr sz="2000" b="1" baseline="0">
                <a:latin typeface="Galano Grotesque" pitchFamily="2" charset="77"/>
              </a:defRPr>
            </a:lvl4pPr>
            <a:lvl5pPr>
              <a:defRPr sz="2000" b="1" baseline="0">
                <a:latin typeface="Galano Grotesque" pitchFamily="2" charset="77"/>
              </a:defRPr>
            </a:lvl5pPr>
          </a:lstStyle>
          <a:p>
            <a:pPr lvl="0"/>
            <a:r>
              <a:rPr lang="en-US"/>
              <a:t>Click to edit Master text styles</a:t>
            </a:r>
          </a:p>
        </p:txBody>
      </p:sp>
      <p:sp>
        <p:nvSpPr>
          <p:cNvPr id="25" name="Content Placeholder 2">
            <a:extLst>
              <a:ext uri="{FF2B5EF4-FFF2-40B4-BE49-F238E27FC236}">
                <a16:creationId xmlns:a16="http://schemas.microsoft.com/office/drawing/2014/main" id="{223DF159-264C-55E9-E9A2-6EA11F0A187A}"/>
              </a:ext>
            </a:extLst>
          </p:cNvPr>
          <p:cNvSpPr>
            <a:spLocks noGrp="1"/>
          </p:cNvSpPr>
          <p:nvPr>
            <p:ph idx="22" hasCustomPrompt="1"/>
          </p:nvPr>
        </p:nvSpPr>
        <p:spPr>
          <a:xfrm>
            <a:off x="8619704" y="1893703"/>
            <a:ext cx="3089472" cy="200179"/>
          </a:xfrm>
          <a:prstGeom prst="rect">
            <a:avLst/>
          </a:prstGeom>
        </p:spPr>
        <p:txBody>
          <a:bodyPr lIns="0">
            <a:noAutofit/>
          </a:bodyPr>
          <a:lstStyle>
            <a:lvl1pPr>
              <a:defRPr sz="1400" b="1" i="0" baseline="0">
                <a:solidFill>
                  <a:schemeClr val="bg1"/>
                </a:solidFill>
                <a:latin typeface="Galano Grotesque" pitchFamily="2" charset="77"/>
                <a:cs typeface="Poppins" pitchFamily="2" charset="77"/>
              </a:defRPr>
            </a:lvl1pPr>
          </a:lstStyle>
          <a:p>
            <a:pPr lvl="0"/>
            <a:r>
              <a:rPr lang="en-US"/>
              <a:t>Title</a:t>
            </a:r>
          </a:p>
        </p:txBody>
      </p:sp>
      <p:sp>
        <p:nvSpPr>
          <p:cNvPr id="6" name="Slide Number Placeholder 5">
            <a:extLst>
              <a:ext uri="{FF2B5EF4-FFF2-40B4-BE49-F238E27FC236}">
                <a16:creationId xmlns:a16="http://schemas.microsoft.com/office/drawing/2014/main" id="{13308620-F7DD-FA9A-142A-4D52FE0CA5B3}"/>
              </a:ext>
            </a:extLst>
          </p:cNvPr>
          <p:cNvSpPr>
            <a:spLocks noGrp="1"/>
          </p:cNvSpPr>
          <p:nvPr>
            <p:ph type="sldNum" sz="quarter" idx="12"/>
          </p:nvPr>
        </p:nvSpPr>
        <p:spPr>
          <a:xfrm>
            <a:off x="8953500" y="6356352"/>
            <a:ext cx="2743200" cy="365125"/>
          </a:xfrm>
        </p:spPr>
        <p:txBody>
          <a:bodyPr/>
          <a:lstStyle/>
          <a:p>
            <a:fld id="{43810C2F-5A3B-334F-B32E-597B62ACB14E}" type="slidenum">
              <a:rPr lang="en-US" smtClean="0"/>
              <a:t>‹#›</a:t>
            </a:fld>
            <a:endParaRPr lang="en-US"/>
          </a:p>
        </p:txBody>
      </p:sp>
    </p:spTree>
    <p:extLst>
      <p:ext uri="{BB962C8B-B14F-4D97-AF65-F5344CB8AC3E}">
        <p14:creationId xmlns:p14="http://schemas.microsoft.com/office/powerpoint/2010/main" val="713855854"/>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7_Custom Layout">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id="{5F938773-1B81-34B4-46E8-E93826F02E15}"/>
              </a:ext>
            </a:extLst>
          </p:cNvPr>
          <p:cNvSpPr>
            <a:spLocks noGrp="1"/>
          </p:cNvSpPr>
          <p:nvPr>
            <p:ph type="body" sz="quarter" idx="15" hasCustomPrompt="1"/>
          </p:nvPr>
        </p:nvSpPr>
        <p:spPr>
          <a:xfrm>
            <a:off x="495300" y="1211657"/>
            <a:ext cx="4947441" cy="347017"/>
          </a:xfrm>
          <a:prstGeom prst="rect">
            <a:avLst/>
          </a:prstGeom>
        </p:spPr>
        <p:txBody>
          <a:bodyPr lIns="0"/>
          <a:lstStyle>
            <a:lvl1pPr marL="0" indent="0">
              <a:buNone/>
              <a:defRPr lang="en-US" sz="1800" b="0" i="0" kern="1200" dirty="0">
                <a:solidFill>
                  <a:schemeClr val="tx2"/>
                </a:solidFill>
                <a:latin typeface="Galano Grotesque" panose="00000500000000000000" pitchFamily="50" charset="0"/>
                <a:ea typeface="+mn-ea"/>
                <a:cs typeface="+mn-cs"/>
              </a:defRPr>
            </a:lvl1pPr>
          </a:lstStyle>
          <a:p>
            <a:pPr marL="0" lvl="0" indent="0" algn="l" defTabSz="914377" rtl="0" eaLnBrk="1" latinLnBrk="0" hangingPunct="1">
              <a:lnSpc>
                <a:spcPct val="90000"/>
              </a:lnSpc>
              <a:spcBef>
                <a:spcPts val="1000"/>
              </a:spcBef>
              <a:buFont typeface="Arial" panose="020B0604020202020204" pitchFamily="34" charset="0"/>
              <a:buNone/>
            </a:pPr>
            <a:r>
              <a:rPr lang="en-US"/>
              <a:t>Subhead here.</a:t>
            </a:r>
          </a:p>
        </p:txBody>
      </p:sp>
      <p:sp>
        <p:nvSpPr>
          <p:cNvPr id="5" name="Title 1">
            <a:extLst>
              <a:ext uri="{FF2B5EF4-FFF2-40B4-BE49-F238E27FC236}">
                <a16:creationId xmlns:a16="http://schemas.microsoft.com/office/drawing/2014/main" id="{B9362FED-0931-25FC-3D16-4C12BC2A9A63}"/>
              </a:ext>
            </a:extLst>
          </p:cNvPr>
          <p:cNvSpPr>
            <a:spLocks noGrp="1"/>
          </p:cNvSpPr>
          <p:nvPr>
            <p:ph type="title" hasCustomPrompt="1"/>
          </p:nvPr>
        </p:nvSpPr>
        <p:spPr>
          <a:xfrm>
            <a:off x="495300" y="583770"/>
            <a:ext cx="11237976" cy="457200"/>
          </a:xfrm>
        </p:spPr>
        <p:txBody>
          <a:bodyPr lIns="0"/>
          <a:lstStyle>
            <a:lvl1pPr algn="l" defTabSz="914377" rtl="0" eaLnBrk="1" latinLnBrk="0" hangingPunct="1">
              <a:lnSpc>
                <a:spcPct val="90000"/>
              </a:lnSpc>
              <a:spcBef>
                <a:spcPct val="0"/>
              </a:spcBef>
              <a:buNone/>
              <a:defRPr lang="en-US" sz="2400" b="1" i="0" kern="1200" spc="0" dirty="0">
                <a:solidFill>
                  <a:schemeClr val="tx2"/>
                </a:solidFill>
                <a:latin typeface="Galano Grotesque ExtraBold" panose="00000900000000000000" pitchFamily="50" charset="0"/>
                <a:ea typeface="+mj-ea"/>
                <a:cs typeface="+mj-cs"/>
              </a:defRPr>
            </a:lvl1pPr>
          </a:lstStyle>
          <a:p>
            <a:r>
              <a:rPr lang="en-US"/>
              <a:t>Header goes here, can be up to two lines.</a:t>
            </a:r>
          </a:p>
        </p:txBody>
      </p:sp>
      <p:sp>
        <p:nvSpPr>
          <p:cNvPr id="10" name="Rectangle 9">
            <a:extLst>
              <a:ext uri="{FF2B5EF4-FFF2-40B4-BE49-F238E27FC236}">
                <a16:creationId xmlns:a16="http://schemas.microsoft.com/office/drawing/2014/main" id="{185E5F1B-4A20-76BD-0A7E-30450E86E27B}"/>
              </a:ext>
            </a:extLst>
          </p:cNvPr>
          <p:cNvSpPr/>
          <p:nvPr userDrawn="1"/>
        </p:nvSpPr>
        <p:spPr>
          <a:xfrm>
            <a:off x="-888" y="1650724"/>
            <a:ext cx="4069080" cy="422509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Galano Grotesque" pitchFamily="2" charset="77"/>
            </a:endParaRPr>
          </a:p>
        </p:txBody>
      </p:sp>
      <p:sp>
        <p:nvSpPr>
          <p:cNvPr id="11" name="Content Placeholder 2">
            <a:extLst>
              <a:ext uri="{FF2B5EF4-FFF2-40B4-BE49-F238E27FC236}">
                <a16:creationId xmlns:a16="http://schemas.microsoft.com/office/drawing/2014/main" id="{DCFA0A4F-3926-CDAA-7996-3F2A01C0F6CD}"/>
              </a:ext>
            </a:extLst>
          </p:cNvPr>
          <p:cNvSpPr>
            <a:spLocks noGrp="1"/>
          </p:cNvSpPr>
          <p:nvPr>
            <p:ph idx="17"/>
          </p:nvPr>
        </p:nvSpPr>
        <p:spPr>
          <a:xfrm>
            <a:off x="495300" y="2185932"/>
            <a:ext cx="3089472" cy="818249"/>
          </a:xfrm>
          <a:prstGeom prst="rect">
            <a:avLst/>
          </a:prstGeom>
        </p:spPr>
        <p:txBody>
          <a:bodyPr lIns="0">
            <a:noAutofit/>
          </a:bodyPr>
          <a:lstStyle>
            <a:lvl1pPr>
              <a:defRPr sz="1400" b="0" i="0" baseline="0">
                <a:solidFill>
                  <a:schemeClr val="tx2"/>
                </a:solidFill>
                <a:latin typeface="Galano Grotesque" pitchFamily="2" charset="77"/>
                <a:cs typeface="Poppins" pitchFamily="2" charset="77"/>
              </a:defRPr>
            </a:lvl1pPr>
            <a:lvl2pPr>
              <a:defRPr sz="2000" b="1" baseline="0">
                <a:latin typeface="Galano Grotesque" pitchFamily="2" charset="77"/>
              </a:defRPr>
            </a:lvl2pPr>
            <a:lvl3pPr>
              <a:defRPr sz="2000" b="1" baseline="0">
                <a:latin typeface="Galano Grotesque" pitchFamily="2" charset="77"/>
              </a:defRPr>
            </a:lvl3pPr>
            <a:lvl4pPr>
              <a:defRPr sz="2000" b="1" baseline="0">
                <a:latin typeface="Galano Grotesque" pitchFamily="2" charset="77"/>
              </a:defRPr>
            </a:lvl4pPr>
            <a:lvl5pPr>
              <a:defRPr sz="2000" b="1" baseline="0">
                <a:latin typeface="Galano Grotesque" pitchFamily="2" charset="77"/>
              </a:defRPr>
            </a:lvl5pPr>
          </a:lstStyle>
          <a:p>
            <a:pPr lvl="0"/>
            <a:r>
              <a:rPr lang="en-US"/>
              <a:t>Click to edit Master text styles</a:t>
            </a:r>
          </a:p>
        </p:txBody>
      </p:sp>
      <p:sp>
        <p:nvSpPr>
          <p:cNvPr id="13" name="Content Placeholder 2">
            <a:extLst>
              <a:ext uri="{FF2B5EF4-FFF2-40B4-BE49-F238E27FC236}">
                <a16:creationId xmlns:a16="http://schemas.microsoft.com/office/drawing/2014/main" id="{55CB46CC-8B5A-58C5-CDCF-1D3D3123F738}"/>
              </a:ext>
            </a:extLst>
          </p:cNvPr>
          <p:cNvSpPr>
            <a:spLocks noGrp="1"/>
          </p:cNvSpPr>
          <p:nvPr>
            <p:ph idx="18" hasCustomPrompt="1"/>
          </p:nvPr>
        </p:nvSpPr>
        <p:spPr>
          <a:xfrm>
            <a:off x="495300" y="1893703"/>
            <a:ext cx="3089472" cy="200179"/>
          </a:xfrm>
          <a:prstGeom prst="rect">
            <a:avLst/>
          </a:prstGeom>
        </p:spPr>
        <p:txBody>
          <a:bodyPr lIns="0">
            <a:noAutofit/>
          </a:bodyPr>
          <a:lstStyle>
            <a:lvl1pPr>
              <a:defRPr sz="1400" b="1" i="0" baseline="0">
                <a:solidFill>
                  <a:schemeClr val="tx2"/>
                </a:solidFill>
                <a:latin typeface="Galano Grotesque" pitchFamily="2" charset="77"/>
                <a:cs typeface="Poppins" pitchFamily="2" charset="77"/>
              </a:defRPr>
            </a:lvl1pPr>
          </a:lstStyle>
          <a:p>
            <a:pPr lvl="0"/>
            <a:r>
              <a:rPr lang="en-US"/>
              <a:t>Title</a:t>
            </a:r>
          </a:p>
        </p:txBody>
      </p:sp>
      <p:sp>
        <p:nvSpPr>
          <p:cNvPr id="14" name="Rectangle 13">
            <a:extLst>
              <a:ext uri="{FF2B5EF4-FFF2-40B4-BE49-F238E27FC236}">
                <a16:creationId xmlns:a16="http://schemas.microsoft.com/office/drawing/2014/main" id="{5EE66FF5-48E5-6DC6-116B-27844DED3A69}"/>
              </a:ext>
            </a:extLst>
          </p:cNvPr>
          <p:cNvSpPr/>
          <p:nvPr userDrawn="1"/>
        </p:nvSpPr>
        <p:spPr>
          <a:xfrm>
            <a:off x="4059934" y="1650724"/>
            <a:ext cx="4069080" cy="4225093"/>
          </a:xfrm>
          <a:prstGeom prst="rect">
            <a:avLst/>
          </a:prstGeom>
          <a:solidFill>
            <a:srgbClr val="E09D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Galano Grotesque" pitchFamily="2" charset="77"/>
            </a:endParaRPr>
          </a:p>
        </p:txBody>
      </p:sp>
      <p:sp>
        <p:nvSpPr>
          <p:cNvPr id="17" name="Rectangle 16">
            <a:extLst>
              <a:ext uri="{FF2B5EF4-FFF2-40B4-BE49-F238E27FC236}">
                <a16:creationId xmlns:a16="http://schemas.microsoft.com/office/drawing/2014/main" id="{73839291-B2D9-588D-C939-AF50046147C7}"/>
              </a:ext>
            </a:extLst>
          </p:cNvPr>
          <p:cNvSpPr/>
          <p:nvPr userDrawn="1"/>
        </p:nvSpPr>
        <p:spPr>
          <a:xfrm>
            <a:off x="8129900" y="1650724"/>
            <a:ext cx="4069080" cy="4225093"/>
          </a:xfrm>
          <a:prstGeom prst="rect">
            <a:avLst/>
          </a:prstGeom>
          <a:solidFill>
            <a:srgbClr val="FFDB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Galano Grotesque" pitchFamily="2" charset="77"/>
            </a:endParaRPr>
          </a:p>
        </p:txBody>
      </p:sp>
      <p:sp>
        <p:nvSpPr>
          <p:cNvPr id="21" name="Content Placeholder 2">
            <a:extLst>
              <a:ext uri="{FF2B5EF4-FFF2-40B4-BE49-F238E27FC236}">
                <a16:creationId xmlns:a16="http://schemas.microsoft.com/office/drawing/2014/main" id="{DEE80D4E-ACA4-CDA2-73F6-98A9CE91A27D}"/>
              </a:ext>
            </a:extLst>
          </p:cNvPr>
          <p:cNvSpPr>
            <a:spLocks noGrp="1"/>
          </p:cNvSpPr>
          <p:nvPr>
            <p:ph idx="19"/>
          </p:nvPr>
        </p:nvSpPr>
        <p:spPr>
          <a:xfrm>
            <a:off x="4549410" y="2185932"/>
            <a:ext cx="3089472" cy="818249"/>
          </a:xfrm>
          <a:prstGeom prst="rect">
            <a:avLst/>
          </a:prstGeom>
        </p:spPr>
        <p:txBody>
          <a:bodyPr lIns="0">
            <a:noAutofit/>
          </a:bodyPr>
          <a:lstStyle>
            <a:lvl1pPr>
              <a:defRPr sz="1500" b="0" i="0" baseline="0">
                <a:solidFill>
                  <a:schemeClr val="tx2"/>
                </a:solidFill>
                <a:latin typeface="Galano Grotesque" pitchFamily="2" charset="77"/>
                <a:cs typeface="Poppins" pitchFamily="2" charset="77"/>
              </a:defRPr>
            </a:lvl1pPr>
            <a:lvl2pPr>
              <a:defRPr sz="2000" b="1" baseline="0">
                <a:latin typeface="Galano Grotesque" pitchFamily="2" charset="77"/>
              </a:defRPr>
            </a:lvl2pPr>
            <a:lvl3pPr>
              <a:defRPr sz="2000" b="1" baseline="0">
                <a:latin typeface="Galano Grotesque" pitchFamily="2" charset="77"/>
              </a:defRPr>
            </a:lvl3pPr>
            <a:lvl4pPr>
              <a:defRPr sz="2000" b="1" baseline="0">
                <a:latin typeface="Galano Grotesque" pitchFamily="2" charset="77"/>
              </a:defRPr>
            </a:lvl4pPr>
            <a:lvl5pPr>
              <a:defRPr sz="2000" b="1" baseline="0">
                <a:latin typeface="Galano Grotesque" pitchFamily="2" charset="77"/>
              </a:defRPr>
            </a:lvl5pPr>
          </a:lstStyle>
          <a:p>
            <a:pPr lvl="0"/>
            <a:r>
              <a:rPr lang="en-US"/>
              <a:t>Click to edit Master text styles</a:t>
            </a:r>
          </a:p>
        </p:txBody>
      </p:sp>
      <p:sp>
        <p:nvSpPr>
          <p:cNvPr id="22" name="Content Placeholder 2">
            <a:extLst>
              <a:ext uri="{FF2B5EF4-FFF2-40B4-BE49-F238E27FC236}">
                <a16:creationId xmlns:a16="http://schemas.microsoft.com/office/drawing/2014/main" id="{C4BE67D3-2889-7C59-6581-57B55435711C}"/>
              </a:ext>
            </a:extLst>
          </p:cNvPr>
          <p:cNvSpPr>
            <a:spLocks noGrp="1"/>
          </p:cNvSpPr>
          <p:nvPr>
            <p:ph idx="20" hasCustomPrompt="1"/>
          </p:nvPr>
        </p:nvSpPr>
        <p:spPr>
          <a:xfrm>
            <a:off x="4549410" y="1893703"/>
            <a:ext cx="3089472" cy="200179"/>
          </a:xfrm>
          <a:prstGeom prst="rect">
            <a:avLst/>
          </a:prstGeom>
        </p:spPr>
        <p:txBody>
          <a:bodyPr lIns="0">
            <a:noAutofit/>
          </a:bodyPr>
          <a:lstStyle>
            <a:lvl1pPr>
              <a:defRPr sz="1400" b="1" i="0" baseline="0">
                <a:solidFill>
                  <a:schemeClr val="tx2"/>
                </a:solidFill>
                <a:latin typeface="Galano Grotesque" pitchFamily="2" charset="77"/>
                <a:cs typeface="Poppins" pitchFamily="2" charset="77"/>
              </a:defRPr>
            </a:lvl1pPr>
          </a:lstStyle>
          <a:p>
            <a:pPr lvl="0"/>
            <a:r>
              <a:rPr lang="en-US"/>
              <a:t>Title</a:t>
            </a:r>
          </a:p>
        </p:txBody>
      </p:sp>
      <p:sp>
        <p:nvSpPr>
          <p:cNvPr id="24" name="Content Placeholder 2">
            <a:extLst>
              <a:ext uri="{FF2B5EF4-FFF2-40B4-BE49-F238E27FC236}">
                <a16:creationId xmlns:a16="http://schemas.microsoft.com/office/drawing/2014/main" id="{BBE7314C-C1E8-0B78-71B7-8A29B516859D}"/>
              </a:ext>
            </a:extLst>
          </p:cNvPr>
          <p:cNvSpPr>
            <a:spLocks noGrp="1"/>
          </p:cNvSpPr>
          <p:nvPr>
            <p:ph idx="21"/>
          </p:nvPr>
        </p:nvSpPr>
        <p:spPr>
          <a:xfrm>
            <a:off x="8619704" y="2185932"/>
            <a:ext cx="3089472" cy="818249"/>
          </a:xfrm>
          <a:prstGeom prst="rect">
            <a:avLst/>
          </a:prstGeom>
        </p:spPr>
        <p:txBody>
          <a:bodyPr lIns="0">
            <a:noAutofit/>
          </a:bodyPr>
          <a:lstStyle>
            <a:lvl1pPr>
              <a:defRPr sz="1400" b="0" i="0" baseline="0">
                <a:solidFill>
                  <a:schemeClr val="tx2"/>
                </a:solidFill>
                <a:latin typeface="Galano Grotesque" pitchFamily="2" charset="77"/>
                <a:cs typeface="Poppins" pitchFamily="2" charset="77"/>
              </a:defRPr>
            </a:lvl1pPr>
            <a:lvl2pPr>
              <a:defRPr sz="2000" b="1" baseline="0">
                <a:latin typeface="Galano Grotesque" pitchFamily="2" charset="77"/>
              </a:defRPr>
            </a:lvl2pPr>
            <a:lvl3pPr>
              <a:defRPr sz="2000" b="1" baseline="0">
                <a:latin typeface="Galano Grotesque" pitchFamily="2" charset="77"/>
              </a:defRPr>
            </a:lvl3pPr>
            <a:lvl4pPr>
              <a:defRPr sz="2000" b="1" baseline="0">
                <a:latin typeface="Galano Grotesque" pitchFamily="2" charset="77"/>
              </a:defRPr>
            </a:lvl4pPr>
            <a:lvl5pPr>
              <a:defRPr sz="2000" b="1" baseline="0">
                <a:latin typeface="Galano Grotesque" pitchFamily="2" charset="77"/>
              </a:defRPr>
            </a:lvl5pPr>
          </a:lstStyle>
          <a:p>
            <a:pPr lvl="0"/>
            <a:r>
              <a:rPr lang="en-US"/>
              <a:t>Click to edit Master text styles</a:t>
            </a:r>
          </a:p>
        </p:txBody>
      </p:sp>
      <p:sp>
        <p:nvSpPr>
          <p:cNvPr id="25" name="Content Placeholder 2">
            <a:extLst>
              <a:ext uri="{FF2B5EF4-FFF2-40B4-BE49-F238E27FC236}">
                <a16:creationId xmlns:a16="http://schemas.microsoft.com/office/drawing/2014/main" id="{223DF159-264C-55E9-E9A2-6EA11F0A187A}"/>
              </a:ext>
            </a:extLst>
          </p:cNvPr>
          <p:cNvSpPr>
            <a:spLocks noGrp="1"/>
          </p:cNvSpPr>
          <p:nvPr>
            <p:ph idx="22" hasCustomPrompt="1"/>
          </p:nvPr>
        </p:nvSpPr>
        <p:spPr>
          <a:xfrm>
            <a:off x="8619704" y="1893703"/>
            <a:ext cx="3089472" cy="200179"/>
          </a:xfrm>
          <a:prstGeom prst="rect">
            <a:avLst/>
          </a:prstGeom>
        </p:spPr>
        <p:txBody>
          <a:bodyPr lIns="0">
            <a:noAutofit/>
          </a:bodyPr>
          <a:lstStyle>
            <a:lvl1pPr>
              <a:defRPr sz="1400" b="1" i="0" baseline="0">
                <a:solidFill>
                  <a:schemeClr val="tx2"/>
                </a:solidFill>
                <a:latin typeface="Galano Grotesque" pitchFamily="2" charset="77"/>
                <a:cs typeface="Poppins" pitchFamily="2" charset="77"/>
              </a:defRPr>
            </a:lvl1pPr>
          </a:lstStyle>
          <a:p>
            <a:pPr lvl="0"/>
            <a:r>
              <a:rPr lang="en-US"/>
              <a:t>Title</a:t>
            </a:r>
          </a:p>
        </p:txBody>
      </p:sp>
      <p:sp>
        <p:nvSpPr>
          <p:cNvPr id="6" name="Slide Number Placeholder 5">
            <a:extLst>
              <a:ext uri="{FF2B5EF4-FFF2-40B4-BE49-F238E27FC236}">
                <a16:creationId xmlns:a16="http://schemas.microsoft.com/office/drawing/2014/main" id="{B394FD60-7020-E39F-1B93-4BE9699EDBBF}"/>
              </a:ext>
            </a:extLst>
          </p:cNvPr>
          <p:cNvSpPr>
            <a:spLocks noGrp="1"/>
          </p:cNvSpPr>
          <p:nvPr>
            <p:ph type="sldNum" sz="quarter" idx="12"/>
          </p:nvPr>
        </p:nvSpPr>
        <p:spPr>
          <a:xfrm>
            <a:off x="8953500" y="6356352"/>
            <a:ext cx="2743200" cy="365125"/>
          </a:xfrm>
        </p:spPr>
        <p:txBody>
          <a:bodyPr/>
          <a:lstStyle/>
          <a:p>
            <a:fld id="{43810C2F-5A3B-334F-B32E-597B62ACB14E}" type="slidenum">
              <a:rPr lang="en-US" smtClean="0"/>
              <a:t>‹#›</a:t>
            </a:fld>
            <a:endParaRPr lang="en-US"/>
          </a:p>
        </p:txBody>
      </p:sp>
    </p:spTree>
    <p:extLst>
      <p:ext uri="{BB962C8B-B14F-4D97-AF65-F5344CB8AC3E}">
        <p14:creationId xmlns:p14="http://schemas.microsoft.com/office/powerpoint/2010/main" val="2803756615"/>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Header, Subheading, body 1 col">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0F13A179-AB6A-9449-B872-F5E774385FB5}"/>
              </a:ext>
            </a:extLst>
          </p:cNvPr>
          <p:cNvSpPr>
            <a:spLocks noGrp="1"/>
          </p:cNvSpPr>
          <p:nvPr>
            <p:ph type="sldNum" sz="quarter" idx="12"/>
          </p:nvPr>
        </p:nvSpPr>
        <p:spPr/>
        <p:txBody>
          <a:bodyPr/>
          <a:lstStyle/>
          <a:p>
            <a:fld id="{43810C2F-5A3B-334F-B32E-597B62ACB14E}" type="slidenum">
              <a:rPr lang="en-US" smtClean="0"/>
              <a:t>‹#›</a:t>
            </a:fld>
            <a:endParaRPr lang="en-US"/>
          </a:p>
        </p:txBody>
      </p:sp>
      <p:sp>
        <p:nvSpPr>
          <p:cNvPr id="7" name="Content Placeholder 6">
            <a:extLst>
              <a:ext uri="{FF2B5EF4-FFF2-40B4-BE49-F238E27FC236}">
                <a16:creationId xmlns:a16="http://schemas.microsoft.com/office/drawing/2014/main" id="{72A48076-DC05-416D-A57B-28233B9DA03F}"/>
              </a:ext>
            </a:extLst>
          </p:cNvPr>
          <p:cNvSpPr>
            <a:spLocks noGrp="1"/>
          </p:cNvSpPr>
          <p:nvPr>
            <p:ph sz="quarter" idx="16"/>
          </p:nvPr>
        </p:nvSpPr>
        <p:spPr>
          <a:xfrm>
            <a:off x="510798" y="2185261"/>
            <a:ext cx="11185902" cy="2107770"/>
          </a:xfrm>
          <a:prstGeom prst="rect">
            <a:avLst/>
          </a:prstGeom>
        </p:spPr>
        <p:txBody>
          <a:bodyPr lIns="0"/>
          <a:lstStyle>
            <a:lvl1pPr>
              <a:defRPr sz="1400" b="0" i="0">
                <a:solidFill>
                  <a:schemeClr val="tx2"/>
                </a:solidFill>
                <a:latin typeface="Galano Grotesque" pitchFamily="2" charset="77"/>
                <a:cs typeface="Poppins" pitchFamily="2" charset="77"/>
              </a:defRPr>
            </a:lvl1pPr>
            <a:lvl2pPr>
              <a:defRPr sz="1400" b="0" i="0">
                <a:solidFill>
                  <a:schemeClr val="tx2"/>
                </a:solidFill>
                <a:latin typeface="Galano Grotesque" pitchFamily="2" charset="77"/>
                <a:cs typeface="Poppins" pitchFamily="2" charset="77"/>
              </a:defRPr>
            </a:lvl2pPr>
            <a:lvl3pPr>
              <a:defRPr sz="1400" b="0" i="0">
                <a:solidFill>
                  <a:schemeClr val="tx2"/>
                </a:solidFill>
                <a:latin typeface="Galano Grotesque" pitchFamily="2" charset="77"/>
                <a:cs typeface="Poppins" pitchFamily="2" charset="77"/>
              </a:defRPr>
            </a:lvl3pPr>
            <a:lvl4pPr>
              <a:defRPr sz="1400" b="0" i="0">
                <a:solidFill>
                  <a:schemeClr val="tx2"/>
                </a:solidFill>
                <a:latin typeface="Galano Grotesque" pitchFamily="2" charset="77"/>
                <a:cs typeface="Poppins" pitchFamily="2" charset="77"/>
              </a:defRPr>
            </a:lvl4pPr>
            <a:lvl5pPr>
              <a:defRPr sz="1400" b="0" i="0">
                <a:solidFill>
                  <a:schemeClr val="tx2"/>
                </a:solidFill>
                <a:latin typeface="Galano Grotesque" pitchFamily="2" charset="77"/>
                <a:cs typeface="Poppins"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4">
            <a:extLst>
              <a:ext uri="{FF2B5EF4-FFF2-40B4-BE49-F238E27FC236}">
                <a16:creationId xmlns:a16="http://schemas.microsoft.com/office/drawing/2014/main" id="{1E8F3118-115D-A44E-B4F7-684676F039BF}"/>
              </a:ext>
            </a:extLst>
          </p:cNvPr>
          <p:cNvSpPr>
            <a:spLocks noGrp="1"/>
          </p:cNvSpPr>
          <p:nvPr>
            <p:ph type="title" hasCustomPrompt="1"/>
          </p:nvPr>
        </p:nvSpPr>
        <p:spPr>
          <a:xfrm>
            <a:off x="510798" y="583770"/>
            <a:ext cx="11236280" cy="457200"/>
          </a:xfrm>
        </p:spPr>
        <p:txBody>
          <a:bodyPr lIns="0"/>
          <a:lstStyle>
            <a:lvl1pPr algn="l" defTabSz="914377" rtl="0" eaLnBrk="1" latinLnBrk="0" hangingPunct="1">
              <a:lnSpc>
                <a:spcPct val="90000"/>
              </a:lnSpc>
              <a:spcBef>
                <a:spcPct val="0"/>
              </a:spcBef>
              <a:buNone/>
              <a:defRPr lang="en-US" sz="2400" b="1" i="0" kern="1200" spc="0" dirty="0">
                <a:solidFill>
                  <a:schemeClr val="tx2"/>
                </a:solidFill>
                <a:latin typeface="Galano Grotesque ExtraBold" panose="00000900000000000000" pitchFamily="50" charset="0"/>
                <a:ea typeface="+mj-ea"/>
                <a:cs typeface="+mj-cs"/>
              </a:defRPr>
            </a:lvl1pPr>
          </a:lstStyle>
          <a:p>
            <a:r>
              <a:rPr lang="en-US"/>
              <a:t>Header goes here, can be up to two lines.</a:t>
            </a:r>
          </a:p>
        </p:txBody>
      </p:sp>
      <p:sp>
        <p:nvSpPr>
          <p:cNvPr id="9" name="Text Placeholder 6">
            <a:extLst>
              <a:ext uri="{FF2B5EF4-FFF2-40B4-BE49-F238E27FC236}">
                <a16:creationId xmlns:a16="http://schemas.microsoft.com/office/drawing/2014/main" id="{ACBDEBB4-2DC0-9E4B-A71B-1FCBD2C4E45C}"/>
              </a:ext>
            </a:extLst>
          </p:cNvPr>
          <p:cNvSpPr>
            <a:spLocks noGrp="1"/>
          </p:cNvSpPr>
          <p:nvPr>
            <p:ph type="body" sz="quarter" idx="15" hasCustomPrompt="1"/>
          </p:nvPr>
        </p:nvSpPr>
        <p:spPr>
          <a:xfrm>
            <a:off x="510799" y="1211657"/>
            <a:ext cx="4203700" cy="690562"/>
          </a:xfrm>
          <a:prstGeom prst="rect">
            <a:avLst/>
          </a:prstGeom>
        </p:spPr>
        <p:txBody>
          <a:bodyPr lIns="0"/>
          <a:lstStyle>
            <a:lvl1pPr marL="0" indent="0">
              <a:buNone/>
              <a:defRPr lang="en-US" sz="1800" b="0" i="0" kern="1200" dirty="0">
                <a:solidFill>
                  <a:schemeClr val="tx2"/>
                </a:solidFill>
                <a:latin typeface="Galano Grotesque" panose="00000500000000000000" pitchFamily="50" charset="0"/>
                <a:ea typeface="+mn-ea"/>
                <a:cs typeface="+mn-cs"/>
              </a:defRPr>
            </a:lvl1pPr>
          </a:lstStyle>
          <a:p>
            <a:pPr marL="0" lvl="0" indent="0" algn="l" defTabSz="914377" rtl="0" eaLnBrk="1" latinLnBrk="0" hangingPunct="1">
              <a:lnSpc>
                <a:spcPct val="90000"/>
              </a:lnSpc>
              <a:spcBef>
                <a:spcPts val="1000"/>
              </a:spcBef>
              <a:buFont typeface="Arial" panose="020B0604020202020204" pitchFamily="34" charset="0"/>
              <a:buNone/>
            </a:pPr>
            <a:r>
              <a:rPr lang="en-US"/>
              <a:t>Subhead here.</a:t>
            </a:r>
          </a:p>
        </p:txBody>
      </p:sp>
    </p:spTree>
    <p:extLst>
      <p:ext uri="{BB962C8B-B14F-4D97-AF65-F5344CB8AC3E}">
        <p14:creationId xmlns:p14="http://schemas.microsoft.com/office/powerpoint/2010/main" val="129749225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Header, body 1 col">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0F13A179-AB6A-9449-B872-F5E774385FB5}"/>
              </a:ext>
            </a:extLst>
          </p:cNvPr>
          <p:cNvSpPr>
            <a:spLocks noGrp="1"/>
          </p:cNvSpPr>
          <p:nvPr>
            <p:ph type="sldNum" sz="quarter" idx="12"/>
          </p:nvPr>
        </p:nvSpPr>
        <p:spPr/>
        <p:txBody>
          <a:bodyPr/>
          <a:lstStyle/>
          <a:p>
            <a:fld id="{43810C2F-5A3B-334F-B32E-597B62ACB14E}" type="slidenum">
              <a:rPr lang="en-US" smtClean="0"/>
              <a:t>‹#›</a:t>
            </a:fld>
            <a:endParaRPr lang="en-US"/>
          </a:p>
        </p:txBody>
      </p:sp>
      <p:sp>
        <p:nvSpPr>
          <p:cNvPr id="7" name="Content Placeholder 6">
            <a:extLst>
              <a:ext uri="{FF2B5EF4-FFF2-40B4-BE49-F238E27FC236}">
                <a16:creationId xmlns:a16="http://schemas.microsoft.com/office/drawing/2014/main" id="{5807256F-2DF0-4A3E-AFDC-AF1A97062FD0}"/>
              </a:ext>
            </a:extLst>
          </p:cNvPr>
          <p:cNvSpPr>
            <a:spLocks noGrp="1"/>
          </p:cNvSpPr>
          <p:nvPr>
            <p:ph sz="quarter" idx="16"/>
          </p:nvPr>
        </p:nvSpPr>
        <p:spPr>
          <a:xfrm>
            <a:off x="510798" y="2247254"/>
            <a:ext cx="11185902" cy="3644064"/>
          </a:xfrm>
          <a:prstGeom prst="rect">
            <a:avLst/>
          </a:prstGeom>
        </p:spPr>
        <p:txBody>
          <a:bodyPr lIns="0"/>
          <a:lstStyle>
            <a:lvl1pPr>
              <a:defRPr sz="1400" b="0" i="0">
                <a:solidFill>
                  <a:srgbClr val="650360"/>
                </a:solidFill>
                <a:latin typeface="Galano Grotesque" pitchFamily="2" charset="77"/>
                <a:cs typeface="Poppins" pitchFamily="2" charset="77"/>
              </a:defRPr>
            </a:lvl1pPr>
            <a:lvl2pPr>
              <a:defRPr sz="1400" b="0" i="0">
                <a:solidFill>
                  <a:srgbClr val="650360"/>
                </a:solidFill>
                <a:latin typeface="Galano Grotesque" pitchFamily="2" charset="77"/>
                <a:cs typeface="Poppins" pitchFamily="2" charset="77"/>
              </a:defRPr>
            </a:lvl2pPr>
            <a:lvl3pPr>
              <a:defRPr sz="1400" b="0" i="0">
                <a:solidFill>
                  <a:srgbClr val="650360"/>
                </a:solidFill>
                <a:latin typeface="Galano Grotesque" pitchFamily="2" charset="77"/>
                <a:cs typeface="Poppins" pitchFamily="2" charset="77"/>
              </a:defRPr>
            </a:lvl3pPr>
            <a:lvl4pPr>
              <a:defRPr sz="1400" b="0" i="0">
                <a:solidFill>
                  <a:srgbClr val="650360"/>
                </a:solidFill>
                <a:latin typeface="Galano Grotesque" pitchFamily="2" charset="77"/>
                <a:cs typeface="Poppins" pitchFamily="2" charset="77"/>
              </a:defRPr>
            </a:lvl4pPr>
            <a:lvl5pPr>
              <a:defRPr sz="1400" b="0" i="0">
                <a:solidFill>
                  <a:srgbClr val="650360"/>
                </a:solidFill>
                <a:latin typeface="Galano Grotesque" pitchFamily="2" charset="77"/>
                <a:cs typeface="Poppins"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4">
            <a:extLst>
              <a:ext uri="{FF2B5EF4-FFF2-40B4-BE49-F238E27FC236}">
                <a16:creationId xmlns:a16="http://schemas.microsoft.com/office/drawing/2014/main" id="{2B774E0E-415E-A44B-9279-B8180C012119}"/>
              </a:ext>
            </a:extLst>
          </p:cNvPr>
          <p:cNvSpPr>
            <a:spLocks noGrp="1"/>
          </p:cNvSpPr>
          <p:nvPr>
            <p:ph type="title" hasCustomPrompt="1"/>
          </p:nvPr>
        </p:nvSpPr>
        <p:spPr>
          <a:xfrm>
            <a:off x="510798" y="583770"/>
            <a:ext cx="11185902" cy="457200"/>
          </a:xfrm>
        </p:spPr>
        <p:txBody>
          <a:bodyPr lIns="0"/>
          <a:lstStyle>
            <a:lvl1pPr>
              <a:defRPr b="1" i="0" spc="0">
                <a:solidFill>
                  <a:srgbClr val="650360"/>
                </a:solidFill>
                <a:latin typeface="Galano Grotesque ExtraBold" panose="00000900000000000000" pitchFamily="50" charset="0"/>
              </a:defRPr>
            </a:lvl1pPr>
          </a:lstStyle>
          <a:p>
            <a:r>
              <a:rPr lang="en-US"/>
              <a:t>Header goes here, can be up to two lines.</a:t>
            </a:r>
          </a:p>
        </p:txBody>
      </p:sp>
      <p:sp>
        <p:nvSpPr>
          <p:cNvPr id="9" name="Text Placeholder 6">
            <a:extLst>
              <a:ext uri="{FF2B5EF4-FFF2-40B4-BE49-F238E27FC236}">
                <a16:creationId xmlns:a16="http://schemas.microsoft.com/office/drawing/2014/main" id="{777FCABF-74F6-494A-9B96-C0C2E781D821}"/>
              </a:ext>
            </a:extLst>
          </p:cNvPr>
          <p:cNvSpPr>
            <a:spLocks noGrp="1"/>
          </p:cNvSpPr>
          <p:nvPr>
            <p:ph type="body" sz="quarter" idx="15" hasCustomPrompt="1"/>
          </p:nvPr>
        </p:nvSpPr>
        <p:spPr>
          <a:xfrm>
            <a:off x="510799" y="1211657"/>
            <a:ext cx="4203700" cy="690562"/>
          </a:xfrm>
          <a:prstGeom prst="rect">
            <a:avLst/>
          </a:prstGeom>
        </p:spPr>
        <p:txBody>
          <a:bodyPr lIns="0"/>
          <a:lstStyle>
            <a:lvl1pPr marL="0" indent="0">
              <a:buNone/>
              <a:defRPr lang="en-US" sz="1800" b="0" i="0" kern="1200" dirty="0">
                <a:solidFill>
                  <a:srgbClr val="650360"/>
                </a:solidFill>
                <a:latin typeface="Galano Grotesque" panose="00000500000000000000" pitchFamily="50" charset="0"/>
                <a:ea typeface="+mn-ea"/>
                <a:cs typeface="+mn-cs"/>
              </a:defRPr>
            </a:lvl1pPr>
          </a:lstStyle>
          <a:p>
            <a:pPr marL="0" lvl="0" indent="0" algn="l" defTabSz="914377" rtl="0" eaLnBrk="1" latinLnBrk="0" hangingPunct="1">
              <a:lnSpc>
                <a:spcPct val="90000"/>
              </a:lnSpc>
              <a:spcBef>
                <a:spcPts val="1000"/>
              </a:spcBef>
              <a:buFont typeface="Arial" panose="020B0604020202020204" pitchFamily="34" charset="0"/>
              <a:buNone/>
            </a:pPr>
            <a:r>
              <a:rPr lang="en-US"/>
              <a:t>Subhead here.</a:t>
            </a:r>
          </a:p>
        </p:txBody>
      </p:sp>
    </p:spTree>
    <p:extLst>
      <p:ext uri="{BB962C8B-B14F-4D97-AF65-F5344CB8AC3E}">
        <p14:creationId xmlns:p14="http://schemas.microsoft.com/office/powerpoint/2010/main" val="183385384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er, Subheading, body 2 co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28844-31B5-EC49-8DF9-BA27EE0BB257}"/>
              </a:ext>
            </a:extLst>
          </p:cNvPr>
          <p:cNvSpPr>
            <a:spLocks noGrp="1"/>
          </p:cNvSpPr>
          <p:nvPr>
            <p:ph type="title" hasCustomPrompt="1"/>
          </p:nvPr>
        </p:nvSpPr>
        <p:spPr>
          <a:xfrm>
            <a:off x="499158" y="304801"/>
            <a:ext cx="10515600" cy="457200"/>
          </a:xfrm>
        </p:spPr>
        <p:txBody>
          <a:bodyPr lIns="0"/>
          <a:lstStyle>
            <a:lvl1pPr>
              <a:defRPr b="1">
                <a:solidFill>
                  <a:srgbClr val="650360"/>
                </a:solidFill>
                <a:latin typeface="Galano Grotesque ExtraBold" panose="00000900000000000000" pitchFamily="50" charset="0"/>
              </a:defRPr>
            </a:lvl1pPr>
          </a:lstStyle>
          <a:p>
            <a:r>
              <a:rPr lang="en-US"/>
              <a:t>Header goes here.</a:t>
            </a:r>
          </a:p>
        </p:txBody>
      </p:sp>
      <p:sp>
        <p:nvSpPr>
          <p:cNvPr id="9" name="Slide Number Placeholder 8">
            <a:extLst>
              <a:ext uri="{FF2B5EF4-FFF2-40B4-BE49-F238E27FC236}">
                <a16:creationId xmlns:a16="http://schemas.microsoft.com/office/drawing/2014/main" id="{6F657573-2FC7-BE42-8D31-971ACDB64964}"/>
              </a:ext>
            </a:extLst>
          </p:cNvPr>
          <p:cNvSpPr>
            <a:spLocks noGrp="1"/>
          </p:cNvSpPr>
          <p:nvPr>
            <p:ph type="sldNum" sz="quarter" idx="12"/>
          </p:nvPr>
        </p:nvSpPr>
        <p:spPr/>
        <p:txBody>
          <a:bodyPr/>
          <a:lstStyle/>
          <a:p>
            <a:fld id="{43810C2F-5A3B-334F-B32E-597B62ACB14E}" type="slidenum">
              <a:rPr lang="en-US" smtClean="0"/>
              <a:t>‹#›</a:t>
            </a:fld>
            <a:endParaRPr lang="en-US"/>
          </a:p>
        </p:txBody>
      </p:sp>
      <p:sp>
        <p:nvSpPr>
          <p:cNvPr id="10" name="Content Placeholder 3">
            <a:extLst>
              <a:ext uri="{FF2B5EF4-FFF2-40B4-BE49-F238E27FC236}">
                <a16:creationId xmlns:a16="http://schemas.microsoft.com/office/drawing/2014/main" id="{324BD615-0D3D-4613-A3FB-89E18979AD1A}"/>
              </a:ext>
            </a:extLst>
          </p:cNvPr>
          <p:cNvSpPr>
            <a:spLocks noGrp="1"/>
          </p:cNvSpPr>
          <p:nvPr>
            <p:ph sz="quarter" idx="15" hasCustomPrompt="1"/>
          </p:nvPr>
        </p:nvSpPr>
        <p:spPr>
          <a:xfrm>
            <a:off x="499158" y="928690"/>
            <a:ext cx="5157787" cy="539115"/>
          </a:xfrm>
          <a:prstGeom prst="rect">
            <a:avLst/>
          </a:prstGeom>
        </p:spPr>
        <p:txBody>
          <a:bodyPr lIns="0"/>
          <a:lstStyle>
            <a:lvl1pPr>
              <a:defRPr lang="en-US" sz="1800" b="0" i="0" kern="1200" dirty="0">
                <a:solidFill>
                  <a:srgbClr val="650360"/>
                </a:solidFill>
                <a:latin typeface="Galano Grotesque" panose="00000500000000000000" pitchFamily="50" charset="0"/>
                <a:ea typeface="+mn-ea"/>
                <a:cs typeface="+mn-cs"/>
              </a:defRPr>
            </a:lvl1pPr>
            <a:lvl2pPr>
              <a:defRPr sz="1800" b="1"/>
            </a:lvl2pPr>
            <a:lvl3pPr>
              <a:defRPr sz="1800" b="1"/>
            </a:lvl3pPr>
            <a:lvl4pPr>
              <a:defRPr sz="1800" b="1"/>
            </a:lvl4pPr>
            <a:lvl5pPr>
              <a:defRPr sz="1800" b="1"/>
            </a:lvl5pPr>
          </a:lstStyle>
          <a:p>
            <a:pPr marL="0" lvl="0" indent="0" algn="l" defTabSz="914377" rtl="0" eaLnBrk="1" latinLnBrk="0" hangingPunct="1">
              <a:lnSpc>
                <a:spcPct val="90000"/>
              </a:lnSpc>
              <a:spcBef>
                <a:spcPts val="1000"/>
              </a:spcBef>
              <a:buFont typeface="Arial" panose="020B0604020202020204" pitchFamily="34" charset="0"/>
              <a:buNone/>
            </a:pPr>
            <a:r>
              <a:rPr lang="en-US"/>
              <a:t>Subhead here.</a:t>
            </a:r>
          </a:p>
        </p:txBody>
      </p:sp>
      <p:sp>
        <p:nvSpPr>
          <p:cNvPr id="11" name="Content Placeholder 6">
            <a:extLst>
              <a:ext uri="{FF2B5EF4-FFF2-40B4-BE49-F238E27FC236}">
                <a16:creationId xmlns:a16="http://schemas.microsoft.com/office/drawing/2014/main" id="{E2A1C334-C030-4F7D-9609-8438B84BAAE5}"/>
              </a:ext>
            </a:extLst>
          </p:cNvPr>
          <p:cNvSpPr>
            <a:spLocks noGrp="1"/>
          </p:cNvSpPr>
          <p:nvPr>
            <p:ph sz="quarter" idx="16"/>
          </p:nvPr>
        </p:nvSpPr>
        <p:spPr>
          <a:xfrm>
            <a:off x="499158" y="1611670"/>
            <a:ext cx="5157787" cy="4437995"/>
          </a:xfrm>
          <a:prstGeom prst="rect">
            <a:avLst/>
          </a:prstGeom>
        </p:spPr>
        <p:txBody>
          <a:bodyPr lIns="0"/>
          <a:lstStyle>
            <a:lvl1pPr>
              <a:defRPr sz="1400" b="0" i="0">
                <a:solidFill>
                  <a:srgbClr val="650360"/>
                </a:solidFill>
                <a:latin typeface="Galano Grotesque" pitchFamily="2" charset="77"/>
                <a:cs typeface="Poppins" pitchFamily="2" charset="77"/>
              </a:defRPr>
            </a:lvl1pPr>
            <a:lvl2pPr>
              <a:defRPr sz="1400" b="0" i="0">
                <a:solidFill>
                  <a:srgbClr val="650360"/>
                </a:solidFill>
                <a:latin typeface="Galano Grotesque" pitchFamily="2" charset="77"/>
                <a:cs typeface="Poppins" pitchFamily="2" charset="77"/>
              </a:defRPr>
            </a:lvl2pPr>
            <a:lvl3pPr>
              <a:defRPr sz="1400" b="0" i="0">
                <a:solidFill>
                  <a:srgbClr val="650360"/>
                </a:solidFill>
                <a:latin typeface="Galano Grotesque" pitchFamily="2" charset="77"/>
                <a:cs typeface="Poppins" pitchFamily="2" charset="77"/>
              </a:defRPr>
            </a:lvl3pPr>
            <a:lvl4pPr>
              <a:defRPr sz="1400" b="0" i="0">
                <a:solidFill>
                  <a:srgbClr val="650360"/>
                </a:solidFill>
                <a:latin typeface="Galano Grotesque" pitchFamily="2" charset="77"/>
                <a:cs typeface="Poppins" pitchFamily="2" charset="77"/>
              </a:defRPr>
            </a:lvl4pPr>
            <a:lvl5pPr>
              <a:defRPr sz="1400" b="0" i="0">
                <a:solidFill>
                  <a:srgbClr val="650360"/>
                </a:solidFill>
                <a:latin typeface="Galano Grotesque" pitchFamily="2" charset="77"/>
                <a:cs typeface="Poppins"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420D5932-4498-78A3-4E4A-826E31E8070E}"/>
              </a:ext>
            </a:extLst>
          </p:cNvPr>
          <p:cNvSpPr>
            <a:spLocks noGrp="1"/>
          </p:cNvSpPr>
          <p:nvPr>
            <p:ph sz="quarter" idx="17" hasCustomPrompt="1"/>
          </p:nvPr>
        </p:nvSpPr>
        <p:spPr>
          <a:xfrm>
            <a:off x="6393180" y="936445"/>
            <a:ext cx="5303520" cy="539115"/>
          </a:xfrm>
          <a:prstGeom prst="rect">
            <a:avLst/>
          </a:prstGeom>
        </p:spPr>
        <p:txBody>
          <a:bodyPr lIns="0"/>
          <a:lstStyle>
            <a:lvl1pPr>
              <a:defRPr lang="en-US" sz="1800" b="0" i="0" kern="1200" dirty="0">
                <a:solidFill>
                  <a:srgbClr val="650360"/>
                </a:solidFill>
                <a:latin typeface="Galano Grotesque" panose="00000500000000000000" pitchFamily="50" charset="0"/>
                <a:ea typeface="+mn-ea"/>
                <a:cs typeface="+mn-cs"/>
              </a:defRPr>
            </a:lvl1pPr>
            <a:lvl2pPr>
              <a:defRPr sz="1800" b="1"/>
            </a:lvl2pPr>
            <a:lvl3pPr>
              <a:defRPr sz="1800" b="1"/>
            </a:lvl3pPr>
            <a:lvl4pPr>
              <a:defRPr sz="1800" b="1"/>
            </a:lvl4pPr>
            <a:lvl5pPr>
              <a:defRPr sz="1800" b="1"/>
            </a:lvl5pPr>
          </a:lstStyle>
          <a:p>
            <a:pPr marL="0" lvl="0" indent="0" algn="l" defTabSz="914377" rtl="0" eaLnBrk="1" latinLnBrk="0" hangingPunct="1">
              <a:lnSpc>
                <a:spcPct val="90000"/>
              </a:lnSpc>
              <a:spcBef>
                <a:spcPts val="1000"/>
              </a:spcBef>
              <a:buFont typeface="Arial" panose="020B0604020202020204" pitchFamily="34" charset="0"/>
              <a:buNone/>
            </a:pPr>
            <a:r>
              <a:rPr lang="en-US"/>
              <a:t>Subhead here.</a:t>
            </a:r>
          </a:p>
        </p:txBody>
      </p:sp>
      <p:sp>
        <p:nvSpPr>
          <p:cNvPr id="4" name="Content Placeholder 6">
            <a:extLst>
              <a:ext uri="{FF2B5EF4-FFF2-40B4-BE49-F238E27FC236}">
                <a16:creationId xmlns:a16="http://schemas.microsoft.com/office/drawing/2014/main" id="{6E18D484-AA08-5855-ED87-26636982C651}"/>
              </a:ext>
            </a:extLst>
          </p:cNvPr>
          <p:cNvSpPr>
            <a:spLocks noGrp="1"/>
          </p:cNvSpPr>
          <p:nvPr>
            <p:ph sz="quarter" idx="18"/>
          </p:nvPr>
        </p:nvSpPr>
        <p:spPr>
          <a:xfrm>
            <a:off x="6393180" y="1626741"/>
            <a:ext cx="5303520" cy="4437995"/>
          </a:xfrm>
          <a:prstGeom prst="rect">
            <a:avLst/>
          </a:prstGeom>
        </p:spPr>
        <p:txBody>
          <a:bodyPr lIns="0"/>
          <a:lstStyle>
            <a:lvl1pPr>
              <a:defRPr sz="1400" b="0" i="0">
                <a:solidFill>
                  <a:srgbClr val="650360"/>
                </a:solidFill>
                <a:latin typeface="Galano Grotesque" pitchFamily="2" charset="77"/>
                <a:cs typeface="Poppins" pitchFamily="2" charset="77"/>
              </a:defRPr>
            </a:lvl1pPr>
            <a:lvl2pPr>
              <a:defRPr sz="1400" b="0" i="0">
                <a:solidFill>
                  <a:srgbClr val="650360"/>
                </a:solidFill>
                <a:latin typeface="Galano Grotesque" pitchFamily="2" charset="77"/>
                <a:cs typeface="Poppins" pitchFamily="2" charset="77"/>
              </a:defRPr>
            </a:lvl2pPr>
            <a:lvl3pPr>
              <a:defRPr sz="1400" b="0" i="0">
                <a:solidFill>
                  <a:srgbClr val="650360"/>
                </a:solidFill>
                <a:latin typeface="Galano Grotesque" pitchFamily="2" charset="77"/>
                <a:cs typeface="Poppins" pitchFamily="2" charset="77"/>
              </a:defRPr>
            </a:lvl3pPr>
            <a:lvl4pPr>
              <a:defRPr sz="1400" b="0" i="0">
                <a:solidFill>
                  <a:srgbClr val="650360"/>
                </a:solidFill>
                <a:latin typeface="Galano Grotesque" pitchFamily="2" charset="77"/>
                <a:cs typeface="Poppins" pitchFamily="2" charset="77"/>
              </a:defRPr>
            </a:lvl4pPr>
            <a:lvl5pPr>
              <a:defRPr sz="1400" b="0" i="0">
                <a:solidFill>
                  <a:srgbClr val="650360"/>
                </a:solidFill>
                <a:latin typeface="Galano Grotesque" pitchFamily="2" charset="77"/>
                <a:cs typeface="Poppins"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344959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Header, Subheading, body 2 col">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6F657573-2FC7-BE42-8D31-971ACDB64964}"/>
              </a:ext>
            </a:extLst>
          </p:cNvPr>
          <p:cNvSpPr>
            <a:spLocks noGrp="1"/>
          </p:cNvSpPr>
          <p:nvPr>
            <p:ph type="sldNum" sz="quarter" idx="12"/>
          </p:nvPr>
        </p:nvSpPr>
        <p:spPr/>
        <p:txBody>
          <a:bodyPr/>
          <a:lstStyle/>
          <a:p>
            <a:fld id="{43810C2F-5A3B-334F-B32E-597B62ACB14E}" type="slidenum">
              <a:rPr lang="en-US" smtClean="0"/>
              <a:t>‹#›</a:t>
            </a:fld>
            <a:endParaRPr lang="en-US"/>
          </a:p>
        </p:txBody>
      </p:sp>
      <p:sp>
        <p:nvSpPr>
          <p:cNvPr id="3" name="Title 1">
            <a:extLst>
              <a:ext uri="{FF2B5EF4-FFF2-40B4-BE49-F238E27FC236}">
                <a16:creationId xmlns:a16="http://schemas.microsoft.com/office/drawing/2014/main" id="{04BF0203-5E16-49A8-3668-A2241D7696D6}"/>
              </a:ext>
            </a:extLst>
          </p:cNvPr>
          <p:cNvSpPr>
            <a:spLocks noGrp="1"/>
          </p:cNvSpPr>
          <p:nvPr>
            <p:ph type="title" hasCustomPrompt="1"/>
          </p:nvPr>
        </p:nvSpPr>
        <p:spPr>
          <a:xfrm>
            <a:off x="495300" y="304801"/>
            <a:ext cx="10515600" cy="457200"/>
          </a:xfrm>
        </p:spPr>
        <p:txBody>
          <a:bodyPr lIns="0"/>
          <a:lstStyle>
            <a:lvl1pPr algn="l" defTabSz="914377" rtl="0" eaLnBrk="1" latinLnBrk="0" hangingPunct="1">
              <a:lnSpc>
                <a:spcPct val="90000"/>
              </a:lnSpc>
              <a:spcBef>
                <a:spcPct val="0"/>
              </a:spcBef>
              <a:buNone/>
              <a:defRPr lang="en-US" sz="2400" b="1" i="0" kern="1200" dirty="0">
                <a:solidFill>
                  <a:srgbClr val="650360"/>
                </a:solidFill>
                <a:latin typeface="Galano Grotesque ExtraBold" panose="00000900000000000000" pitchFamily="50" charset="0"/>
                <a:ea typeface="+mj-ea"/>
                <a:cs typeface="+mj-cs"/>
              </a:defRPr>
            </a:lvl1pPr>
          </a:lstStyle>
          <a:p>
            <a:r>
              <a:rPr lang="en-US"/>
              <a:t>Header goes here.</a:t>
            </a:r>
          </a:p>
        </p:txBody>
      </p:sp>
      <p:sp>
        <p:nvSpPr>
          <p:cNvPr id="4" name="Content Placeholder 6">
            <a:extLst>
              <a:ext uri="{FF2B5EF4-FFF2-40B4-BE49-F238E27FC236}">
                <a16:creationId xmlns:a16="http://schemas.microsoft.com/office/drawing/2014/main" id="{E4C423DF-750E-9818-BA2F-08C6F4BB9B36}"/>
              </a:ext>
            </a:extLst>
          </p:cNvPr>
          <p:cNvSpPr>
            <a:spLocks noGrp="1"/>
          </p:cNvSpPr>
          <p:nvPr>
            <p:ph sz="quarter" idx="16"/>
          </p:nvPr>
        </p:nvSpPr>
        <p:spPr>
          <a:xfrm>
            <a:off x="495300" y="980903"/>
            <a:ext cx="5212080" cy="5068763"/>
          </a:xfrm>
          <a:prstGeom prst="rect">
            <a:avLst/>
          </a:prstGeom>
        </p:spPr>
        <p:txBody>
          <a:bodyPr lIns="0"/>
          <a:lstStyle>
            <a:lvl1pPr>
              <a:defRPr sz="1400" b="0" i="0">
                <a:solidFill>
                  <a:srgbClr val="650360"/>
                </a:solidFill>
                <a:latin typeface="Galano Grotesque" pitchFamily="2" charset="77"/>
                <a:cs typeface="Poppins" pitchFamily="2" charset="77"/>
              </a:defRPr>
            </a:lvl1pPr>
            <a:lvl2pPr>
              <a:defRPr sz="1400" b="0" i="0">
                <a:solidFill>
                  <a:srgbClr val="650360"/>
                </a:solidFill>
                <a:latin typeface="Galano Grotesque" pitchFamily="2" charset="77"/>
                <a:cs typeface="Poppins" pitchFamily="2" charset="77"/>
              </a:defRPr>
            </a:lvl2pPr>
            <a:lvl3pPr>
              <a:defRPr sz="1400" b="0" i="0">
                <a:solidFill>
                  <a:srgbClr val="650360"/>
                </a:solidFill>
                <a:latin typeface="Galano Grotesque" pitchFamily="2" charset="77"/>
                <a:cs typeface="Poppins" pitchFamily="2" charset="77"/>
              </a:defRPr>
            </a:lvl3pPr>
            <a:lvl4pPr>
              <a:defRPr sz="1400" b="0" i="0">
                <a:solidFill>
                  <a:srgbClr val="650360"/>
                </a:solidFill>
                <a:latin typeface="Galano Grotesque" pitchFamily="2" charset="77"/>
                <a:cs typeface="Poppins" pitchFamily="2" charset="77"/>
              </a:defRPr>
            </a:lvl4pPr>
            <a:lvl5pPr>
              <a:defRPr sz="1400" b="0" i="0">
                <a:solidFill>
                  <a:srgbClr val="650360"/>
                </a:solidFill>
                <a:latin typeface="Galano Grotesque" pitchFamily="2" charset="77"/>
                <a:cs typeface="Poppins"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6">
            <a:extLst>
              <a:ext uri="{FF2B5EF4-FFF2-40B4-BE49-F238E27FC236}">
                <a16:creationId xmlns:a16="http://schemas.microsoft.com/office/drawing/2014/main" id="{DA0A3839-DCA9-8478-16E2-BA6686274EDF}"/>
              </a:ext>
            </a:extLst>
          </p:cNvPr>
          <p:cNvSpPr>
            <a:spLocks noGrp="1"/>
          </p:cNvSpPr>
          <p:nvPr>
            <p:ph sz="quarter" idx="18"/>
          </p:nvPr>
        </p:nvSpPr>
        <p:spPr>
          <a:xfrm>
            <a:off x="6484622" y="995973"/>
            <a:ext cx="5212080" cy="5068763"/>
          </a:xfrm>
          <a:prstGeom prst="rect">
            <a:avLst/>
          </a:prstGeom>
        </p:spPr>
        <p:txBody>
          <a:bodyPr lIns="0"/>
          <a:lstStyle>
            <a:lvl1pPr>
              <a:defRPr sz="1400" b="0" i="0">
                <a:solidFill>
                  <a:srgbClr val="650360"/>
                </a:solidFill>
                <a:latin typeface="Galano Grotesque" pitchFamily="2" charset="77"/>
                <a:cs typeface="Poppins" pitchFamily="2" charset="77"/>
              </a:defRPr>
            </a:lvl1pPr>
            <a:lvl2pPr>
              <a:defRPr sz="1400" b="0" i="0">
                <a:solidFill>
                  <a:srgbClr val="650360"/>
                </a:solidFill>
                <a:latin typeface="Galano Grotesque" pitchFamily="2" charset="77"/>
                <a:cs typeface="Poppins" pitchFamily="2" charset="77"/>
              </a:defRPr>
            </a:lvl2pPr>
            <a:lvl3pPr>
              <a:defRPr sz="1400" b="0" i="0">
                <a:solidFill>
                  <a:srgbClr val="650360"/>
                </a:solidFill>
                <a:latin typeface="Galano Grotesque" pitchFamily="2" charset="77"/>
                <a:cs typeface="Poppins" pitchFamily="2" charset="77"/>
              </a:defRPr>
            </a:lvl3pPr>
            <a:lvl4pPr>
              <a:defRPr sz="1400" b="0" i="0">
                <a:solidFill>
                  <a:srgbClr val="650360"/>
                </a:solidFill>
                <a:latin typeface="Galano Grotesque" pitchFamily="2" charset="77"/>
                <a:cs typeface="Poppins" pitchFamily="2" charset="77"/>
              </a:defRPr>
            </a:lvl4pPr>
            <a:lvl5pPr>
              <a:defRPr sz="1400" b="0" i="0">
                <a:solidFill>
                  <a:srgbClr val="650360"/>
                </a:solidFill>
                <a:latin typeface="Galano Grotesque" pitchFamily="2" charset="77"/>
                <a:cs typeface="Poppins"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97328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er, 2 Col - Left Aligne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949D582-9E1A-C14D-A6AC-3B669600EEF7}"/>
              </a:ext>
            </a:extLst>
          </p:cNvPr>
          <p:cNvSpPr>
            <a:spLocks noGrp="1"/>
          </p:cNvSpPr>
          <p:nvPr>
            <p:ph type="sldNum" sz="quarter" idx="12"/>
          </p:nvPr>
        </p:nvSpPr>
        <p:spPr/>
        <p:txBody>
          <a:bodyPr/>
          <a:lstStyle/>
          <a:p>
            <a:fld id="{43810C2F-5A3B-334F-B32E-597B62ACB14E}" type="slidenum">
              <a:rPr lang="en-US" smtClean="0"/>
              <a:t>‹#›</a:t>
            </a:fld>
            <a:endParaRPr lang="en-US"/>
          </a:p>
        </p:txBody>
      </p:sp>
      <p:sp>
        <p:nvSpPr>
          <p:cNvPr id="2" name="Content Placeholder 2">
            <a:extLst>
              <a:ext uri="{FF2B5EF4-FFF2-40B4-BE49-F238E27FC236}">
                <a16:creationId xmlns:a16="http://schemas.microsoft.com/office/drawing/2014/main" id="{AE999CD9-6185-7A97-9B08-BA9880AC6381}"/>
              </a:ext>
            </a:extLst>
          </p:cNvPr>
          <p:cNvSpPr>
            <a:spLocks noGrp="1"/>
          </p:cNvSpPr>
          <p:nvPr>
            <p:ph idx="1"/>
          </p:nvPr>
        </p:nvSpPr>
        <p:spPr>
          <a:xfrm>
            <a:off x="5183187" y="301752"/>
            <a:ext cx="6513511" cy="5644658"/>
          </a:xfrm>
          <a:prstGeom prst="rect">
            <a:avLst/>
          </a:prstGeom>
        </p:spPr>
        <p:txBody>
          <a:bodyPr lIns="0">
            <a:normAutofit/>
          </a:bodyPr>
          <a:lstStyle>
            <a:lvl1pPr>
              <a:defRPr sz="1400" b="0" i="0">
                <a:solidFill>
                  <a:srgbClr val="650360"/>
                </a:solidFill>
                <a:latin typeface="Galano Grotesque" pitchFamily="2" charset="77"/>
                <a:cs typeface="Poppins" pitchFamily="2" charset="77"/>
              </a:defRPr>
            </a:lvl1pPr>
            <a:lvl2pPr>
              <a:defRPr sz="1400" b="0" i="0">
                <a:solidFill>
                  <a:srgbClr val="650360"/>
                </a:solidFill>
                <a:latin typeface="Galano Grotesque" pitchFamily="2" charset="77"/>
                <a:cs typeface="Poppins" pitchFamily="2" charset="77"/>
              </a:defRPr>
            </a:lvl2pPr>
            <a:lvl3pPr>
              <a:defRPr sz="1400" b="0" i="0">
                <a:solidFill>
                  <a:srgbClr val="650360"/>
                </a:solidFill>
                <a:latin typeface="Galano Grotesque" pitchFamily="2" charset="77"/>
                <a:cs typeface="Poppins" pitchFamily="2" charset="77"/>
              </a:defRPr>
            </a:lvl3pPr>
            <a:lvl4pPr>
              <a:defRPr sz="1400" b="0" i="0">
                <a:solidFill>
                  <a:srgbClr val="650360"/>
                </a:solidFill>
                <a:latin typeface="Galano Grotesque" pitchFamily="2" charset="77"/>
                <a:cs typeface="Poppins" pitchFamily="2" charset="77"/>
              </a:defRPr>
            </a:lvl4pPr>
            <a:lvl5pPr>
              <a:defRPr sz="1400" b="0" i="0">
                <a:solidFill>
                  <a:srgbClr val="650360"/>
                </a:solidFill>
                <a:latin typeface="Galano Grotesque" pitchFamily="2" charset="77"/>
                <a:cs typeface="Poppins" pitchFamily="2" charset="77"/>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1">
            <a:extLst>
              <a:ext uri="{FF2B5EF4-FFF2-40B4-BE49-F238E27FC236}">
                <a16:creationId xmlns:a16="http://schemas.microsoft.com/office/drawing/2014/main" id="{630A3476-E026-0394-DB2F-26733ACD2629}"/>
              </a:ext>
            </a:extLst>
          </p:cNvPr>
          <p:cNvSpPr>
            <a:spLocks noGrp="1"/>
          </p:cNvSpPr>
          <p:nvPr>
            <p:ph type="title" hasCustomPrompt="1"/>
          </p:nvPr>
        </p:nvSpPr>
        <p:spPr>
          <a:xfrm>
            <a:off x="495301" y="304800"/>
            <a:ext cx="3932237" cy="457200"/>
          </a:xfrm>
        </p:spPr>
        <p:txBody>
          <a:bodyPr lIns="0"/>
          <a:lstStyle>
            <a:lvl1pPr>
              <a:defRPr b="1" i="0">
                <a:solidFill>
                  <a:srgbClr val="650360"/>
                </a:solidFill>
                <a:latin typeface="Galano Grotesque ExtraBold" panose="00000900000000000000" pitchFamily="50" charset="0"/>
              </a:defRPr>
            </a:lvl1pPr>
          </a:lstStyle>
          <a:p>
            <a:r>
              <a:rPr lang="en-US"/>
              <a:t>Header goes here.</a:t>
            </a:r>
          </a:p>
        </p:txBody>
      </p:sp>
      <p:sp>
        <p:nvSpPr>
          <p:cNvPr id="5" name="Content Placeholder 5">
            <a:extLst>
              <a:ext uri="{FF2B5EF4-FFF2-40B4-BE49-F238E27FC236}">
                <a16:creationId xmlns:a16="http://schemas.microsoft.com/office/drawing/2014/main" id="{D0BDA104-20F2-20FB-1954-989829C62E8A}"/>
              </a:ext>
            </a:extLst>
          </p:cNvPr>
          <p:cNvSpPr>
            <a:spLocks noGrp="1"/>
          </p:cNvSpPr>
          <p:nvPr>
            <p:ph sz="quarter" idx="14"/>
          </p:nvPr>
        </p:nvSpPr>
        <p:spPr>
          <a:xfrm>
            <a:off x="495300" y="922603"/>
            <a:ext cx="3932239" cy="4991100"/>
          </a:xfrm>
          <a:prstGeom prst="rect">
            <a:avLst/>
          </a:prstGeom>
        </p:spPr>
        <p:txBody>
          <a:bodyPr lIns="0"/>
          <a:lstStyle>
            <a:lvl1pPr>
              <a:defRPr sz="1400" b="0" i="0">
                <a:solidFill>
                  <a:srgbClr val="650360"/>
                </a:solidFill>
                <a:latin typeface="Galano Grotesque" pitchFamily="2" charset="77"/>
                <a:cs typeface="Poppins" pitchFamily="2" charset="77"/>
              </a:defRPr>
            </a:lvl1pPr>
            <a:lvl2pPr>
              <a:defRPr sz="1400" b="0" i="0">
                <a:solidFill>
                  <a:srgbClr val="650360"/>
                </a:solidFill>
                <a:latin typeface="Galano Grotesque" pitchFamily="2" charset="77"/>
                <a:cs typeface="Poppins" pitchFamily="2" charset="77"/>
              </a:defRPr>
            </a:lvl2pPr>
            <a:lvl3pPr>
              <a:defRPr sz="1400" b="0" i="0">
                <a:solidFill>
                  <a:srgbClr val="650360"/>
                </a:solidFill>
                <a:latin typeface="Galano Grotesque" pitchFamily="2" charset="77"/>
                <a:cs typeface="Poppins" pitchFamily="2" charset="77"/>
              </a:defRPr>
            </a:lvl3pPr>
            <a:lvl4pPr>
              <a:defRPr sz="1400" b="0" i="0">
                <a:solidFill>
                  <a:srgbClr val="650360"/>
                </a:solidFill>
                <a:latin typeface="Galano Grotesque" pitchFamily="2" charset="77"/>
                <a:cs typeface="Poppins" pitchFamily="2" charset="77"/>
              </a:defRPr>
            </a:lvl4pPr>
            <a:lvl5pPr>
              <a:defRPr sz="1400" b="0" i="0">
                <a:solidFill>
                  <a:srgbClr val="650360"/>
                </a:solidFill>
                <a:latin typeface="Galano Grotesque" pitchFamily="2" charset="77"/>
                <a:cs typeface="Poppins"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7486677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Header, 2 Col - Right Aligne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F629E-AF46-7A4C-BBD1-D700DD386356}"/>
              </a:ext>
            </a:extLst>
          </p:cNvPr>
          <p:cNvSpPr>
            <a:spLocks noGrp="1"/>
          </p:cNvSpPr>
          <p:nvPr>
            <p:ph type="title" hasCustomPrompt="1"/>
          </p:nvPr>
        </p:nvSpPr>
        <p:spPr>
          <a:xfrm>
            <a:off x="7327062" y="301752"/>
            <a:ext cx="4367241" cy="446768"/>
          </a:xfrm>
        </p:spPr>
        <p:txBody>
          <a:bodyPr lIns="0" anchor="b"/>
          <a:lstStyle>
            <a:lvl1pPr>
              <a:defRPr sz="2400" b="1" i="0">
                <a:latin typeface="Galano Grotesque ExtraBold" panose="00000900000000000000" pitchFamily="50" charset="0"/>
              </a:defRPr>
            </a:lvl1pPr>
          </a:lstStyle>
          <a:p>
            <a:r>
              <a:rPr lang="en-US"/>
              <a:t>Header goes here.</a:t>
            </a:r>
          </a:p>
        </p:txBody>
      </p:sp>
      <p:sp>
        <p:nvSpPr>
          <p:cNvPr id="3" name="Content Placeholder 2">
            <a:extLst>
              <a:ext uri="{FF2B5EF4-FFF2-40B4-BE49-F238E27FC236}">
                <a16:creationId xmlns:a16="http://schemas.microsoft.com/office/drawing/2014/main" id="{0B82227A-0847-9241-BFC4-07394A192372}"/>
              </a:ext>
            </a:extLst>
          </p:cNvPr>
          <p:cNvSpPr>
            <a:spLocks noGrp="1"/>
          </p:cNvSpPr>
          <p:nvPr>
            <p:ph idx="1"/>
          </p:nvPr>
        </p:nvSpPr>
        <p:spPr>
          <a:xfrm>
            <a:off x="495300" y="301754"/>
            <a:ext cx="6481572" cy="5545817"/>
          </a:xfrm>
          <a:prstGeom prst="rect">
            <a:avLst/>
          </a:prstGeom>
        </p:spPr>
        <p:txBody>
          <a:bodyPr lIns="0">
            <a:normAutofit/>
          </a:bodyPr>
          <a:lstStyle>
            <a:lvl1pPr>
              <a:defRPr sz="1400" b="0" i="0">
                <a:solidFill>
                  <a:schemeClr val="tx2"/>
                </a:solidFill>
                <a:latin typeface="Galano Grotesque" pitchFamily="2" charset="77"/>
                <a:cs typeface="Poppins" pitchFamily="2" charset="77"/>
              </a:defRPr>
            </a:lvl1pPr>
            <a:lvl2pPr>
              <a:defRPr sz="1400" b="0" i="0">
                <a:solidFill>
                  <a:schemeClr val="tx2"/>
                </a:solidFill>
                <a:latin typeface="Galano Grotesque" pitchFamily="2" charset="77"/>
                <a:cs typeface="Poppins" pitchFamily="2" charset="77"/>
              </a:defRPr>
            </a:lvl2pPr>
            <a:lvl3pPr>
              <a:defRPr sz="1400" b="0" i="0">
                <a:solidFill>
                  <a:schemeClr val="tx2"/>
                </a:solidFill>
                <a:latin typeface="Galano Grotesque" pitchFamily="2" charset="77"/>
                <a:cs typeface="Poppins" pitchFamily="2" charset="77"/>
              </a:defRPr>
            </a:lvl3pPr>
            <a:lvl4pPr>
              <a:defRPr sz="1400" b="0" i="0">
                <a:solidFill>
                  <a:schemeClr val="tx2"/>
                </a:solidFill>
                <a:latin typeface="Galano Grotesque" pitchFamily="2" charset="77"/>
                <a:cs typeface="Poppins" pitchFamily="2" charset="77"/>
              </a:defRPr>
            </a:lvl4pPr>
            <a:lvl5pPr>
              <a:defRPr sz="1400" b="0" i="0">
                <a:solidFill>
                  <a:schemeClr val="tx2"/>
                </a:solidFill>
                <a:latin typeface="Galano Grotesque" pitchFamily="2" charset="77"/>
                <a:cs typeface="Poppins" pitchFamily="2" charset="77"/>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8949D582-9E1A-C14D-A6AC-3B669600EEF7}"/>
              </a:ext>
            </a:extLst>
          </p:cNvPr>
          <p:cNvSpPr>
            <a:spLocks noGrp="1"/>
          </p:cNvSpPr>
          <p:nvPr>
            <p:ph type="sldNum" sz="quarter" idx="12"/>
          </p:nvPr>
        </p:nvSpPr>
        <p:spPr/>
        <p:txBody>
          <a:bodyPr/>
          <a:lstStyle>
            <a:lvl1pPr marL="0" algn="r" defTabSz="914400" rtl="0" eaLnBrk="1" latinLnBrk="0" hangingPunct="1">
              <a:defRPr lang="en-US" sz="1200" b="0" i="0" kern="1200" smtClean="0">
                <a:solidFill>
                  <a:schemeClr val="bg1"/>
                </a:solidFill>
                <a:latin typeface="Galano Grotesque" pitchFamily="2" charset="77"/>
                <a:ea typeface="+mn-ea"/>
                <a:cs typeface="+mn-cs"/>
              </a:defRPr>
            </a:lvl1pPr>
          </a:lstStyle>
          <a:p>
            <a:fld id="{43810C2F-5A3B-334F-B32E-597B62ACB14E}" type="slidenum">
              <a:rPr lang="en-US" smtClean="0"/>
              <a:pPr/>
              <a:t>‹#›</a:t>
            </a:fld>
            <a:endParaRPr lang="en-US"/>
          </a:p>
        </p:txBody>
      </p:sp>
      <p:sp>
        <p:nvSpPr>
          <p:cNvPr id="8" name="Content Placeholder 5">
            <a:extLst>
              <a:ext uri="{FF2B5EF4-FFF2-40B4-BE49-F238E27FC236}">
                <a16:creationId xmlns:a16="http://schemas.microsoft.com/office/drawing/2014/main" id="{F61B7951-B53D-4F47-95C8-5EB6A50501B7}"/>
              </a:ext>
            </a:extLst>
          </p:cNvPr>
          <p:cNvSpPr>
            <a:spLocks noGrp="1"/>
          </p:cNvSpPr>
          <p:nvPr>
            <p:ph sz="quarter" idx="14"/>
          </p:nvPr>
        </p:nvSpPr>
        <p:spPr>
          <a:xfrm>
            <a:off x="7329457" y="856469"/>
            <a:ext cx="4367243" cy="4991100"/>
          </a:xfrm>
          <a:prstGeom prst="rect">
            <a:avLst/>
          </a:prstGeom>
        </p:spPr>
        <p:txBody>
          <a:bodyPr lIns="0"/>
          <a:lstStyle>
            <a:lvl1pPr>
              <a:defRPr sz="1400" b="0" i="0">
                <a:solidFill>
                  <a:schemeClr val="tx2"/>
                </a:solidFill>
                <a:latin typeface="Galano Grotesque" pitchFamily="2" charset="77"/>
                <a:cs typeface="Poppins" pitchFamily="2" charset="77"/>
              </a:defRPr>
            </a:lvl1pPr>
            <a:lvl2pPr>
              <a:defRPr sz="1400" b="0" i="0">
                <a:solidFill>
                  <a:schemeClr val="tx2"/>
                </a:solidFill>
                <a:latin typeface="Galano Grotesque" pitchFamily="2" charset="77"/>
                <a:cs typeface="Poppins" pitchFamily="2" charset="77"/>
              </a:defRPr>
            </a:lvl2pPr>
            <a:lvl3pPr>
              <a:defRPr sz="1400" b="0" i="0">
                <a:solidFill>
                  <a:schemeClr val="tx2"/>
                </a:solidFill>
                <a:latin typeface="Galano Grotesque" pitchFamily="2" charset="77"/>
                <a:cs typeface="Poppins" pitchFamily="2" charset="77"/>
              </a:defRPr>
            </a:lvl3pPr>
            <a:lvl4pPr>
              <a:defRPr sz="1400" b="0" i="0">
                <a:solidFill>
                  <a:schemeClr val="tx2"/>
                </a:solidFill>
                <a:latin typeface="Galano Grotesque" pitchFamily="2" charset="77"/>
                <a:cs typeface="Poppins" pitchFamily="2" charset="77"/>
              </a:defRPr>
            </a:lvl4pPr>
            <a:lvl5pPr>
              <a:defRPr sz="1400" b="0" i="0">
                <a:solidFill>
                  <a:schemeClr val="tx2"/>
                </a:solidFill>
                <a:latin typeface="Galano Grotesque" pitchFamily="2" charset="77"/>
                <a:cs typeface="Poppins"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7AC4CDCF-CD13-91ED-9A91-BD5AC686A96F}"/>
              </a:ext>
            </a:extLst>
          </p:cNvPr>
          <p:cNvPicPr>
            <a:picLocks noChangeAspect="1"/>
          </p:cNvPicPr>
          <p:nvPr userDrawn="1"/>
        </p:nvPicPr>
        <p:blipFill>
          <a:blip r:embed="rId2"/>
          <a:srcRect/>
          <a:stretch/>
        </p:blipFill>
        <p:spPr>
          <a:xfrm>
            <a:off x="495300" y="6318794"/>
            <a:ext cx="1739900" cy="364584"/>
          </a:xfrm>
          <a:prstGeom prst="rect">
            <a:avLst/>
          </a:prstGeom>
        </p:spPr>
      </p:pic>
    </p:spTree>
    <p:extLst>
      <p:ext uri="{BB962C8B-B14F-4D97-AF65-F5344CB8AC3E}">
        <p14:creationId xmlns:p14="http://schemas.microsoft.com/office/powerpoint/2010/main" val="395064077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Header, Body, Picture - 2 col - chart left">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51C508C-5B02-2840-A25A-1EADB8716721}"/>
              </a:ext>
            </a:extLst>
          </p:cNvPr>
          <p:cNvSpPr>
            <a:spLocks noGrp="1"/>
          </p:cNvSpPr>
          <p:nvPr>
            <p:ph type="sldNum" sz="quarter" idx="12"/>
          </p:nvPr>
        </p:nvSpPr>
        <p:spPr/>
        <p:txBody>
          <a:bodyPr/>
          <a:lstStyle/>
          <a:p>
            <a:fld id="{43810C2F-5A3B-334F-B32E-597B62ACB14E}" type="slidenum">
              <a:rPr lang="en-US" smtClean="0"/>
              <a:t>‹#›</a:t>
            </a:fld>
            <a:endParaRPr lang="en-US"/>
          </a:p>
        </p:txBody>
      </p:sp>
    </p:spTree>
    <p:extLst>
      <p:ext uri="{BB962C8B-B14F-4D97-AF65-F5344CB8AC3E}">
        <p14:creationId xmlns:p14="http://schemas.microsoft.com/office/powerpoint/2010/main" val="176451611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Close">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CB62A78D-2EF7-E148-BDD5-6BD30BD07B13}"/>
              </a:ext>
            </a:extLst>
          </p:cNvPr>
          <p:cNvPicPr>
            <a:picLocks noChangeAspect="1"/>
          </p:cNvPicPr>
          <p:nvPr userDrawn="1"/>
        </p:nvPicPr>
        <p:blipFill>
          <a:blip r:embed="rId2"/>
          <a:stretch>
            <a:fillRect/>
          </a:stretch>
        </p:blipFill>
        <p:spPr>
          <a:xfrm>
            <a:off x="4580029" y="2638588"/>
            <a:ext cx="2672723" cy="1597685"/>
          </a:xfrm>
          <a:prstGeom prst="rect">
            <a:avLst/>
          </a:prstGeom>
        </p:spPr>
      </p:pic>
    </p:spTree>
    <p:extLst>
      <p:ext uri="{BB962C8B-B14F-4D97-AF65-F5344CB8AC3E}">
        <p14:creationId xmlns:p14="http://schemas.microsoft.com/office/powerpoint/2010/main" val="34010648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030D6588-7FB2-4844-8F19-3A5E95893FF4}"/>
              </a:ext>
            </a:extLst>
          </p:cNvPr>
          <p:cNvGraphicFramePr>
            <a:graphicFrameLocks noChangeAspect="1"/>
          </p:cNvGraphicFramePr>
          <p:nvPr userDrawn="1">
            <p:custDataLst>
              <p:tags r:id="rId1"/>
            </p:custDataLst>
          </p:nvPr>
        </p:nvGraphicFramePr>
        <p:xfrm>
          <a:off x="2118" y="1588"/>
          <a:ext cx="2117" cy="1588"/>
        </p:xfrm>
        <a:graphic>
          <a:graphicData uri="http://schemas.openxmlformats.org/presentationml/2006/ole">
            <mc:AlternateContent xmlns:mc="http://schemas.openxmlformats.org/markup-compatibility/2006">
              <mc:Choice xmlns:v="urn:schemas-microsoft-com:vml" Requires="v">
                <p:oleObj name="think-cell Slide" r:id="rId4" imgW="287" imgH="288" progId="TCLayout.ActiveDocument.1">
                  <p:embed/>
                </p:oleObj>
              </mc:Choice>
              <mc:Fallback>
                <p:oleObj name="think-cell Slide" r:id="rId4" imgW="287" imgH="288" progId="TCLayout.ActiveDocument.1">
                  <p:embed/>
                  <p:pic>
                    <p:nvPicPr>
                      <p:cNvPr id="4" name="Object 3" hidden="1">
                        <a:extLst>
                          <a:ext uri="{FF2B5EF4-FFF2-40B4-BE49-F238E27FC236}">
                            <a16:creationId xmlns:a16="http://schemas.microsoft.com/office/drawing/2014/main" id="{030D6588-7FB2-4844-8F19-3A5E95893FF4}"/>
                          </a:ext>
                        </a:extLst>
                      </p:cNvPr>
                      <p:cNvPicPr/>
                      <p:nvPr/>
                    </p:nvPicPr>
                    <p:blipFill>
                      <a:blip r:embed="rId5"/>
                      <a:stretch>
                        <a:fillRect/>
                      </a:stretch>
                    </p:blipFill>
                    <p:spPr>
                      <a:xfrm>
                        <a:off x="2118" y="1588"/>
                        <a:ext cx="2117"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626D865F-73CC-46B0-A8B4-E948A50DFF01}"/>
              </a:ext>
            </a:extLst>
          </p:cNvPr>
          <p:cNvSpPr/>
          <p:nvPr userDrawn="1">
            <p:custDataLst>
              <p:tags r:id="rId2"/>
            </p:custDataLst>
          </p:nvPr>
        </p:nvSpPr>
        <p:spPr>
          <a:xfrm>
            <a:off x="0" y="0"/>
            <a:ext cx="211667" cy="1587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l" eaLnBrk="1">
              <a:lnSpc>
                <a:spcPct val="100000"/>
              </a:lnSpc>
              <a:spcBef>
                <a:spcPct val="0"/>
              </a:spcBef>
              <a:spcAft>
                <a:spcPct val="0"/>
              </a:spcAft>
            </a:pPr>
            <a:endParaRPr lang="en-US" sz="2400" b="0" i="0" baseline="0">
              <a:solidFill>
                <a:schemeClr val="bg1"/>
              </a:solidFill>
              <a:latin typeface="Montserrat" panose="00000800000000000000" pitchFamily="2" charset="0"/>
              <a:ea typeface="+mn-ea"/>
              <a:cs typeface="+mj-cs"/>
              <a:sym typeface="Montserrat" panose="00000800000000000000" pitchFamily="2" charset="0"/>
            </a:endParaRPr>
          </a:p>
        </p:txBody>
      </p:sp>
      <p:sp>
        <p:nvSpPr>
          <p:cNvPr id="10" name="Title 1">
            <a:extLst>
              <a:ext uri="{FF2B5EF4-FFF2-40B4-BE49-F238E27FC236}">
                <a16:creationId xmlns:a16="http://schemas.microsoft.com/office/drawing/2014/main" id="{EBD07FE2-E1A0-4212-913A-06829AEFAE38}"/>
              </a:ext>
            </a:extLst>
          </p:cNvPr>
          <p:cNvSpPr>
            <a:spLocks noGrp="1"/>
          </p:cNvSpPr>
          <p:nvPr>
            <p:ph type="title"/>
          </p:nvPr>
        </p:nvSpPr>
        <p:spPr>
          <a:xfrm>
            <a:off x="114301" y="49023"/>
            <a:ext cx="11907012" cy="640080"/>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134375745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1C8DA4B8-621A-432A-8827-71437254CE9B}"/>
              </a:ext>
            </a:extLst>
          </p:cNvPr>
          <p:cNvGraphicFramePr>
            <a:graphicFrameLocks noChangeAspect="1"/>
          </p:cNvGraphicFramePr>
          <p:nvPr userDrawn="1">
            <p:custDataLst>
              <p:tags r:id="rId1"/>
            </p:custDataLst>
          </p:nvPr>
        </p:nvGraphicFramePr>
        <p:xfrm>
          <a:off x="2118" y="1588"/>
          <a:ext cx="2117" cy="1588"/>
        </p:xfrm>
        <a:graphic>
          <a:graphicData uri="http://schemas.openxmlformats.org/presentationml/2006/ole">
            <mc:AlternateContent xmlns:mc="http://schemas.openxmlformats.org/markup-compatibility/2006">
              <mc:Choice xmlns:v="urn:schemas-microsoft-com:vml" Requires="v">
                <p:oleObj name="think-cell Slide" r:id="rId4" imgW="287" imgH="288" progId="TCLayout.ActiveDocument.1">
                  <p:embed/>
                </p:oleObj>
              </mc:Choice>
              <mc:Fallback>
                <p:oleObj name="think-cell Slide" r:id="rId4" imgW="287" imgH="288" progId="TCLayout.ActiveDocument.1">
                  <p:embed/>
                  <p:pic>
                    <p:nvPicPr>
                      <p:cNvPr id="5" name="Object 4" hidden="1">
                        <a:extLst>
                          <a:ext uri="{FF2B5EF4-FFF2-40B4-BE49-F238E27FC236}">
                            <a16:creationId xmlns:a16="http://schemas.microsoft.com/office/drawing/2014/main" id="{1C8DA4B8-621A-432A-8827-71437254CE9B}"/>
                          </a:ext>
                        </a:extLst>
                      </p:cNvPr>
                      <p:cNvPicPr/>
                      <p:nvPr/>
                    </p:nvPicPr>
                    <p:blipFill>
                      <a:blip r:embed="rId5"/>
                      <a:stretch>
                        <a:fillRect/>
                      </a:stretch>
                    </p:blipFill>
                    <p:spPr>
                      <a:xfrm>
                        <a:off x="2118" y="1588"/>
                        <a:ext cx="2117"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787506B-5C84-4A5B-A819-A4F6DD6C4D39}"/>
              </a:ext>
            </a:extLst>
          </p:cNvPr>
          <p:cNvSpPr/>
          <p:nvPr userDrawn="1">
            <p:custDataLst>
              <p:tags r:id="rId2"/>
            </p:custDataLst>
          </p:nvPr>
        </p:nvSpPr>
        <p:spPr>
          <a:xfrm>
            <a:off x="0" y="0"/>
            <a:ext cx="211667" cy="1587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l" eaLnBrk="1">
              <a:lnSpc>
                <a:spcPct val="100000"/>
              </a:lnSpc>
              <a:spcBef>
                <a:spcPct val="0"/>
              </a:spcBef>
              <a:spcAft>
                <a:spcPct val="0"/>
              </a:spcAft>
            </a:pPr>
            <a:endParaRPr lang="en-US" sz="2400" b="0" i="0" baseline="0">
              <a:solidFill>
                <a:schemeClr val="bg1"/>
              </a:solidFill>
              <a:latin typeface="Montserrat" panose="00000800000000000000" pitchFamily="2" charset="0"/>
              <a:ea typeface="+mn-ea"/>
              <a:cs typeface="+mj-cs"/>
              <a:sym typeface="Montserrat" panose="00000800000000000000" pitchFamily="2" charset="0"/>
            </a:endParaRPr>
          </a:p>
        </p:txBody>
      </p:sp>
      <p:sp>
        <p:nvSpPr>
          <p:cNvPr id="10" name="Title 1">
            <a:extLst>
              <a:ext uri="{FF2B5EF4-FFF2-40B4-BE49-F238E27FC236}">
                <a16:creationId xmlns:a16="http://schemas.microsoft.com/office/drawing/2014/main" id="{EBD07FE2-E1A0-4212-913A-06829AEFAE38}"/>
              </a:ext>
            </a:extLst>
          </p:cNvPr>
          <p:cNvSpPr>
            <a:spLocks noGrp="1"/>
          </p:cNvSpPr>
          <p:nvPr>
            <p:ph type="title"/>
          </p:nvPr>
        </p:nvSpPr>
        <p:spPr>
          <a:xfrm>
            <a:off x="114300" y="49023"/>
            <a:ext cx="11906859" cy="640080"/>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165ECE79-895B-4E25-9ADD-61DC9751057D}"/>
              </a:ext>
            </a:extLst>
          </p:cNvPr>
          <p:cNvSpPr>
            <a:spLocks noGrp="1"/>
          </p:cNvSpPr>
          <p:nvPr>
            <p:ph type="body" sz="quarter" idx="11"/>
          </p:nvPr>
        </p:nvSpPr>
        <p:spPr>
          <a:xfrm>
            <a:off x="664634" y="878459"/>
            <a:ext cx="11355917" cy="5265738"/>
          </a:xfrm>
        </p:spPr>
        <p:txBody>
          <a:bodyPr/>
          <a:lstStyle>
            <a:lvl1pPr>
              <a:spcBef>
                <a:spcPts val="300"/>
              </a:spcBef>
              <a:defRPr/>
            </a:lvl1pPr>
            <a:lvl2pPr>
              <a:spcBef>
                <a:spcPts val="300"/>
              </a:spcBef>
              <a:defRPr/>
            </a:lvl2pPr>
            <a:lvl3pPr>
              <a:spcBef>
                <a:spcPts val="300"/>
              </a:spcBef>
              <a:defRPr/>
            </a:lvl3pPr>
            <a:lvl4pPr>
              <a:spcBef>
                <a:spcPts val="300"/>
              </a:spcBef>
              <a:defRPr/>
            </a:lvl4pPr>
            <a:lvl5pPr>
              <a:spcBef>
                <a:spcPts val="300"/>
              </a:spcBef>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728464B9-F45C-49BC-B92E-908502DD93A2}"/>
              </a:ext>
            </a:extLst>
          </p:cNvPr>
          <p:cNvSpPr>
            <a:spLocks noGrp="1"/>
          </p:cNvSpPr>
          <p:nvPr>
            <p:ph type="body" sz="quarter" idx="13" hasCustomPrompt="1"/>
          </p:nvPr>
        </p:nvSpPr>
        <p:spPr>
          <a:xfrm>
            <a:off x="24386" y="6615281"/>
            <a:ext cx="9018015" cy="183982"/>
          </a:xfrm>
        </p:spPr>
        <p:txBody>
          <a:bodyPr>
            <a:noAutofit/>
          </a:bodyPr>
          <a:lstStyle>
            <a:lvl1pPr marL="0" indent="0">
              <a:buNone/>
              <a:defRPr sz="900">
                <a:solidFill>
                  <a:schemeClr val="accent6">
                    <a:lumMod val="50000"/>
                  </a:schemeClr>
                </a:solidFill>
                <a:latin typeface="+mj-lt"/>
              </a:defRPr>
            </a:lvl1pPr>
          </a:lstStyle>
          <a:p>
            <a:pPr lvl="0"/>
            <a:r>
              <a:rPr lang="en-US"/>
              <a:t>Presentation Title and/or ‘confidential’ tag</a:t>
            </a:r>
          </a:p>
        </p:txBody>
      </p:sp>
    </p:spTree>
    <p:extLst>
      <p:ext uri="{BB962C8B-B14F-4D97-AF65-F5344CB8AC3E}">
        <p14:creationId xmlns:p14="http://schemas.microsoft.com/office/powerpoint/2010/main" val="222368596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85CD849-CB68-5447-A218-053859611873}"/>
              </a:ext>
            </a:extLst>
          </p:cNvPr>
          <p:cNvSpPr>
            <a:spLocks noGrp="1"/>
          </p:cNvSpPr>
          <p:nvPr>
            <p:ph type="sldNum" sz="quarter" idx="12"/>
          </p:nvPr>
        </p:nvSpPr>
        <p:spPr/>
        <p:txBody>
          <a:bodyPr/>
          <a:lstStyle/>
          <a:p>
            <a:fld id="{99FFAA2B-A53B-F04C-9653-7D2C0CA11015}" type="slidenum">
              <a:rPr lang="en-US" smtClean="0"/>
              <a:t>‹#›</a:t>
            </a:fld>
            <a:endParaRPr lang="en-US"/>
          </a:p>
        </p:txBody>
      </p:sp>
      <p:sp>
        <p:nvSpPr>
          <p:cNvPr id="7" name="Text Placeholder 6">
            <a:extLst>
              <a:ext uri="{FF2B5EF4-FFF2-40B4-BE49-F238E27FC236}">
                <a16:creationId xmlns:a16="http://schemas.microsoft.com/office/drawing/2014/main" id="{01A52F9E-DC1C-6247-A45E-2D92D0A1F522}"/>
              </a:ext>
            </a:extLst>
          </p:cNvPr>
          <p:cNvSpPr>
            <a:spLocks noGrp="1"/>
          </p:cNvSpPr>
          <p:nvPr>
            <p:ph type="body" sz="quarter" idx="15" hasCustomPrompt="1"/>
          </p:nvPr>
        </p:nvSpPr>
        <p:spPr>
          <a:xfrm>
            <a:off x="510799" y="1211657"/>
            <a:ext cx="4203700" cy="690562"/>
          </a:xfrm>
          <a:prstGeom prst="rect">
            <a:avLst/>
          </a:prstGeom>
        </p:spPr>
        <p:txBody>
          <a:bodyPr/>
          <a:lstStyle>
            <a:lvl1pPr marL="0" indent="0">
              <a:buNone/>
              <a:defRPr lang="en-US" sz="1800" b="0" i="0" kern="1200" dirty="0">
                <a:solidFill>
                  <a:srgbClr val="5F285E"/>
                </a:solidFill>
                <a:latin typeface="Galano Grotesque Medium" pitchFamily="2" charset="77"/>
                <a:ea typeface="+mn-ea"/>
                <a:cs typeface="+mn-cs"/>
              </a:defRPr>
            </a:lvl1pPr>
          </a:lstStyle>
          <a:p>
            <a:pPr marL="0" lvl="0" indent="0" algn="l" defTabSz="914377" rtl="0" eaLnBrk="1" latinLnBrk="0" hangingPunct="1">
              <a:lnSpc>
                <a:spcPct val="90000"/>
              </a:lnSpc>
              <a:spcBef>
                <a:spcPts val="1000"/>
              </a:spcBef>
              <a:buFont typeface="Arial" panose="020B0604020202020204" pitchFamily="34" charset="0"/>
              <a:buNone/>
            </a:pPr>
            <a:r>
              <a:rPr lang="en-US"/>
              <a:t>Subhead here.</a:t>
            </a:r>
          </a:p>
        </p:txBody>
      </p:sp>
      <p:sp>
        <p:nvSpPr>
          <p:cNvPr id="8" name="Title 1">
            <a:extLst>
              <a:ext uri="{FF2B5EF4-FFF2-40B4-BE49-F238E27FC236}">
                <a16:creationId xmlns:a16="http://schemas.microsoft.com/office/drawing/2014/main" id="{603D4201-1BF9-914A-8F1B-73B11531862B}"/>
              </a:ext>
            </a:extLst>
          </p:cNvPr>
          <p:cNvSpPr>
            <a:spLocks noGrp="1"/>
          </p:cNvSpPr>
          <p:nvPr>
            <p:ph type="title" hasCustomPrompt="1"/>
          </p:nvPr>
        </p:nvSpPr>
        <p:spPr>
          <a:xfrm>
            <a:off x="495300" y="583770"/>
            <a:ext cx="11237976" cy="457200"/>
          </a:xfrm>
        </p:spPr>
        <p:txBody>
          <a:bodyPr/>
          <a:lstStyle>
            <a:lvl1pPr algn="l" defTabSz="914377" rtl="0" eaLnBrk="1" latinLnBrk="0" hangingPunct="1">
              <a:lnSpc>
                <a:spcPct val="90000"/>
              </a:lnSpc>
              <a:spcBef>
                <a:spcPct val="0"/>
              </a:spcBef>
              <a:buNone/>
              <a:defRPr lang="en-US" sz="2400" b="1" i="0" kern="1200" spc="0" dirty="0">
                <a:solidFill>
                  <a:srgbClr val="5F285E"/>
                </a:solidFill>
                <a:latin typeface="Galano Grotesque" pitchFamily="2" charset="77"/>
                <a:ea typeface="+mj-ea"/>
                <a:cs typeface="+mj-cs"/>
              </a:defRPr>
            </a:lvl1pPr>
          </a:lstStyle>
          <a:p>
            <a:r>
              <a:rPr lang="en-US"/>
              <a:t>Header goes here, can be up to two lines.</a:t>
            </a:r>
          </a:p>
        </p:txBody>
      </p:sp>
    </p:spTree>
    <p:extLst>
      <p:ext uri="{BB962C8B-B14F-4D97-AF65-F5344CB8AC3E}">
        <p14:creationId xmlns:p14="http://schemas.microsoft.com/office/powerpoint/2010/main" val="177199728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Standard Slide">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030D6588-7FB2-4844-8F19-3A5E95893FF4}"/>
              </a:ext>
            </a:extLst>
          </p:cNvPr>
          <p:cNvGraphicFramePr>
            <a:graphicFrameLocks noChangeAspect="1"/>
          </p:cNvGraphicFramePr>
          <p:nvPr userDrawn="1">
            <p:custDataLst>
              <p:tags r:id="rId1"/>
            </p:custDataLst>
          </p:nvPr>
        </p:nvGraphicFramePr>
        <p:xfrm>
          <a:off x="2118" y="1588"/>
          <a:ext cx="2117" cy="1588"/>
        </p:xfrm>
        <a:graphic>
          <a:graphicData uri="http://schemas.openxmlformats.org/presentationml/2006/ole">
            <mc:AlternateContent xmlns:mc="http://schemas.openxmlformats.org/markup-compatibility/2006">
              <mc:Choice xmlns:v="urn:schemas-microsoft-com:vml" Requires="v">
                <p:oleObj name="think-cell Slide" r:id="rId4" imgW="287" imgH="288" progId="TCLayout.ActiveDocument.1">
                  <p:embed/>
                </p:oleObj>
              </mc:Choice>
              <mc:Fallback>
                <p:oleObj name="think-cell Slide" r:id="rId4" imgW="287" imgH="288" progId="TCLayout.ActiveDocument.1">
                  <p:embed/>
                  <p:pic>
                    <p:nvPicPr>
                      <p:cNvPr id="4" name="Object 3" hidden="1">
                        <a:extLst>
                          <a:ext uri="{FF2B5EF4-FFF2-40B4-BE49-F238E27FC236}">
                            <a16:creationId xmlns:a16="http://schemas.microsoft.com/office/drawing/2014/main" id="{030D6588-7FB2-4844-8F19-3A5E95893FF4}"/>
                          </a:ext>
                        </a:extLst>
                      </p:cNvPr>
                      <p:cNvPicPr/>
                      <p:nvPr/>
                    </p:nvPicPr>
                    <p:blipFill>
                      <a:blip r:embed="rId5"/>
                      <a:stretch>
                        <a:fillRect/>
                      </a:stretch>
                    </p:blipFill>
                    <p:spPr>
                      <a:xfrm>
                        <a:off x="2118" y="1588"/>
                        <a:ext cx="2117"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626D865F-73CC-46B0-A8B4-E948A50DFF01}"/>
              </a:ext>
            </a:extLst>
          </p:cNvPr>
          <p:cNvSpPr/>
          <p:nvPr userDrawn="1">
            <p:custDataLst>
              <p:tags r:id="rId2"/>
            </p:custDataLst>
          </p:nvPr>
        </p:nvSpPr>
        <p:spPr>
          <a:xfrm>
            <a:off x="0" y="0"/>
            <a:ext cx="211667" cy="1587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l" eaLnBrk="1">
              <a:lnSpc>
                <a:spcPct val="100000"/>
              </a:lnSpc>
              <a:spcBef>
                <a:spcPct val="0"/>
              </a:spcBef>
              <a:spcAft>
                <a:spcPct val="0"/>
              </a:spcAft>
            </a:pPr>
            <a:endParaRPr lang="en-US" sz="2400" b="0" i="0" baseline="0">
              <a:solidFill>
                <a:schemeClr val="bg1"/>
              </a:solidFill>
              <a:latin typeface="Montserrat" panose="00000800000000000000" pitchFamily="2" charset="0"/>
              <a:ea typeface="+mn-ea"/>
              <a:cs typeface="+mj-cs"/>
              <a:sym typeface="Montserrat" panose="00000800000000000000" pitchFamily="2" charset="0"/>
            </a:endParaRPr>
          </a:p>
        </p:txBody>
      </p:sp>
      <p:sp>
        <p:nvSpPr>
          <p:cNvPr id="10" name="Title 1">
            <a:extLst>
              <a:ext uri="{FF2B5EF4-FFF2-40B4-BE49-F238E27FC236}">
                <a16:creationId xmlns:a16="http://schemas.microsoft.com/office/drawing/2014/main" id="{EBD07FE2-E1A0-4212-913A-06829AEFAE38}"/>
              </a:ext>
            </a:extLst>
          </p:cNvPr>
          <p:cNvSpPr>
            <a:spLocks noGrp="1"/>
          </p:cNvSpPr>
          <p:nvPr>
            <p:ph type="title" hasCustomPrompt="1"/>
          </p:nvPr>
        </p:nvSpPr>
        <p:spPr>
          <a:xfrm>
            <a:off x="981957" y="0"/>
            <a:ext cx="10954512" cy="508958"/>
          </a:xfrm>
          <a:prstGeom prst="rect">
            <a:avLst/>
          </a:prstGeom>
        </p:spPr>
        <p:txBody>
          <a:bodyPr anchor="ctr"/>
          <a:lstStyle>
            <a:lvl1pPr>
              <a:defRPr sz="2400">
                <a:solidFill>
                  <a:schemeClr val="bg1"/>
                </a:solidFill>
              </a:defRPr>
            </a:lvl1pPr>
          </a:lstStyle>
          <a:p>
            <a:r>
              <a:rPr lang="en-US"/>
              <a:t>slide title – standard slide.</a:t>
            </a:r>
          </a:p>
        </p:txBody>
      </p:sp>
    </p:spTree>
    <p:extLst>
      <p:ext uri="{BB962C8B-B14F-4D97-AF65-F5344CB8AC3E}">
        <p14:creationId xmlns:p14="http://schemas.microsoft.com/office/powerpoint/2010/main" val="216176038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1D367-663E-4CCE-9F71-DDB93BACD218}"/>
              </a:ext>
            </a:extLst>
          </p:cNvPr>
          <p:cNvSpPr>
            <a:spLocks noGrp="1"/>
          </p:cNvSpPr>
          <p:nvPr>
            <p:ph type="title" hasCustomPrompt="1"/>
          </p:nvPr>
        </p:nvSpPr>
        <p:spPr>
          <a:xfrm>
            <a:off x="4023360" y="1729247"/>
            <a:ext cx="7504917" cy="1452792"/>
          </a:xfrm>
        </p:spPr>
        <p:txBody>
          <a:bodyPr/>
          <a:lstStyle>
            <a:lvl1pPr>
              <a:defRPr sz="4400"/>
            </a:lvl1pPr>
          </a:lstStyle>
          <a:p>
            <a:r>
              <a:rPr lang="en-US"/>
              <a:t>Header goes here, can be up to two lines.</a:t>
            </a:r>
          </a:p>
        </p:txBody>
      </p:sp>
      <p:sp>
        <p:nvSpPr>
          <p:cNvPr id="3" name="Slide Number Placeholder 2">
            <a:extLst>
              <a:ext uri="{FF2B5EF4-FFF2-40B4-BE49-F238E27FC236}">
                <a16:creationId xmlns:a16="http://schemas.microsoft.com/office/drawing/2014/main" id="{95118CF4-C06A-46FD-8A47-4ADA9D152CB9}"/>
              </a:ext>
            </a:extLst>
          </p:cNvPr>
          <p:cNvSpPr>
            <a:spLocks noGrp="1"/>
          </p:cNvSpPr>
          <p:nvPr>
            <p:ph type="sldNum" sz="quarter" idx="10"/>
          </p:nvPr>
        </p:nvSpPr>
        <p:spPr/>
        <p:txBody>
          <a:bodyPr/>
          <a:lstStyle/>
          <a:p>
            <a:fld id="{43810C2F-5A3B-334F-B32E-597B62ACB14E}" type="slidenum">
              <a:rPr lang="en-US" smtClean="0"/>
              <a:pPr/>
              <a:t>‹#›</a:t>
            </a:fld>
            <a:endParaRPr lang="en-US"/>
          </a:p>
        </p:txBody>
      </p:sp>
      <p:sp>
        <p:nvSpPr>
          <p:cNvPr id="5" name="Rectangle 4">
            <a:extLst>
              <a:ext uri="{FF2B5EF4-FFF2-40B4-BE49-F238E27FC236}">
                <a16:creationId xmlns:a16="http://schemas.microsoft.com/office/drawing/2014/main" id="{2EA7675E-4B05-4EDA-A7EC-CA313C1B23F1}"/>
              </a:ext>
            </a:extLst>
          </p:cNvPr>
          <p:cNvSpPr/>
          <p:nvPr userDrawn="1"/>
        </p:nvSpPr>
        <p:spPr>
          <a:xfrm>
            <a:off x="249383" y="6242860"/>
            <a:ext cx="2196637" cy="4786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Text Placeholder 9">
            <a:extLst>
              <a:ext uri="{FF2B5EF4-FFF2-40B4-BE49-F238E27FC236}">
                <a16:creationId xmlns:a16="http://schemas.microsoft.com/office/drawing/2014/main" id="{C86D46D9-82FE-4F5E-8C81-164A05CFAD71}"/>
              </a:ext>
            </a:extLst>
          </p:cNvPr>
          <p:cNvSpPr>
            <a:spLocks noGrp="1"/>
          </p:cNvSpPr>
          <p:nvPr>
            <p:ph type="body" sz="quarter" idx="13" hasCustomPrompt="1"/>
          </p:nvPr>
        </p:nvSpPr>
        <p:spPr>
          <a:xfrm>
            <a:off x="4022726" y="3216275"/>
            <a:ext cx="7505700" cy="668338"/>
          </a:xfrm>
          <a:prstGeom prst="rect">
            <a:avLst/>
          </a:prstGeom>
        </p:spPr>
        <p:txBody>
          <a:bodyPr/>
          <a:lstStyle>
            <a:lvl1pPr>
              <a:defRPr lang="en-US" sz="2400" b="0" i="0" kern="1200" dirty="0">
                <a:solidFill>
                  <a:srgbClr val="5F285E"/>
                </a:solidFill>
                <a:latin typeface="Galano Grotesque Medium" pitchFamily="2" charset="77"/>
                <a:ea typeface="+mn-ea"/>
                <a:cs typeface="+mn-cs"/>
              </a:defRPr>
            </a:lvl1pPr>
            <a:lvl2pPr>
              <a:defRPr sz="2400"/>
            </a:lvl2pPr>
            <a:lvl3pPr>
              <a:defRPr sz="2400"/>
            </a:lvl3pPr>
            <a:lvl4pPr>
              <a:defRPr sz="2400"/>
            </a:lvl4pPr>
            <a:lvl5pPr>
              <a:defRPr sz="2400"/>
            </a:lvl5pPr>
          </a:lstStyle>
          <a:p>
            <a:pPr marL="0" lvl="0" indent="0" algn="l" defTabSz="914377" rtl="0" eaLnBrk="1" latinLnBrk="0" hangingPunct="1">
              <a:lnSpc>
                <a:spcPct val="90000"/>
              </a:lnSpc>
              <a:spcBef>
                <a:spcPts val="1000"/>
              </a:spcBef>
              <a:buFont typeface="Arial" panose="020B0604020202020204" pitchFamily="34" charset="0"/>
              <a:buNone/>
            </a:pPr>
            <a:r>
              <a:rPr lang="en-US"/>
              <a:t>Sub heading here.</a:t>
            </a:r>
          </a:p>
        </p:txBody>
      </p:sp>
      <p:pic>
        <p:nvPicPr>
          <p:cNvPr id="9" name="Picture 8" descr="Icon&#10;&#10;Description automatically generated">
            <a:extLst>
              <a:ext uri="{FF2B5EF4-FFF2-40B4-BE49-F238E27FC236}">
                <a16:creationId xmlns:a16="http://schemas.microsoft.com/office/drawing/2014/main" id="{F447E032-B611-9719-83F7-3CE16773C7DF}"/>
              </a:ext>
            </a:extLst>
          </p:cNvPr>
          <p:cNvPicPr>
            <a:picLocks noChangeAspect="1"/>
          </p:cNvPicPr>
          <p:nvPr userDrawn="1"/>
        </p:nvPicPr>
        <p:blipFill rotWithShape="1">
          <a:blip r:embed="rId2"/>
          <a:srcRect l="11407" b="2162"/>
          <a:stretch/>
        </p:blipFill>
        <p:spPr>
          <a:xfrm>
            <a:off x="0" y="2595155"/>
            <a:ext cx="3925820" cy="4262845"/>
          </a:xfrm>
          <a:prstGeom prst="rect">
            <a:avLst/>
          </a:prstGeom>
        </p:spPr>
      </p:pic>
    </p:spTree>
    <p:extLst>
      <p:ext uri="{BB962C8B-B14F-4D97-AF65-F5344CB8AC3E}">
        <p14:creationId xmlns:p14="http://schemas.microsoft.com/office/powerpoint/2010/main" val="307916833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1D367-663E-4CCE-9F71-DDB93BACD218}"/>
              </a:ext>
            </a:extLst>
          </p:cNvPr>
          <p:cNvSpPr>
            <a:spLocks noGrp="1"/>
          </p:cNvSpPr>
          <p:nvPr>
            <p:ph type="title" hasCustomPrompt="1"/>
          </p:nvPr>
        </p:nvSpPr>
        <p:spPr>
          <a:xfrm>
            <a:off x="2048933" y="1846827"/>
            <a:ext cx="9096905" cy="1452792"/>
          </a:xfrm>
        </p:spPr>
        <p:txBody>
          <a:bodyPr/>
          <a:lstStyle>
            <a:lvl1pPr>
              <a:defRPr sz="4400"/>
            </a:lvl1pPr>
          </a:lstStyle>
          <a:p>
            <a:r>
              <a:rPr lang="en-US"/>
              <a:t>header goes here, can be up to two lines.</a:t>
            </a:r>
          </a:p>
        </p:txBody>
      </p:sp>
      <p:sp>
        <p:nvSpPr>
          <p:cNvPr id="3" name="Slide Number Placeholder 2">
            <a:extLst>
              <a:ext uri="{FF2B5EF4-FFF2-40B4-BE49-F238E27FC236}">
                <a16:creationId xmlns:a16="http://schemas.microsoft.com/office/drawing/2014/main" id="{95118CF4-C06A-46FD-8A47-4ADA9D152CB9}"/>
              </a:ext>
            </a:extLst>
          </p:cNvPr>
          <p:cNvSpPr>
            <a:spLocks noGrp="1"/>
          </p:cNvSpPr>
          <p:nvPr>
            <p:ph type="sldNum" sz="quarter" idx="10"/>
          </p:nvPr>
        </p:nvSpPr>
        <p:spPr/>
        <p:txBody>
          <a:bodyPr/>
          <a:lstStyle/>
          <a:p>
            <a:fld id="{43810C2F-5A3B-334F-B32E-597B62ACB14E}" type="slidenum">
              <a:rPr lang="en-US" smtClean="0"/>
              <a:pPr/>
              <a:t>‹#›</a:t>
            </a:fld>
            <a:endParaRPr lang="en-US"/>
          </a:p>
        </p:txBody>
      </p:sp>
      <p:sp>
        <p:nvSpPr>
          <p:cNvPr id="7" name="Text Placeholder 9">
            <a:extLst>
              <a:ext uri="{FF2B5EF4-FFF2-40B4-BE49-F238E27FC236}">
                <a16:creationId xmlns:a16="http://schemas.microsoft.com/office/drawing/2014/main" id="{501321F3-2820-4EF4-9456-A32246951DF9}"/>
              </a:ext>
            </a:extLst>
          </p:cNvPr>
          <p:cNvSpPr>
            <a:spLocks noGrp="1"/>
          </p:cNvSpPr>
          <p:nvPr>
            <p:ph type="body" sz="quarter" idx="13" hasCustomPrompt="1"/>
          </p:nvPr>
        </p:nvSpPr>
        <p:spPr>
          <a:xfrm>
            <a:off x="2048933" y="3299619"/>
            <a:ext cx="9096905" cy="668338"/>
          </a:xfrm>
          <a:prstGeom prst="rect">
            <a:avLst/>
          </a:prstGeom>
        </p:spPr>
        <p:txBody>
          <a:bodyPr/>
          <a:lstStyle>
            <a:lvl1pPr>
              <a:defRPr lang="en-US" sz="2400" b="0" i="0" kern="1200" dirty="0">
                <a:solidFill>
                  <a:srgbClr val="5F285E"/>
                </a:solidFill>
                <a:latin typeface="Galano Grotesque Medium" pitchFamily="2" charset="77"/>
                <a:ea typeface="+mn-ea"/>
                <a:cs typeface="+mn-cs"/>
              </a:defRPr>
            </a:lvl1pPr>
            <a:lvl2pPr>
              <a:defRPr sz="2400"/>
            </a:lvl2pPr>
            <a:lvl3pPr>
              <a:defRPr sz="2400"/>
            </a:lvl3pPr>
            <a:lvl4pPr>
              <a:defRPr sz="2400"/>
            </a:lvl4pPr>
            <a:lvl5pPr>
              <a:defRPr sz="2400"/>
            </a:lvl5pPr>
          </a:lstStyle>
          <a:p>
            <a:pPr marL="0" lvl="0" indent="0" algn="l" defTabSz="914377" rtl="0" eaLnBrk="1" latinLnBrk="0" hangingPunct="1">
              <a:lnSpc>
                <a:spcPct val="90000"/>
              </a:lnSpc>
              <a:spcBef>
                <a:spcPts val="1000"/>
              </a:spcBef>
              <a:buFont typeface="Arial" panose="020B0604020202020204" pitchFamily="34" charset="0"/>
              <a:buNone/>
            </a:pPr>
            <a:r>
              <a:rPr lang="en-US"/>
              <a:t>Sub heading here.</a:t>
            </a:r>
          </a:p>
        </p:txBody>
      </p:sp>
    </p:spTree>
    <p:extLst>
      <p:ext uri="{BB962C8B-B14F-4D97-AF65-F5344CB8AC3E}">
        <p14:creationId xmlns:p14="http://schemas.microsoft.com/office/powerpoint/2010/main" val="279490240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1D367-663E-4CCE-9F71-DDB93BACD218}"/>
              </a:ext>
            </a:extLst>
          </p:cNvPr>
          <p:cNvSpPr>
            <a:spLocks noGrp="1"/>
          </p:cNvSpPr>
          <p:nvPr>
            <p:ph type="title" hasCustomPrompt="1"/>
          </p:nvPr>
        </p:nvSpPr>
        <p:spPr>
          <a:xfrm>
            <a:off x="495300" y="2425659"/>
            <a:ext cx="9096905" cy="1452792"/>
          </a:xfrm>
        </p:spPr>
        <p:txBody>
          <a:bodyPr/>
          <a:lstStyle>
            <a:lvl1pPr>
              <a:defRPr sz="4400"/>
            </a:lvl1pPr>
          </a:lstStyle>
          <a:p>
            <a:r>
              <a:rPr lang="en-US"/>
              <a:t>header goes here, can be up to two lines.</a:t>
            </a:r>
          </a:p>
        </p:txBody>
      </p:sp>
      <p:sp>
        <p:nvSpPr>
          <p:cNvPr id="3" name="Slide Number Placeholder 2">
            <a:extLst>
              <a:ext uri="{FF2B5EF4-FFF2-40B4-BE49-F238E27FC236}">
                <a16:creationId xmlns:a16="http://schemas.microsoft.com/office/drawing/2014/main" id="{95118CF4-C06A-46FD-8A47-4ADA9D152CB9}"/>
              </a:ext>
            </a:extLst>
          </p:cNvPr>
          <p:cNvSpPr>
            <a:spLocks noGrp="1"/>
          </p:cNvSpPr>
          <p:nvPr>
            <p:ph type="sldNum" sz="quarter" idx="10"/>
          </p:nvPr>
        </p:nvSpPr>
        <p:spPr/>
        <p:txBody>
          <a:bodyPr/>
          <a:lstStyle/>
          <a:p>
            <a:fld id="{43810C2F-5A3B-334F-B32E-597B62ACB14E}" type="slidenum">
              <a:rPr lang="en-US" smtClean="0"/>
              <a:pPr/>
              <a:t>‹#›</a:t>
            </a:fld>
            <a:endParaRPr lang="en-US"/>
          </a:p>
        </p:txBody>
      </p:sp>
    </p:spTree>
    <p:extLst>
      <p:ext uri="{BB962C8B-B14F-4D97-AF65-F5344CB8AC3E}">
        <p14:creationId xmlns:p14="http://schemas.microsoft.com/office/powerpoint/2010/main" val="212135971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1D367-663E-4CCE-9F71-DDB93BACD218}"/>
              </a:ext>
            </a:extLst>
          </p:cNvPr>
          <p:cNvSpPr>
            <a:spLocks noGrp="1"/>
          </p:cNvSpPr>
          <p:nvPr>
            <p:ph type="title" hasCustomPrompt="1"/>
          </p:nvPr>
        </p:nvSpPr>
        <p:spPr>
          <a:xfrm>
            <a:off x="3036148" y="1704873"/>
            <a:ext cx="9096905" cy="1452792"/>
          </a:xfrm>
        </p:spPr>
        <p:txBody>
          <a:bodyPr/>
          <a:lstStyle>
            <a:lvl1pPr>
              <a:defRPr sz="4400"/>
            </a:lvl1pPr>
          </a:lstStyle>
          <a:p>
            <a:r>
              <a:rPr lang="en-US"/>
              <a:t>header goes here, can be up to two lines.</a:t>
            </a:r>
          </a:p>
        </p:txBody>
      </p:sp>
      <p:sp>
        <p:nvSpPr>
          <p:cNvPr id="3" name="Slide Number Placeholder 2">
            <a:extLst>
              <a:ext uri="{FF2B5EF4-FFF2-40B4-BE49-F238E27FC236}">
                <a16:creationId xmlns:a16="http://schemas.microsoft.com/office/drawing/2014/main" id="{95118CF4-C06A-46FD-8A47-4ADA9D152CB9}"/>
              </a:ext>
            </a:extLst>
          </p:cNvPr>
          <p:cNvSpPr>
            <a:spLocks noGrp="1"/>
          </p:cNvSpPr>
          <p:nvPr>
            <p:ph type="sldNum" sz="quarter" idx="10"/>
          </p:nvPr>
        </p:nvSpPr>
        <p:spPr/>
        <p:txBody>
          <a:bodyPr/>
          <a:lstStyle/>
          <a:p>
            <a:fld id="{43810C2F-5A3B-334F-B32E-597B62ACB14E}" type="slidenum">
              <a:rPr lang="en-US" smtClean="0"/>
              <a:pPr/>
              <a:t>‹#›</a:t>
            </a:fld>
            <a:endParaRPr lang="en-US"/>
          </a:p>
        </p:txBody>
      </p:sp>
      <p:sp>
        <p:nvSpPr>
          <p:cNvPr id="6" name="Rectangle 5">
            <a:extLst>
              <a:ext uri="{FF2B5EF4-FFF2-40B4-BE49-F238E27FC236}">
                <a16:creationId xmlns:a16="http://schemas.microsoft.com/office/drawing/2014/main" id="{AAB82784-2AE3-4938-9FF1-DCD97773AE59}"/>
              </a:ext>
            </a:extLst>
          </p:cNvPr>
          <p:cNvSpPr/>
          <p:nvPr userDrawn="1"/>
        </p:nvSpPr>
        <p:spPr>
          <a:xfrm>
            <a:off x="224444" y="6284424"/>
            <a:ext cx="2198716" cy="4370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8" name="Picture 7" descr="Icon&#10;&#10;Description automatically generated">
            <a:extLst>
              <a:ext uri="{FF2B5EF4-FFF2-40B4-BE49-F238E27FC236}">
                <a16:creationId xmlns:a16="http://schemas.microsoft.com/office/drawing/2014/main" id="{F2F2C7D9-813D-B1AF-2508-C54E6ABBCA19}"/>
              </a:ext>
            </a:extLst>
          </p:cNvPr>
          <p:cNvPicPr>
            <a:picLocks noChangeAspect="1"/>
          </p:cNvPicPr>
          <p:nvPr userDrawn="1"/>
        </p:nvPicPr>
        <p:blipFill rotWithShape="1">
          <a:blip r:embed="rId2"/>
          <a:srcRect l="11407" b="2162"/>
          <a:stretch/>
        </p:blipFill>
        <p:spPr>
          <a:xfrm>
            <a:off x="0" y="2595155"/>
            <a:ext cx="3925820" cy="4262845"/>
          </a:xfrm>
          <a:prstGeom prst="rect">
            <a:avLst/>
          </a:prstGeom>
        </p:spPr>
      </p:pic>
    </p:spTree>
    <p:extLst>
      <p:ext uri="{BB962C8B-B14F-4D97-AF65-F5344CB8AC3E}">
        <p14:creationId xmlns:p14="http://schemas.microsoft.com/office/powerpoint/2010/main" val="292953720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lide - Sub heading">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5DCB5D1-8320-6049-9687-3557CEFF5F62}"/>
              </a:ext>
            </a:extLst>
          </p:cNvPr>
          <p:cNvSpPr>
            <a:spLocks noGrp="1"/>
          </p:cNvSpPr>
          <p:nvPr>
            <p:ph type="sldNum" sz="quarter" idx="12"/>
          </p:nvPr>
        </p:nvSpPr>
        <p:spPr/>
        <p:txBody>
          <a:bodyPr/>
          <a:lstStyle/>
          <a:p>
            <a:fld id="{43810C2F-5A3B-334F-B32E-597B62ACB14E}" type="slidenum">
              <a:rPr lang="en-US" smtClean="0"/>
              <a:t>‹#›</a:t>
            </a:fld>
            <a:endParaRPr lang="en-US"/>
          </a:p>
        </p:txBody>
      </p:sp>
      <p:sp>
        <p:nvSpPr>
          <p:cNvPr id="10" name="Title 4">
            <a:extLst>
              <a:ext uri="{FF2B5EF4-FFF2-40B4-BE49-F238E27FC236}">
                <a16:creationId xmlns:a16="http://schemas.microsoft.com/office/drawing/2014/main" id="{449DE73A-A9CE-9945-BF54-ECEE183FFE73}"/>
              </a:ext>
            </a:extLst>
          </p:cNvPr>
          <p:cNvSpPr>
            <a:spLocks noGrp="1"/>
          </p:cNvSpPr>
          <p:nvPr>
            <p:ph type="title" hasCustomPrompt="1"/>
          </p:nvPr>
        </p:nvSpPr>
        <p:spPr>
          <a:xfrm>
            <a:off x="74570" y="155932"/>
            <a:ext cx="11236280" cy="457200"/>
          </a:xfrm>
        </p:spPr>
        <p:txBody>
          <a:bodyPr/>
          <a:lstStyle>
            <a:lvl1pPr algn="l" defTabSz="914377" rtl="0" eaLnBrk="1" latinLnBrk="0" hangingPunct="1">
              <a:lnSpc>
                <a:spcPct val="90000"/>
              </a:lnSpc>
              <a:spcBef>
                <a:spcPct val="0"/>
              </a:spcBef>
              <a:buNone/>
              <a:defRPr lang="en-US" sz="2400" b="1" i="0" kern="1200" spc="0" dirty="0">
                <a:solidFill>
                  <a:srgbClr val="5F285E"/>
                </a:solidFill>
                <a:latin typeface="Galano Grotesque" pitchFamily="2" charset="77"/>
                <a:ea typeface="+mj-ea"/>
                <a:cs typeface="+mj-cs"/>
              </a:defRPr>
            </a:lvl1pPr>
          </a:lstStyle>
          <a:p>
            <a:r>
              <a:rPr lang="en-US"/>
              <a:t>Header goes here, can be up to two lines.</a:t>
            </a:r>
          </a:p>
        </p:txBody>
      </p:sp>
      <p:sp>
        <p:nvSpPr>
          <p:cNvPr id="7" name="Text Placeholder 6">
            <a:extLst>
              <a:ext uri="{FF2B5EF4-FFF2-40B4-BE49-F238E27FC236}">
                <a16:creationId xmlns:a16="http://schemas.microsoft.com/office/drawing/2014/main" id="{3B59FB2B-110A-7C41-8D2E-5F86F40F753D}"/>
              </a:ext>
            </a:extLst>
          </p:cNvPr>
          <p:cNvSpPr>
            <a:spLocks noGrp="1"/>
          </p:cNvSpPr>
          <p:nvPr>
            <p:ph type="body" sz="quarter" idx="15" hasCustomPrompt="1"/>
          </p:nvPr>
        </p:nvSpPr>
        <p:spPr>
          <a:xfrm>
            <a:off x="468854" y="758651"/>
            <a:ext cx="4203700" cy="690562"/>
          </a:xfrm>
          <a:prstGeom prst="rect">
            <a:avLst/>
          </a:prstGeom>
        </p:spPr>
        <p:txBody>
          <a:bodyPr/>
          <a:lstStyle>
            <a:lvl1pPr marL="0" indent="0">
              <a:buNone/>
              <a:defRPr sz="1800" b="0" i="0">
                <a:solidFill>
                  <a:srgbClr val="5F285E"/>
                </a:solidFill>
                <a:latin typeface="Galano Grotesque Medium" pitchFamily="2" charset="77"/>
              </a:defRPr>
            </a:lvl1pPr>
          </a:lstStyle>
          <a:p>
            <a:pPr lvl="0"/>
            <a:r>
              <a:rPr lang="en-US"/>
              <a:t>Subhead here.</a:t>
            </a:r>
          </a:p>
        </p:txBody>
      </p:sp>
    </p:spTree>
    <p:extLst>
      <p:ext uri="{BB962C8B-B14F-4D97-AF65-F5344CB8AC3E}">
        <p14:creationId xmlns:p14="http://schemas.microsoft.com/office/powerpoint/2010/main" val="2795590169"/>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85CD849-CB68-5447-A218-053859611873}"/>
              </a:ext>
            </a:extLst>
          </p:cNvPr>
          <p:cNvSpPr>
            <a:spLocks noGrp="1"/>
          </p:cNvSpPr>
          <p:nvPr>
            <p:ph type="sldNum" sz="quarter" idx="12"/>
          </p:nvPr>
        </p:nvSpPr>
        <p:spPr/>
        <p:txBody>
          <a:bodyPr/>
          <a:lstStyle/>
          <a:p>
            <a:fld id="{99FFAA2B-A53B-F04C-9653-7D2C0CA11015}" type="slidenum">
              <a:rPr lang="en-US" smtClean="0"/>
              <a:t>‹#›</a:t>
            </a:fld>
            <a:endParaRPr lang="en-US"/>
          </a:p>
        </p:txBody>
      </p:sp>
      <p:sp>
        <p:nvSpPr>
          <p:cNvPr id="7" name="Text Placeholder 6">
            <a:extLst>
              <a:ext uri="{FF2B5EF4-FFF2-40B4-BE49-F238E27FC236}">
                <a16:creationId xmlns:a16="http://schemas.microsoft.com/office/drawing/2014/main" id="{01A52F9E-DC1C-6247-A45E-2D92D0A1F522}"/>
              </a:ext>
            </a:extLst>
          </p:cNvPr>
          <p:cNvSpPr>
            <a:spLocks noGrp="1"/>
          </p:cNvSpPr>
          <p:nvPr>
            <p:ph type="body" sz="quarter" idx="15" hasCustomPrompt="1"/>
          </p:nvPr>
        </p:nvSpPr>
        <p:spPr>
          <a:xfrm>
            <a:off x="460465" y="775429"/>
            <a:ext cx="4203700" cy="690562"/>
          </a:xfrm>
          <a:prstGeom prst="rect">
            <a:avLst/>
          </a:prstGeom>
        </p:spPr>
        <p:txBody>
          <a:bodyPr/>
          <a:lstStyle>
            <a:lvl1pPr marL="0" indent="0">
              <a:buNone/>
              <a:defRPr lang="en-US" sz="1800" b="0" i="0" kern="1200" dirty="0">
                <a:solidFill>
                  <a:srgbClr val="5F285E"/>
                </a:solidFill>
                <a:latin typeface="Galano Grotesque Medium" pitchFamily="2" charset="77"/>
                <a:ea typeface="+mn-ea"/>
                <a:cs typeface="+mn-cs"/>
              </a:defRPr>
            </a:lvl1pPr>
          </a:lstStyle>
          <a:p>
            <a:pPr marL="0" lvl="0" indent="0" algn="l" defTabSz="914377" rtl="0" eaLnBrk="1" latinLnBrk="0" hangingPunct="1">
              <a:lnSpc>
                <a:spcPct val="90000"/>
              </a:lnSpc>
              <a:spcBef>
                <a:spcPts val="1000"/>
              </a:spcBef>
              <a:buFont typeface="Arial" panose="020B0604020202020204" pitchFamily="34" charset="0"/>
              <a:buNone/>
            </a:pPr>
            <a:r>
              <a:rPr lang="en-US"/>
              <a:t>Subhead here.</a:t>
            </a:r>
          </a:p>
        </p:txBody>
      </p:sp>
      <p:sp>
        <p:nvSpPr>
          <p:cNvPr id="8" name="Title 1">
            <a:extLst>
              <a:ext uri="{FF2B5EF4-FFF2-40B4-BE49-F238E27FC236}">
                <a16:creationId xmlns:a16="http://schemas.microsoft.com/office/drawing/2014/main" id="{603D4201-1BF9-914A-8F1B-73B11531862B}"/>
              </a:ext>
            </a:extLst>
          </p:cNvPr>
          <p:cNvSpPr>
            <a:spLocks noGrp="1"/>
          </p:cNvSpPr>
          <p:nvPr>
            <p:ph type="title" hasCustomPrompt="1"/>
          </p:nvPr>
        </p:nvSpPr>
        <p:spPr>
          <a:xfrm>
            <a:off x="84239" y="155931"/>
            <a:ext cx="11237976" cy="457200"/>
          </a:xfrm>
        </p:spPr>
        <p:txBody>
          <a:bodyPr/>
          <a:lstStyle>
            <a:lvl1pPr algn="l" defTabSz="914377" rtl="0" eaLnBrk="1" latinLnBrk="0" hangingPunct="1">
              <a:lnSpc>
                <a:spcPct val="90000"/>
              </a:lnSpc>
              <a:spcBef>
                <a:spcPct val="0"/>
              </a:spcBef>
              <a:buNone/>
              <a:defRPr lang="en-US" sz="2400" b="1" i="0" kern="1200" spc="0" dirty="0">
                <a:solidFill>
                  <a:srgbClr val="5F285E"/>
                </a:solidFill>
                <a:latin typeface="Galano Grotesque" pitchFamily="2" charset="77"/>
                <a:ea typeface="+mj-ea"/>
                <a:cs typeface="+mj-cs"/>
              </a:defRPr>
            </a:lvl1pPr>
          </a:lstStyle>
          <a:p>
            <a:r>
              <a:rPr lang="en-US"/>
              <a:t>Header goes here, can be up to two lines.</a:t>
            </a:r>
          </a:p>
        </p:txBody>
      </p:sp>
    </p:spTree>
    <p:extLst>
      <p:ext uri="{BB962C8B-B14F-4D97-AF65-F5344CB8AC3E}">
        <p14:creationId xmlns:p14="http://schemas.microsoft.com/office/powerpoint/2010/main" val="83700194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Slide - No sub heading">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5DCB5D1-8320-6049-9687-3557CEFF5F62}"/>
              </a:ext>
            </a:extLst>
          </p:cNvPr>
          <p:cNvSpPr>
            <a:spLocks noGrp="1"/>
          </p:cNvSpPr>
          <p:nvPr>
            <p:ph type="sldNum" sz="quarter" idx="12"/>
          </p:nvPr>
        </p:nvSpPr>
        <p:spPr/>
        <p:txBody>
          <a:bodyPr/>
          <a:lstStyle/>
          <a:p>
            <a:fld id="{43810C2F-5A3B-334F-B32E-597B62ACB14E}" type="slidenum">
              <a:rPr lang="en-US" smtClean="0"/>
              <a:t>‹#›</a:t>
            </a:fld>
            <a:endParaRPr lang="en-US"/>
          </a:p>
        </p:txBody>
      </p:sp>
      <p:sp>
        <p:nvSpPr>
          <p:cNvPr id="5" name="Title 4">
            <a:extLst>
              <a:ext uri="{FF2B5EF4-FFF2-40B4-BE49-F238E27FC236}">
                <a16:creationId xmlns:a16="http://schemas.microsoft.com/office/drawing/2014/main" id="{E85F226C-43CE-594E-AD3C-C85FE1321C5D}"/>
              </a:ext>
            </a:extLst>
          </p:cNvPr>
          <p:cNvSpPr>
            <a:spLocks noGrp="1"/>
          </p:cNvSpPr>
          <p:nvPr>
            <p:ph type="title" hasCustomPrompt="1"/>
          </p:nvPr>
        </p:nvSpPr>
        <p:spPr>
          <a:xfrm>
            <a:off x="82429" y="163640"/>
            <a:ext cx="11236280" cy="457200"/>
          </a:xfrm>
        </p:spPr>
        <p:txBody>
          <a:bodyPr/>
          <a:lstStyle>
            <a:lvl1pPr>
              <a:defRPr b="1" i="0" spc="0">
                <a:latin typeface="Galano Grotesque" pitchFamily="2" charset="77"/>
              </a:defRPr>
            </a:lvl1pPr>
          </a:lstStyle>
          <a:p>
            <a:r>
              <a:rPr lang="en-US"/>
              <a:t>Header goes here, can be up to two lines.</a:t>
            </a:r>
          </a:p>
        </p:txBody>
      </p:sp>
    </p:spTree>
    <p:extLst>
      <p:ext uri="{BB962C8B-B14F-4D97-AF65-F5344CB8AC3E}">
        <p14:creationId xmlns:p14="http://schemas.microsoft.com/office/powerpoint/2010/main" val="1861501419"/>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ustom Layout">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6B95F22-DC9C-A444-ABEC-21D5EC88B890}"/>
              </a:ext>
            </a:extLst>
          </p:cNvPr>
          <p:cNvSpPr/>
          <p:nvPr userDrawn="1"/>
        </p:nvSpPr>
        <p:spPr>
          <a:xfrm>
            <a:off x="6010101" y="0"/>
            <a:ext cx="6181899" cy="6858000"/>
          </a:xfrm>
          <a:prstGeom prst="rect">
            <a:avLst/>
          </a:prstGeom>
          <a:solidFill>
            <a:srgbClr val="9542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Slide Number Placeholder 2">
            <a:extLst>
              <a:ext uri="{FF2B5EF4-FFF2-40B4-BE49-F238E27FC236}">
                <a16:creationId xmlns:a16="http://schemas.microsoft.com/office/drawing/2014/main" id="{E54C93B9-1687-7F40-AC43-5BEDD6246754}"/>
              </a:ext>
            </a:extLst>
          </p:cNvPr>
          <p:cNvSpPr>
            <a:spLocks noGrp="1"/>
          </p:cNvSpPr>
          <p:nvPr>
            <p:ph type="sldNum" sz="quarter" idx="10"/>
          </p:nvPr>
        </p:nvSpPr>
        <p:spPr/>
        <p:txBody>
          <a:bodyPr/>
          <a:lstStyle>
            <a:lvl1pPr>
              <a:defRPr>
                <a:solidFill>
                  <a:schemeClr val="bg1"/>
                </a:solidFill>
              </a:defRPr>
            </a:lvl1pPr>
          </a:lstStyle>
          <a:p>
            <a:fld id="{43810C2F-5A3B-334F-B32E-597B62ACB14E}" type="slidenum">
              <a:rPr lang="en-US" smtClean="0"/>
              <a:pPr/>
              <a:t>‹#›</a:t>
            </a:fld>
            <a:endParaRPr lang="en-US"/>
          </a:p>
        </p:txBody>
      </p:sp>
      <p:sp>
        <p:nvSpPr>
          <p:cNvPr id="4" name="Footer Placeholder 3">
            <a:extLst>
              <a:ext uri="{FF2B5EF4-FFF2-40B4-BE49-F238E27FC236}">
                <a16:creationId xmlns:a16="http://schemas.microsoft.com/office/drawing/2014/main" id="{F6F00605-558F-AE42-AAC1-757C728044BE}"/>
              </a:ext>
            </a:extLst>
          </p:cNvPr>
          <p:cNvSpPr>
            <a:spLocks noGrp="1"/>
          </p:cNvSpPr>
          <p:nvPr>
            <p:ph type="ftr" sz="quarter" idx="12"/>
          </p:nvPr>
        </p:nvSpPr>
        <p:spPr>
          <a:xfrm>
            <a:off x="3230880" y="6356351"/>
            <a:ext cx="4114800" cy="365125"/>
          </a:xfrm>
          <a:prstGeom prst="rect">
            <a:avLst/>
          </a:prstGeom>
        </p:spPr>
        <p:txBody>
          <a:bodyPr/>
          <a:lstStyle/>
          <a:p>
            <a:endParaRPr lang="en-US"/>
          </a:p>
        </p:txBody>
      </p:sp>
      <p:sp>
        <p:nvSpPr>
          <p:cNvPr id="12" name="Content Placeholder 11">
            <a:extLst>
              <a:ext uri="{FF2B5EF4-FFF2-40B4-BE49-F238E27FC236}">
                <a16:creationId xmlns:a16="http://schemas.microsoft.com/office/drawing/2014/main" id="{D3978CB1-8939-45BB-B5B7-628D640B07A1}"/>
              </a:ext>
            </a:extLst>
          </p:cNvPr>
          <p:cNvSpPr>
            <a:spLocks noGrp="1"/>
          </p:cNvSpPr>
          <p:nvPr>
            <p:ph sz="quarter" idx="13"/>
          </p:nvPr>
        </p:nvSpPr>
        <p:spPr>
          <a:xfrm>
            <a:off x="6767990" y="980902"/>
            <a:ext cx="4570412" cy="4798492"/>
          </a:xfrm>
          <a:prstGeom prst="rect">
            <a:avLst/>
          </a:prstGeom>
        </p:spPr>
        <p:txBody>
          <a:bodyPr/>
          <a:lstStyle>
            <a:lvl1pPr>
              <a:defRPr sz="1400">
                <a:solidFill>
                  <a:schemeClr val="bg1"/>
                </a:solidFill>
                <a:latin typeface="Arial" panose="020B0604020202020204" pitchFamily="34" charset="0"/>
                <a:cs typeface="Arial" panose="020B0604020202020204" pitchFamily="34" charset="0"/>
              </a:defRPr>
            </a:lvl1pPr>
            <a:lvl2pPr>
              <a:defRPr sz="1400">
                <a:solidFill>
                  <a:schemeClr val="bg1"/>
                </a:solidFill>
                <a:latin typeface="Arial" panose="020B0604020202020204" pitchFamily="34" charset="0"/>
                <a:cs typeface="Arial" panose="020B0604020202020204" pitchFamily="34" charset="0"/>
              </a:defRPr>
            </a:lvl2pPr>
            <a:lvl3pPr>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4">
            <a:extLst>
              <a:ext uri="{FF2B5EF4-FFF2-40B4-BE49-F238E27FC236}">
                <a16:creationId xmlns:a16="http://schemas.microsoft.com/office/drawing/2014/main" id="{AA94A9A1-5175-454E-B5A2-2F11E2121542}"/>
              </a:ext>
            </a:extLst>
          </p:cNvPr>
          <p:cNvSpPr>
            <a:spLocks noGrp="1"/>
          </p:cNvSpPr>
          <p:nvPr>
            <p:ph type="title" hasCustomPrompt="1"/>
          </p:nvPr>
        </p:nvSpPr>
        <p:spPr>
          <a:xfrm>
            <a:off x="82431" y="161238"/>
            <a:ext cx="4913609" cy="457200"/>
          </a:xfrm>
        </p:spPr>
        <p:txBody>
          <a:bodyPr/>
          <a:lstStyle>
            <a:lvl1pPr algn="l" defTabSz="914377" rtl="0" eaLnBrk="1" latinLnBrk="0" hangingPunct="1">
              <a:lnSpc>
                <a:spcPct val="90000"/>
              </a:lnSpc>
              <a:spcBef>
                <a:spcPct val="0"/>
              </a:spcBef>
              <a:buNone/>
              <a:defRPr lang="en-US" sz="2400" b="1" i="0" kern="1200" spc="0" dirty="0">
                <a:solidFill>
                  <a:srgbClr val="5F285E"/>
                </a:solidFill>
                <a:latin typeface="Galano Grotesque" pitchFamily="2" charset="77"/>
                <a:ea typeface="+mj-ea"/>
                <a:cs typeface="+mj-cs"/>
              </a:defRPr>
            </a:lvl1pPr>
          </a:lstStyle>
          <a:p>
            <a:r>
              <a:rPr lang="en-US"/>
              <a:t>Header.</a:t>
            </a:r>
          </a:p>
        </p:txBody>
      </p:sp>
    </p:spTree>
    <p:extLst>
      <p:ext uri="{BB962C8B-B14F-4D97-AF65-F5344CB8AC3E}">
        <p14:creationId xmlns:p14="http://schemas.microsoft.com/office/powerpoint/2010/main" val="3373044562"/>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Header, Subheading, body 1 col">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0F13A179-AB6A-9449-B872-F5E774385FB5}"/>
              </a:ext>
            </a:extLst>
          </p:cNvPr>
          <p:cNvSpPr>
            <a:spLocks noGrp="1"/>
          </p:cNvSpPr>
          <p:nvPr>
            <p:ph type="sldNum" sz="quarter" idx="12"/>
          </p:nvPr>
        </p:nvSpPr>
        <p:spPr/>
        <p:txBody>
          <a:bodyPr/>
          <a:lstStyle/>
          <a:p>
            <a:fld id="{43810C2F-5A3B-334F-B32E-597B62ACB14E}" type="slidenum">
              <a:rPr lang="en-US" smtClean="0"/>
              <a:t>‹#›</a:t>
            </a:fld>
            <a:endParaRPr lang="en-US"/>
          </a:p>
        </p:txBody>
      </p:sp>
      <p:sp>
        <p:nvSpPr>
          <p:cNvPr id="7" name="Content Placeholder 6">
            <a:extLst>
              <a:ext uri="{FF2B5EF4-FFF2-40B4-BE49-F238E27FC236}">
                <a16:creationId xmlns:a16="http://schemas.microsoft.com/office/drawing/2014/main" id="{72A48076-DC05-416D-A57B-28233B9DA03F}"/>
              </a:ext>
            </a:extLst>
          </p:cNvPr>
          <p:cNvSpPr>
            <a:spLocks noGrp="1"/>
          </p:cNvSpPr>
          <p:nvPr>
            <p:ph sz="quarter" idx="16"/>
          </p:nvPr>
        </p:nvSpPr>
        <p:spPr>
          <a:xfrm>
            <a:off x="510798" y="2185261"/>
            <a:ext cx="11185902" cy="2107770"/>
          </a:xfrm>
          <a:prstGeom prst="rect">
            <a:avLst/>
          </a:prstGeom>
        </p:spPr>
        <p:txBody>
          <a:bodyPr/>
          <a:lstStyle>
            <a:lvl1pPr>
              <a:defRPr sz="1400">
                <a:latin typeface="Arial" panose="020B0604020202020204" pitchFamily="34" charset="0"/>
                <a:cs typeface="Arial" panose="020B0604020202020204" pitchFamily="34" charset="0"/>
              </a:defRPr>
            </a:lvl1pPr>
            <a:lvl2pPr>
              <a:defRPr sz="1400">
                <a:latin typeface="Arial" panose="020B0604020202020204" pitchFamily="34" charset="0"/>
                <a:cs typeface="Arial" panose="020B0604020202020204" pitchFamily="34" charset="0"/>
              </a:defRPr>
            </a:lvl2pPr>
            <a:lvl3pPr>
              <a:defRPr sz="14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sz="14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4">
            <a:extLst>
              <a:ext uri="{FF2B5EF4-FFF2-40B4-BE49-F238E27FC236}">
                <a16:creationId xmlns:a16="http://schemas.microsoft.com/office/drawing/2014/main" id="{1E8F3118-115D-A44E-B4F7-684676F039BF}"/>
              </a:ext>
            </a:extLst>
          </p:cNvPr>
          <p:cNvSpPr>
            <a:spLocks noGrp="1"/>
          </p:cNvSpPr>
          <p:nvPr>
            <p:ph type="title" hasCustomPrompt="1"/>
          </p:nvPr>
        </p:nvSpPr>
        <p:spPr>
          <a:xfrm>
            <a:off x="82428" y="163640"/>
            <a:ext cx="11236280" cy="457200"/>
          </a:xfrm>
        </p:spPr>
        <p:txBody>
          <a:bodyPr/>
          <a:lstStyle>
            <a:lvl1pPr algn="l" defTabSz="914377" rtl="0" eaLnBrk="1" latinLnBrk="0" hangingPunct="1">
              <a:lnSpc>
                <a:spcPct val="90000"/>
              </a:lnSpc>
              <a:spcBef>
                <a:spcPct val="0"/>
              </a:spcBef>
              <a:buNone/>
              <a:defRPr lang="en-US" sz="2400" b="1" i="0" kern="1200" spc="0" dirty="0">
                <a:solidFill>
                  <a:srgbClr val="5F285E"/>
                </a:solidFill>
                <a:latin typeface="Galano Grotesque" pitchFamily="2" charset="77"/>
                <a:ea typeface="+mj-ea"/>
                <a:cs typeface="+mj-cs"/>
              </a:defRPr>
            </a:lvl1pPr>
          </a:lstStyle>
          <a:p>
            <a:r>
              <a:rPr lang="en-US"/>
              <a:t>Header goes here, can be up to two lines.</a:t>
            </a:r>
          </a:p>
        </p:txBody>
      </p:sp>
      <p:sp>
        <p:nvSpPr>
          <p:cNvPr id="9" name="Text Placeholder 6">
            <a:extLst>
              <a:ext uri="{FF2B5EF4-FFF2-40B4-BE49-F238E27FC236}">
                <a16:creationId xmlns:a16="http://schemas.microsoft.com/office/drawing/2014/main" id="{ACBDEBB4-2DC0-9E4B-A71B-1FCBD2C4E45C}"/>
              </a:ext>
            </a:extLst>
          </p:cNvPr>
          <p:cNvSpPr>
            <a:spLocks noGrp="1"/>
          </p:cNvSpPr>
          <p:nvPr>
            <p:ph type="body" sz="quarter" idx="15" hasCustomPrompt="1"/>
          </p:nvPr>
        </p:nvSpPr>
        <p:spPr>
          <a:xfrm>
            <a:off x="461375" y="775052"/>
            <a:ext cx="4203700" cy="690562"/>
          </a:xfrm>
          <a:prstGeom prst="rect">
            <a:avLst/>
          </a:prstGeom>
        </p:spPr>
        <p:txBody>
          <a:bodyPr/>
          <a:lstStyle>
            <a:lvl1pPr marL="0" indent="0">
              <a:buNone/>
              <a:defRPr lang="en-US" sz="1800" b="0" i="0" kern="1200" dirty="0">
                <a:solidFill>
                  <a:srgbClr val="5F285E"/>
                </a:solidFill>
                <a:latin typeface="Galano Grotesque Medium" pitchFamily="2" charset="77"/>
                <a:ea typeface="+mn-ea"/>
                <a:cs typeface="+mn-cs"/>
              </a:defRPr>
            </a:lvl1pPr>
          </a:lstStyle>
          <a:p>
            <a:pPr marL="0" lvl="0" indent="0" algn="l" defTabSz="914377" rtl="0" eaLnBrk="1" latinLnBrk="0" hangingPunct="1">
              <a:lnSpc>
                <a:spcPct val="90000"/>
              </a:lnSpc>
              <a:spcBef>
                <a:spcPts val="1000"/>
              </a:spcBef>
              <a:buFont typeface="Arial" panose="020B0604020202020204" pitchFamily="34" charset="0"/>
              <a:buNone/>
            </a:pPr>
            <a:r>
              <a:rPr lang="en-US"/>
              <a:t>Subhead here.</a:t>
            </a:r>
          </a:p>
        </p:txBody>
      </p:sp>
    </p:spTree>
    <p:extLst>
      <p:ext uri="{BB962C8B-B14F-4D97-AF65-F5344CB8AC3E}">
        <p14:creationId xmlns:p14="http://schemas.microsoft.com/office/powerpoint/2010/main" val="272740579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Header, body 1 col">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0F13A179-AB6A-9449-B872-F5E774385FB5}"/>
              </a:ext>
            </a:extLst>
          </p:cNvPr>
          <p:cNvSpPr>
            <a:spLocks noGrp="1"/>
          </p:cNvSpPr>
          <p:nvPr>
            <p:ph type="sldNum" sz="quarter" idx="12"/>
          </p:nvPr>
        </p:nvSpPr>
        <p:spPr/>
        <p:txBody>
          <a:bodyPr/>
          <a:lstStyle/>
          <a:p>
            <a:fld id="{43810C2F-5A3B-334F-B32E-597B62ACB14E}" type="slidenum">
              <a:rPr lang="en-US" smtClean="0"/>
              <a:t>‹#›</a:t>
            </a:fld>
            <a:endParaRPr lang="en-US"/>
          </a:p>
        </p:txBody>
      </p:sp>
      <p:sp>
        <p:nvSpPr>
          <p:cNvPr id="7" name="Content Placeholder 6">
            <a:extLst>
              <a:ext uri="{FF2B5EF4-FFF2-40B4-BE49-F238E27FC236}">
                <a16:creationId xmlns:a16="http://schemas.microsoft.com/office/drawing/2014/main" id="{5807256F-2DF0-4A3E-AFDC-AF1A97062FD0}"/>
              </a:ext>
            </a:extLst>
          </p:cNvPr>
          <p:cNvSpPr>
            <a:spLocks noGrp="1"/>
          </p:cNvSpPr>
          <p:nvPr>
            <p:ph sz="quarter" idx="16"/>
          </p:nvPr>
        </p:nvSpPr>
        <p:spPr>
          <a:xfrm>
            <a:off x="510798" y="2247254"/>
            <a:ext cx="11185902" cy="3644064"/>
          </a:xfrm>
          <a:prstGeom prst="rect">
            <a:avLst/>
          </a:prstGeom>
        </p:spPr>
        <p:txBody>
          <a:bodyPr/>
          <a:lstStyle>
            <a:lvl1pPr>
              <a:defRPr sz="1400">
                <a:latin typeface="Arial" panose="020B0604020202020204" pitchFamily="34" charset="0"/>
                <a:cs typeface="Arial" panose="020B0604020202020204" pitchFamily="34" charset="0"/>
              </a:defRPr>
            </a:lvl1pPr>
            <a:lvl2pPr>
              <a:defRPr sz="1400">
                <a:latin typeface="Arial" panose="020B0604020202020204" pitchFamily="34" charset="0"/>
                <a:cs typeface="Arial" panose="020B0604020202020204" pitchFamily="34" charset="0"/>
              </a:defRPr>
            </a:lvl2pPr>
            <a:lvl3pPr>
              <a:defRPr sz="14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sz="14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4">
            <a:extLst>
              <a:ext uri="{FF2B5EF4-FFF2-40B4-BE49-F238E27FC236}">
                <a16:creationId xmlns:a16="http://schemas.microsoft.com/office/drawing/2014/main" id="{2B774E0E-415E-A44B-9279-B8180C012119}"/>
              </a:ext>
            </a:extLst>
          </p:cNvPr>
          <p:cNvSpPr>
            <a:spLocks noGrp="1"/>
          </p:cNvSpPr>
          <p:nvPr>
            <p:ph type="title" hasCustomPrompt="1"/>
          </p:nvPr>
        </p:nvSpPr>
        <p:spPr>
          <a:xfrm>
            <a:off x="90667" y="167026"/>
            <a:ext cx="11185902" cy="457200"/>
          </a:xfrm>
        </p:spPr>
        <p:txBody>
          <a:bodyPr/>
          <a:lstStyle>
            <a:lvl1pPr>
              <a:defRPr b="1" i="0" spc="0">
                <a:latin typeface="Galano Grotesque" pitchFamily="2" charset="77"/>
              </a:defRPr>
            </a:lvl1pPr>
          </a:lstStyle>
          <a:p>
            <a:r>
              <a:rPr lang="en-US"/>
              <a:t>Header goes here, can be up to two lines.</a:t>
            </a:r>
          </a:p>
        </p:txBody>
      </p:sp>
      <p:sp>
        <p:nvSpPr>
          <p:cNvPr id="9" name="Text Placeholder 6">
            <a:extLst>
              <a:ext uri="{FF2B5EF4-FFF2-40B4-BE49-F238E27FC236}">
                <a16:creationId xmlns:a16="http://schemas.microsoft.com/office/drawing/2014/main" id="{777FCABF-74F6-494A-9B96-C0C2E781D821}"/>
              </a:ext>
            </a:extLst>
          </p:cNvPr>
          <p:cNvSpPr>
            <a:spLocks noGrp="1"/>
          </p:cNvSpPr>
          <p:nvPr>
            <p:ph type="body" sz="quarter" idx="15" hasCustomPrompt="1"/>
          </p:nvPr>
        </p:nvSpPr>
        <p:spPr>
          <a:xfrm>
            <a:off x="461370" y="778130"/>
            <a:ext cx="4203700" cy="690562"/>
          </a:xfrm>
          <a:prstGeom prst="rect">
            <a:avLst/>
          </a:prstGeom>
        </p:spPr>
        <p:txBody>
          <a:bodyPr/>
          <a:lstStyle>
            <a:lvl1pPr marL="0" indent="0">
              <a:buNone/>
              <a:defRPr lang="en-US" sz="1800" b="0" i="0" kern="1200" dirty="0">
                <a:solidFill>
                  <a:srgbClr val="5F285E"/>
                </a:solidFill>
                <a:latin typeface="Galano Grotesque Medium" pitchFamily="2" charset="77"/>
                <a:ea typeface="+mn-ea"/>
                <a:cs typeface="+mn-cs"/>
              </a:defRPr>
            </a:lvl1pPr>
          </a:lstStyle>
          <a:p>
            <a:pPr marL="0" lvl="0" indent="0" algn="l" defTabSz="914377" rtl="0" eaLnBrk="1" latinLnBrk="0" hangingPunct="1">
              <a:lnSpc>
                <a:spcPct val="90000"/>
              </a:lnSpc>
              <a:spcBef>
                <a:spcPts val="1000"/>
              </a:spcBef>
              <a:buFont typeface="Arial" panose="020B0604020202020204" pitchFamily="34" charset="0"/>
              <a:buNone/>
            </a:pPr>
            <a:r>
              <a:rPr lang="en-US"/>
              <a:t>Subhead here.</a:t>
            </a:r>
          </a:p>
        </p:txBody>
      </p:sp>
    </p:spTree>
    <p:extLst>
      <p:ext uri="{BB962C8B-B14F-4D97-AF65-F5344CB8AC3E}">
        <p14:creationId xmlns:p14="http://schemas.microsoft.com/office/powerpoint/2010/main" val="22846353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Header, Subheading, body 2 co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28844-31B5-EC49-8DF9-BA27EE0BB257}"/>
              </a:ext>
            </a:extLst>
          </p:cNvPr>
          <p:cNvSpPr>
            <a:spLocks noGrp="1"/>
          </p:cNvSpPr>
          <p:nvPr>
            <p:ph type="title" hasCustomPrompt="1"/>
          </p:nvPr>
        </p:nvSpPr>
        <p:spPr>
          <a:xfrm>
            <a:off x="83402" y="166817"/>
            <a:ext cx="10515600" cy="457200"/>
          </a:xfrm>
        </p:spPr>
        <p:txBody>
          <a:bodyPr/>
          <a:lstStyle>
            <a:lvl1pPr>
              <a:defRPr/>
            </a:lvl1pPr>
          </a:lstStyle>
          <a:p>
            <a:r>
              <a:rPr lang="en-US"/>
              <a:t>Header goes here.</a:t>
            </a:r>
          </a:p>
        </p:txBody>
      </p:sp>
      <p:sp>
        <p:nvSpPr>
          <p:cNvPr id="9" name="Slide Number Placeholder 8">
            <a:extLst>
              <a:ext uri="{FF2B5EF4-FFF2-40B4-BE49-F238E27FC236}">
                <a16:creationId xmlns:a16="http://schemas.microsoft.com/office/drawing/2014/main" id="{6F657573-2FC7-BE42-8D31-971ACDB64964}"/>
              </a:ext>
            </a:extLst>
          </p:cNvPr>
          <p:cNvSpPr>
            <a:spLocks noGrp="1"/>
          </p:cNvSpPr>
          <p:nvPr>
            <p:ph type="sldNum" sz="quarter" idx="12"/>
          </p:nvPr>
        </p:nvSpPr>
        <p:spPr/>
        <p:txBody>
          <a:bodyPr/>
          <a:lstStyle/>
          <a:p>
            <a:fld id="{43810C2F-5A3B-334F-B32E-597B62ACB14E}" type="slidenum">
              <a:rPr lang="en-US" smtClean="0"/>
              <a:t>‹#›</a:t>
            </a:fld>
            <a:endParaRPr lang="en-US"/>
          </a:p>
        </p:txBody>
      </p:sp>
      <p:sp>
        <p:nvSpPr>
          <p:cNvPr id="10" name="Content Placeholder 3">
            <a:extLst>
              <a:ext uri="{FF2B5EF4-FFF2-40B4-BE49-F238E27FC236}">
                <a16:creationId xmlns:a16="http://schemas.microsoft.com/office/drawing/2014/main" id="{324BD615-0D3D-4613-A3FB-89E18979AD1A}"/>
              </a:ext>
            </a:extLst>
          </p:cNvPr>
          <p:cNvSpPr>
            <a:spLocks noGrp="1"/>
          </p:cNvSpPr>
          <p:nvPr>
            <p:ph sz="quarter" idx="15" hasCustomPrompt="1"/>
          </p:nvPr>
        </p:nvSpPr>
        <p:spPr>
          <a:xfrm>
            <a:off x="800100" y="928690"/>
            <a:ext cx="5157787" cy="539115"/>
          </a:xfrm>
          <a:prstGeom prst="rect">
            <a:avLst/>
          </a:prstGeom>
        </p:spPr>
        <p:txBody>
          <a:bodyPr/>
          <a:lstStyle>
            <a:lvl1pPr>
              <a:defRPr lang="en-US" sz="1800" b="0" i="0" kern="1200" dirty="0">
                <a:solidFill>
                  <a:srgbClr val="5F285E"/>
                </a:solidFill>
                <a:latin typeface="Galano Grotesque Medium" pitchFamily="2" charset="77"/>
                <a:ea typeface="+mn-ea"/>
                <a:cs typeface="+mn-cs"/>
              </a:defRPr>
            </a:lvl1pPr>
            <a:lvl2pPr>
              <a:defRPr sz="1800" b="1"/>
            </a:lvl2pPr>
            <a:lvl3pPr>
              <a:defRPr sz="1800" b="1"/>
            </a:lvl3pPr>
            <a:lvl4pPr>
              <a:defRPr sz="1800" b="1"/>
            </a:lvl4pPr>
            <a:lvl5pPr>
              <a:defRPr sz="1800" b="1"/>
            </a:lvl5pPr>
          </a:lstStyle>
          <a:p>
            <a:pPr marL="0" lvl="0" indent="0" algn="l" defTabSz="914377" rtl="0" eaLnBrk="1" latinLnBrk="0" hangingPunct="1">
              <a:lnSpc>
                <a:spcPct val="90000"/>
              </a:lnSpc>
              <a:spcBef>
                <a:spcPts val="1000"/>
              </a:spcBef>
              <a:buFont typeface="Arial" panose="020B0604020202020204" pitchFamily="34" charset="0"/>
              <a:buNone/>
            </a:pPr>
            <a:r>
              <a:rPr lang="en-US"/>
              <a:t>Subhead here.</a:t>
            </a:r>
          </a:p>
        </p:txBody>
      </p:sp>
      <p:sp>
        <p:nvSpPr>
          <p:cNvPr id="11" name="Content Placeholder 6">
            <a:extLst>
              <a:ext uri="{FF2B5EF4-FFF2-40B4-BE49-F238E27FC236}">
                <a16:creationId xmlns:a16="http://schemas.microsoft.com/office/drawing/2014/main" id="{E2A1C334-C030-4F7D-9609-8438B84BAAE5}"/>
              </a:ext>
            </a:extLst>
          </p:cNvPr>
          <p:cNvSpPr>
            <a:spLocks noGrp="1"/>
          </p:cNvSpPr>
          <p:nvPr>
            <p:ph sz="quarter" idx="16"/>
          </p:nvPr>
        </p:nvSpPr>
        <p:spPr>
          <a:xfrm>
            <a:off x="800100" y="1611670"/>
            <a:ext cx="5157787" cy="4437995"/>
          </a:xfrm>
          <a:prstGeom prst="rect">
            <a:avLst/>
          </a:prstGeom>
        </p:spPr>
        <p:txBody>
          <a:bodyPr/>
          <a:lstStyle>
            <a:lvl1pPr>
              <a:defRPr sz="1400">
                <a:latin typeface="Arial" panose="020B0604020202020204" pitchFamily="34" charset="0"/>
                <a:cs typeface="Arial" panose="020B0604020202020204" pitchFamily="34" charset="0"/>
              </a:defRPr>
            </a:lvl1pPr>
            <a:lvl2pPr>
              <a:defRPr sz="1400">
                <a:latin typeface="Arial" panose="020B0604020202020204" pitchFamily="34" charset="0"/>
                <a:cs typeface="Arial" panose="020B0604020202020204" pitchFamily="34" charset="0"/>
              </a:defRPr>
            </a:lvl2pPr>
            <a:lvl3pPr>
              <a:defRPr sz="14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sz="14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a:extLst>
              <a:ext uri="{FF2B5EF4-FFF2-40B4-BE49-F238E27FC236}">
                <a16:creationId xmlns:a16="http://schemas.microsoft.com/office/drawing/2014/main" id="{CDE4DC65-ECCA-47FB-8337-4E7BDA9B18D8}"/>
              </a:ext>
            </a:extLst>
          </p:cNvPr>
          <p:cNvSpPr>
            <a:spLocks noGrp="1"/>
          </p:cNvSpPr>
          <p:nvPr>
            <p:ph sz="quarter" idx="17" hasCustomPrompt="1"/>
          </p:nvPr>
        </p:nvSpPr>
        <p:spPr>
          <a:xfrm>
            <a:off x="6157913" y="936445"/>
            <a:ext cx="5157787" cy="539115"/>
          </a:xfrm>
          <a:prstGeom prst="rect">
            <a:avLst/>
          </a:prstGeom>
        </p:spPr>
        <p:txBody>
          <a:bodyPr/>
          <a:lstStyle>
            <a:lvl1pPr>
              <a:defRPr lang="en-US" sz="1800" b="0" i="0" kern="1200" dirty="0">
                <a:solidFill>
                  <a:srgbClr val="5F285E"/>
                </a:solidFill>
                <a:latin typeface="Galano Grotesque Medium" pitchFamily="2" charset="77"/>
                <a:ea typeface="+mn-ea"/>
                <a:cs typeface="+mn-cs"/>
              </a:defRPr>
            </a:lvl1pPr>
            <a:lvl2pPr>
              <a:defRPr sz="1800" b="1"/>
            </a:lvl2pPr>
            <a:lvl3pPr>
              <a:defRPr sz="1800" b="1"/>
            </a:lvl3pPr>
            <a:lvl4pPr>
              <a:defRPr sz="1800" b="1"/>
            </a:lvl4pPr>
            <a:lvl5pPr>
              <a:defRPr sz="1800" b="1"/>
            </a:lvl5pPr>
          </a:lstStyle>
          <a:p>
            <a:pPr marL="0" lvl="0" indent="0" algn="l" defTabSz="914377" rtl="0" eaLnBrk="1" latinLnBrk="0" hangingPunct="1">
              <a:lnSpc>
                <a:spcPct val="90000"/>
              </a:lnSpc>
              <a:spcBef>
                <a:spcPts val="1000"/>
              </a:spcBef>
              <a:buFont typeface="Arial" panose="020B0604020202020204" pitchFamily="34" charset="0"/>
              <a:buNone/>
            </a:pPr>
            <a:r>
              <a:rPr lang="en-US"/>
              <a:t>Subhead here.</a:t>
            </a:r>
          </a:p>
        </p:txBody>
      </p:sp>
      <p:sp>
        <p:nvSpPr>
          <p:cNvPr id="13" name="Content Placeholder 6">
            <a:extLst>
              <a:ext uri="{FF2B5EF4-FFF2-40B4-BE49-F238E27FC236}">
                <a16:creationId xmlns:a16="http://schemas.microsoft.com/office/drawing/2014/main" id="{76332042-C0EC-41FE-8843-B45406DB3857}"/>
              </a:ext>
            </a:extLst>
          </p:cNvPr>
          <p:cNvSpPr>
            <a:spLocks noGrp="1"/>
          </p:cNvSpPr>
          <p:nvPr>
            <p:ph sz="quarter" idx="18"/>
          </p:nvPr>
        </p:nvSpPr>
        <p:spPr>
          <a:xfrm>
            <a:off x="6157913" y="1626741"/>
            <a:ext cx="5157787" cy="4437995"/>
          </a:xfrm>
          <a:prstGeom prst="rect">
            <a:avLst/>
          </a:prstGeom>
        </p:spPr>
        <p:txBody>
          <a:bodyPr/>
          <a:lstStyle>
            <a:lvl1pPr>
              <a:defRPr sz="1400">
                <a:latin typeface="Arial" panose="020B0604020202020204" pitchFamily="34" charset="0"/>
                <a:cs typeface="Arial" panose="020B0604020202020204" pitchFamily="34" charset="0"/>
              </a:defRPr>
            </a:lvl1pPr>
            <a:lvl2pPr>
              <a:defRPr sz="1400">
                <a:latin typeface="Arial" panose="020B0604020202020204" pitchFamily="34" charset="0"/>
                <a:cs typeface="Arial" panose="020B0604020202020204" pitchFamily="34" charset="0"/>
              </a:defRPr>
            </a:lvl2pPr>
            <a:lvl3pPr>
              <a:defRPr sz="14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sz="14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3970339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Header, Subheading, body 2 co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28844-31B5-EC49-8DF9-BA27EE0BB257}"/>
              </a:ext>
            </a:extLst>
          </p:cNvPr>
          <p:cNvSpPr>
            <a:spLocks noGrp="1"/>
          </p:cNvSpPr>
          <p:nvPr>
            <p:ph type="title" hasCustomPrompt="1"/>
          </p:nvPr>
        </p:nvSpPr>
        <p:spPr>
          <a:xfrm>
            <a:off x="83408" y="164757"/>
            <a:ext cx="10515600" cy="457200"/>
          </a:xfrm>
        </p:spPr>
        <p:txBody>
          <a:bodyPr/>
          <a:lstStyle/>
          <a:p>
            <a:r>
              <a:rPr lang="en-US"/>
              <a:t>Header goes here.</a:t>
            </a:r>
          </a:p>
        </p:txBody>
      </p:sp>
      <p:sp>
        <p:nvSpPr>
          <p:cNvPr id="9" name="Slide Number Placeholder 8">
            <a:extLst>
              <a:ext uri="{FF2B5EF4-FFF2-40B4-BE49-F238E27FC236}">
                <a16:creationId xmlns:a16="http://schemas.microsoft.com/office/drawing/2014/main" id="{6F657573-2FC7-BE42-8D31-971ACDB64964}"/>
              </a:ext>
            </a:extLst>
          </p:cNvPr>
          <p:cNvSpPr>
            <a:spLocks noGrp="1"/>
          </p:cNvSpPr>
          <p:nvPr>
            <p:ph type="sldNum" sz="quarter" idx="12"/>
          </p:nvPr>
        </p:nvSpPr>
        <p:spPr/>
        <p:txBody>
          <a:bodyPr/>
          <a:lstStyle/>
          <a:p>
            <a:fld id="{43810C2F-5A3B-334F-B32E-597B62ACB14E}" type="slidenum">
              <a:rPr lang="en-US" smtClean="0"/>
              <a:t>‹#›</a:t>
            </a:fld>
            <a:endParaRPr lang="en-US"/>
          </a:p>
        </p:txBody>
      </p:sp>
      <p:sp>
        <p:nvSpPr>
          <p:cNvPr id="11" name="Content Placeholder 6">
            <a:extLst>
              <a:ext uri="{FF2B5EF4-FFF2-40B4-BE49-F238E27FC236}">
                <a16:creationId xmlns:a16="http://schemas.microsoft.com/office/drawing/2014/main" id="{E2A1C334-C030-4F7D-9609-8438B84BAAE5}"/>
              </a:ext>
            </a:extLst>
          </p:cNvPr>
          <p:cNvSpPr>
            <a:spLocks noGrp="1"/>
          </p:cNvSpPr>
          <p:nvPr>
            <p:ph sz="quarter" idx="16"/>
          </p:nvPr>
        </p:nvSpPr>
        <p:spPr>
          <a:xfrm>
            <a:off x="800100" y="980903"/>
            <a:ext cx="5157787" cy="5068763"/>
          </a:xfrm>
          <a:prstGeom prst="rect">
            <a:avLst/>
          </a:prstGeom>
        </p:spPr>
        <p:txBody>
          <a:bodyPr/>
          <a:lstStyle>
            <a:lvl1pPr>
              <a:defRPr sz="1400">
                <a:latin typeface="Arial" panose="020B0604020202020204" pitchFamily="34" charset="0"/>
                <a:cs typeface="Arial" panose="020B0604020202020204" pitchFamily="34" charset="0"/>
              </a:defRPr>
            </a:lvl1pPr>
            <a:lvl2pPr>
              <a:defRPr sz="1400">
                <a:latin typeface="Arial" panose="020B0604020202020204" pitchFamily="34" charset="0"/>
                <a:cs typeface="Arial" panose="020B0604020202020204" pitchFamily="34" charset="0"/>
              </a:defRPr>
            </a:lvl2pPr>
            <a:lvl3pPr>
              <a:defRPr sz="14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sz="14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6">
            <a:extLst>
              <a:ext uri="{FF2B5EF4-FFF2-40B4-BE49-F238E27FC236}">
                <a16:creationId xmlns:a16="http://schemas.microsoft.com/office/drawing/2014/main" id="{76332042-C0EC-41FE-8843-B45406DB3857}"/>
              </a:ext>
            </a:extLst>
          </p:cNvPr>
          <p:cNvSpPr>
            <a:spLocks noGrp="1"/>
          </p:cNvSpPr>
          <p:nvPr>
            <p:ph sz="quarter" idx="18"/>
          </p:nvPr>
        </p:nvSpPr>
        <p:spPr>
          <a:xfrm>
            <a:off x="6157913" y="995973"/>
            <a:ext cx="5157787" cy="5068763"/>
          </a:xfrm>
          <a:prstGeom prst="rect">
            <a:avLst/>
          </a:prstGeom>
        </p:spPr>
        <p:txBody>
          <a:bodyPr/>
          <a:lstStyle>
            <a:lvl1pPr>
              <a:defRPr sz="1400">
                <a:latin typeface="Arial" panose="020B0604020202020204" pitchFamily="34" charset="0"/>
                <a:cs typeface="Arial" panose="020B0604020202020204" pitchFamily="34" charset="0"/>
              </a:defRPr>
            </a:lvl1pPr>
            <a:lvl2pPr>
              <a:defRPr sz="1400">
                <a:latin typeface="Arial" panose="020B0604020202020204" pitchFamily="34" charset="0"/>
                <a:cs typeface="Arial" panose="020B0604020202020204" pitchFamily="34" charset="0"/>
              </a:defRPr>
            </a:lvl2pPr>
            <a:lvl3pPr>
              <a:defRPr sz="14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sz="14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0471110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Header, 2 Col - Left Aligne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82227A-0847-9241-BFC4-07394A192372}"/>
              </a:ext>
            </a:extLst>
          </p:cNvPr>
          <p:cNvSpPr>
            <a:spLocks noGrp="1"/>
          </p:cNvSpPr>
          <p:nvPr>
            <p:ph idx="1"/>
          </p:nvPr>
        </p:nvSpPr>
        <p:spPr>
          <a:xfrm>
            <a:off x="5183188" y="301752"/>
            <a:ext cx="6172200" cy="5644658"/>
          </a:xfrm>
          <a:prstGeom prst="rect">
            <a:avLst/>
          </a:prstGeom>
        </p:spPr>
        <p:txBody>
          <a:bodyPr>
            <a:normAutofit/>
          </a:bodyPr>
          <a:lstStyle>
            <a:lvl1pPr>
              <a:defRPr sz="1400">
                <a:latin typeface="Arial" panose="020B0604020202020204" pitchFamily="34" charset="0"/>
                <a:cs typeface="Arial" panose="020B0604020202020204" pitchFamily="34" charset="0"/>
              </a:defRPr>
            </a:lvl1pPr>
            <a:lvl2pPr>
              <a:defRPr sz="1400">
                <a:latin typeface="Arial" panose="020B0604020202020204" pitchFamily="34" charset="0"/>
                <a:cs typeface="Arial" panose="020B0604020202020204" pitchFamily="34" charset="0"/>
              </a:defRPr>
            </a:lvl2pPr>
            <a:lvl3pPr>
              <a:defRPr sz="14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sz="1400">
                <a:latin typeface="Arial" panose="020B0604020202020204" pitchFamily="34" charset="0"/>
                <a:cs typeface="Arial" panose="020B0604020202020204"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8949D582-9E1A-C14D-A6AC-3B669600EEF7}"/>
              </a:ext>
            </a:extLst>
          </p:cNvPr>
          <p:cNvSpPr>
            <a:spLocks noGrp="1"/>
          </p:cNvSpPr>
          <p:nvPr>
            <p:ph type="sldNum" sz="quarter" idx="12"/>
          </p:nvPr>
        </p:nvSpPr>
        <p:spPr/>
        <p:txBody>
          <a:bodyPr/>
          <a:lstStyle/>
          <a:p>
            <a:fld id="{43810C2F-5A3B-334F-B32E-597B62ACB14E}" type="slidenum">
              <a:rPr lang="en-US" smtClean="0"/>
              <a:t>‹#›</a:t>
            </a:fld>
            <a:endParaRPr lang="en-US"/>
          </a:p>
        </p:txBody>
      </p:sp>
      <p:sp>
        <p:nvSpPr>
          <p:cNvPr id="8" name="Title 1">
            <a:extLst>
              <a:ext uri="{FF2B5EF4-FFF2-40B4-BE49-F238E27FC236}">
                <a16:creationId xmlns:a16="http://schemas.microsoft.com/office/drawing/2014/main" id="{7B33FA40-8B36-4FF9-817B-1D3B8B8528CC}"/>
              </a:ext>
            </a:extLst>
          </p:cNvPr>
          <p:cNvSpPr>
            <a:spLocks noGrp="1"/>
          </p:cNvSpPr>
          <p:nvPr>
            <p:ph type="title" hasCustomPrompt="1"/>
          </p:nvPr>
        </p:nvSpPr>
        <p:spPr>
          <a:xfrm>
            <a:off x="91643" y="164757"/>
            <a:ext cx="3932237" cy="457200"/>
          </a:xfrm>
        </p:spPr>
        <p:txBody>
          <a:bodyPr/>
          <a:lstStyle>
            <a:lvl1pPr>
              <a:defRPr/>
            </a:lvl1pPr>
          </a:lstStyle>
          <a:p>
            <a:r>
              <a:rPr lang="en-US"/>
              <a:t>Header goes here.</a:t>
            </a:r>
          </a:p>
        </p:txBody>
      </p:sp>
      <p:sp>
        <p:nvSpPr>
          <p:cNvPr id="6" name="Content Placeholder 5">
            <a:extLst>
              <a:ext uri="{FF2B5EF4-FFF2-40B4-BE49-F238E27FC236}">
                <a16:creationId xmlns:a16="http://schemas.microsoft.com/office/drawing/2014/main" id="{0E5E6F30-6781-4B9D-813E-2B22F0312616}"/>
              </a:ext>
            </a:extLst>
          </p:cNvPr>
          <p:cNvSpPr>
            <a:spLocks noGrp="1"/>
          </p:cNvSpPr>
          <p:nvPr>
            <p:ph sz="quarter" idx="14"/>
          </p:nvPr>
        </p:nvSpPr>
        <p:spPr>
          <a:xfrm>
            <a:off x="800099" y="922603"/>
            <a:ext cx="3932239" cy="4991100"/>
          </a:xfrm>
          <a:prstGeom prst="rect">
            <a:avLst/>
          </a:prstGeom>
        </p:spPr>
        <p:txBody>
          <a:bodyPr/>
          <a:lstStyle>
            <a:lvl1pPr>
              <a:defRPr sz="1400">
                <a:latin typeface="Arial" panose="020B0604020202020204" pitchFamily="34" charset="0"/>
                <a:cs typeface="Arial" panose="020B0604020202020204" pitchFamily="34" charset="0"/>
              </a:defRPr>
            </a:lvl1pPr>
            <a:lvl2pPr>
              <a:defRPr sz="1400">
                <a:latin typeface="Arial" panose="020B0604020202020204" pitchFamily="34" charset="0"/>
                <a:cs typeface="Arial" panose="020B0604020202020204" pitchFamily="34" charset="0"/>
              </a:defRPr>
            </a:lvl2pPr>
            <a:lvl3pPr>
              <a:defRPr sz="14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sz="14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5674502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Header, 2 Col - Right Aligne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F629E-AF46-7A4C-BBD1-D700DD386356}"/>
              </a:ext>
            </a:extLst>
          </p:cNvPr>
          <p:cNvSpPr>
            <a:spLocks noGrp="1"/>
          </p:cNvSpPr>
          <p:nvPr>
            <p:ph type="title" hasCustomPrompt="1"/>
          </p:nvPr>
        </p:nvSpPr>
        <p:spPr>
          <a:xfrm>
            <a:off x="8126137" y="161706"/>
            <a:ext cx="3932237" cy="446768"/>
          </a:xfrm>
        </p:spPr>
        <p:txBody>
          <a:bodyPr anchor="b"/>
          <a:lstStyle>
            <a:lvl1pPr algn="r">
              <a:defRPr sz="2400" b="1" i="0">
                <a:latin typeface="Galano Grotesque" pitchFamily="2" charset="77"/>
              </a:defRPr>
            </a:lvl1pPr>
          </a:lstStyle>
          <a:p>
            <a:r>
              <a:rPr lang="en-US"/>
              <a:t>Header goes here.</a:t>
            </a:r>
          </a:p>
        </p:txBody>
      </p:sp>
      <p:sp>
        <p:nvSpPr>
          <p:cNvPr id="3" name="Content Placeholder 2">
            <a:extLst>
              <a:ext uri="{FF2B5EF4-FFF2-40B4-BE49-F238E27FC236}">
                <a16:creationId xmlns:a16="http://schemas.microsoft.com/office/drawing/2014/main" id="{0B82227A-0847-9241-BFC4-07394A192372}"/>
              </a:ext>
            </a:extLst>
          </p:cNvPr>
          <p:cNvSpPr>
            <a:spLocks noGrp="1"/>
          </p:cNvSpPr>
          <p:nvPr>
            <p:ph idx="1"/>
          </p:nvPr>
        </p:nvSpPr>
        <p:spPr>
          <a:xfrm>
            <a:off x="804672" y="301754"/>
            <a:ext cx="6172200" cy="5545817"/>
          </a:xfrm>
          <a:prstGeom prst="rect">
            <a:avLst/>
          </a:prstGeom>
        </p:spPr>
        <p:txBody>
          <a:bodyPr>
            <a:normAutofit/>
          </a:bodyPr>
          <a:lstStyle>
            <a:lvl1pPr>
              <a:defRPr sz="1400">
                <a:latin typeface="Arial" panose="020B0604020202020204" pitchFamily="34" charset="0"/>
                <a:cs typeface="Arial" panose="020B0604020202020204" pitchFamily="34" charset="0"/>
              </a:defRPr>
            </a:lvl1pPr>
            <a:lvl2pPr>
              <a:defRPr sz="1400">
                <a:latin typeface="Arial" panose="020B0604020202020204" pitchFamily="34" charset="0"/>
                <a:cs typeface="Arial" panose="020B0604020202020204" pitchFamily="34" charset="0"/>
              </a:defRPr>
            </a:lvl2pPr>
            <a:lvl3pPr>
              <a:defRPr sz="14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sz="1400">
                <a:latin typeface="Arial" panose="020B0604020202020204" pitchFamily="34" charset="0"/>
                <a:cs typeface="Arial" panose="020B0604020202020204"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8949D582-9E1A-C14D-A6AC-3B669600EEF7}"/>
              </a:ext>
            </a:extLst>
          </p:cNvPr>
          <p:cNvSpPr>
            <a:spLocks noGrp="1"/>
          </p:cNvSpPr>
          <p:nvPr>
            <p:ph type="sldNum" sz="quarter" idx="12"/>
          </p:nvPr>
        </p:nvSpPr>
        <p:spPr/>
        <p:txBody>
          <a:bodyPr/>
          <a:lstStyle/>
          <a:p>
            <a:fld id="{43810C2F-5A3B-334F-B32E-597B62ACB14E}" type="slidenum">
              <a:rPr lang="en-US" smtClean="0"/>
              <a:t>‹#›</a:t>
            </a:fld>
            <a:endParaRPr lang="en-US"/>
          </a:p>
        </p:txBody>
      </p:sp>
      <p:sp>
        <p:nvSpPr>
          <p:cNvPr id="8" name="Content Placeholder 5">
            <a:extLst>
              <a:ext uri="{FF2B5EF4-FFF2-40B4-BE49-F238E27FC236}">
                <a16:creationId xmlns:a16="http://schemas.microsoft.com/office/drawing/2014/main" id="{F61B7951-B53D-4F47-95C8-5EB6A50501B7}"/>
              </a:ext>
            </a:extLst>
          </p:cNvPr>
          <p:cNvSpPr>
            <a:spLocks noGrp="1"/>
          </p:cNvSpPr>
          <p:nvPr>
            <p:ph sz="quarter" idx="14"/>
          </p:nvPr>
        </p:nvSpPr>
        <p:spPr>
          <a:xfrm>
            <a:off x="7329457" y="856469"/>
            <a:ext cx="3932239" cy="4991100"/>
          </a:xfrm>
          <a:prstGeom prst="rect">
            <a:avLst/>
          </a:prstGeom>
        </p:spPr>
        <p:txBody>
          <a:bodyPr/>
          <a:lstStyle>
            <a:lvl1pPr>
              <a:defRPr sz="1400">
                <a:latin typeface="Arial" panose="020B0604020202020204" pitchFamily="34" charset="0"/>
                <a:cs typeface="Arial" panose="020B0604020202020204" pitchFamily="34" charset="0"/>
              </a:defRPr>
            </a:lvl1pPr>
            <a:lvl2pPr>
              <a:defRPr sz="1400">
                <a:latin typeface="Arial" panose="020B0604020202020204" pitchFamily="34" charset="0"/>
                <a:cs typeface="Arial" panose="020B0604020202020204" pitchFamily="34" charset="0"/>
              </a:defRPr>
            </a:lvl2pPr>
            <a:lvl3pPr>
              <a:defRPr sz="14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sz="14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1682340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Header, Body, Picture - 2 col - chart left">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51C508C-5B02-2840-A25A-1EADB8716721}"/>
              </a:ext>
            </a:extLst>
          </p:cNvPr>
          <p:cNvSpPr>
            <a:spLocks noGrp="1"/>
          </p:cNvSpPr>
          <p:nvPr>
            <p:ph type="sldNum" sz="quarter" idx="12"/>
          </p:nvPr>
        </p:nvSpPr>
        <p:spPr/>
        <p:txBody>
          <a:bodyPr/>
          <a:lstStyle/>
          <a:p>
            <a:fld id="{43810C2F-5A3B-334F-B32E-597B62ACB14E}" type="slidenum">
              <a:rPr lang="en-US" smtClean="0"/>
              <a:t>‹#›</a:t>
            </a:fld>
            <a:endParaRPr lang="en-US"/>
          </a:p>
        </p:txBody>
      </p:sp>
    </p:spTree>
    <p:extLst>
      <p:ext uri="{BB962C8B-B14F-4D97-AF65-F5344CB8AC3E}">
        <p14:creationId xmlns:p14="http://schemas.microsoft.com/office/powerpoint/2010/main" val="136531743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Close">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CB62A78D-2EF7-E148-BDD5-6BD30BD07B13}"/>
              </a:ext>
            </a:extLst>
          </p:cNvPr>
          <p:cNvPicPr>
            <a:picLocks noChangeAspect="1"/>
          </p:cNvPicPr>
          <p:nvPr userDrawn="1"/>
        </p:nvPicPr>
        <p:blipFill>
          <a:blip r:embed="rId2"/>
          <a:stretch>
            <a:fillRect/>
          </a:stretch>
        </p:blipFill>
        <p:spPr>
          <a:xfrm>
            <a:off x="4580029" y="2638588"/>
            <a:ext cx="2672723" cy="1597685"/>
          </a:xfrm>
          <a:prstGeom prst="rect">
            <a:avLst/>
          </a:prstGeom>
        </p:spPr>
      </p:pic>
    </p:spTree>
    <p:extLst>
      <p:ext uri="{BB962C8B-B14F-4D97-AF65-F5344CB8AC3E}">
        <p14:creationId xmlns:p14="http://schemas.microsoft.com/office/powerpoint/2010/main" val="12015085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cSld name="Blank Slid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45FE90A-633A-4412-9A12-A5E9FB5FF879}"/>
              </a:ext>
            </a:extLst>
          </p:cNvPr>
          <p:cNvSpPr>
            <a:spLocks noGrp="1"/>
          </p:cNvSpPr>
          <p:nvPr>
            <p:ph type="dt" sz="half" idx="10"/>
          </p:nvPr>
        </p:nvSpPr>
        <p:spPr/>
        <p:txBody>
          <a:bodyPr/>
          <a:lstStyle/>
          <a:p>
            <a:fld id="{53B482EE-10CF-4C9B-BBC5-9038E2F0C97A}" type="datetime5">
              <a:rPr lang="en-US" smtClean="0"/>
              <a:t>5-Aug-24</a:t>
            </a:fld>
            <a:endParaRPr lang="en-US"/>
          </a:p>
        </p:txBody>
      </p:sp>
      <p:sp>
        <p:nvSpPr>
          <p:cNvPr id="4" name="Footer Placeholder 3">
            <a:extLst>
              <a:ext uri="{FF2B5EF4-FFF2-40B4-BE49-F238E27FC236}">
                <a16:creationId xmlns:a16="http://schemas.microsoft.com/office/drawing/2014/main" id="{C25E8D00-E99C-4C44-9B11-E98701C092F3}"/>
              </a:ext>
            </a:extLst>
          </p:cNvPr>
          <p:cNvSpPr>
            <a:spLocks noGrp="1"/>
          </p:cNvSpPr>
          <p:nvPr>
            <p:ph type="ftr" sz="quarter" idx="11"/>
          </p:nvPr>
        </p:nvSpPr>
        <p:spPr/>
        <p:txBody>
          <a:bodyPr/>
          <a:lstStyle/>
          <a:p>
            <a:r>
              <a:rPr lang="en-US"/>
              <a:t>Ally Proprietary</a:t>
            </a:r>
          </a:p>
        </p:txBody>
      </p:sp>
      <p:sp>
        <p:nvSpPr>
          <p:cNvPr id="5" name="Slide Number Placeholder 4">
            <a:extLst>
              <a:ext uri="{FF2B5EF4-FFF2-40B4-BE49-F238E27FC236}">
                <a16:creationId xmlns:a16="http://schemas.microsoft.com/office/drawing/2014/main" id="{329A0B02-CF3D-4E32-93B3-6EC1B57A3003}"/>
              </a:ext>
            </a:extLst>
          </p:cNvPr>
          <p:cNvSpPr>
            <a:spLocks noGrp="1"/>
          </p:cNvSpPr>
          <p:nvPr>
            <p:ph type="sldNum" sz="quarter" idx="12"/>
          </p:nvPr>
        </p:nvSpPr>
        <p:spPr/>
        <p:txBody>
          <a:bodyPr/>
          <a:lstStyle/>
          <a:p>
            <a:fld id="{E1EC240E-9B2F-4EDF-81BA-38DCCDFF2159}" type="slidenum">
              <a:rPr lang="en-US" smtClean="0"/>
              <a:t>‹#›</a:t>
            </a:fld>
            <a:endParaRPr lang="en-US"/>
          </a:p>
        </p:txBody>
      </p:sp>
    </p:spTree>
    <p:extLst>
      <p:ext uri="{BB962C8B-B14F-4D97-AF65-F5344CB8AC3E}">
        <p14:creationId xmlns:p14="http://schemas.microsoft.com/office/powerpoint/2010/main" val="49663615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1_Title Slide - No sub heading">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5DCB5D1-8320-6049-9687-3557CEFF5F62}"/>
              </a:ext>
            </a:extLst>
          </p:cNvPr>
          <p:cNvSpPr>
            <a:spLocks noGrp="1"/>
          </p:cNvSpPr>
          <p:nvPr>
            <p:ph type="sldNum" sz="quarter" idx="12"/>
          </p:nvPr>
        </p:nvSpPr>
        <p:spPr/>
        <p:txBody>
          <a:bodyPr/>
          <a:lstStyle/>
          <a:p>
            <a:fld id="{43810C2F-5A3B-334F-B32E-597B62ACB14E}" type="slidenum">
              <a:rPr lang="en-US" smtClean="0"/>
              <a:t>‹#›</a:t>
            </a:fld>
            <a:endParaRPr lang="en-US"/>
          </a:p>
        </p:txBody>
      </p:sp>
      <p:sp>
        <p:nvSpPr>
          <p:cNvPr id="5" name="Title 4">
            <a:extLst>
              <a:ext uri="{FF2B5EF4-FFF2-40B4-BE49-F238E27FC236}">
                <a16:creationId xmlns:a16="http://schemas.microsoft.com/office/drawing/2014/main" id="{E85F226C-43CE-594E-AD3C-C85FE1321C5D}"/>
              </a:ext>
            </a:extLst>
          </p:cNvPr>
          <p:cNvSpPr>
            <a:spLocks noGrp="1"/>
          </p:cNvSpPr>
          <p:nvPr>
            <p:ph type="title" hasCustomPrompt="1"/>
          </p:nvPr>
        </p:nvSpPr>
        <p:spPr>
          <a:xfrm>
            <a:off x="510798" y="583770"/>
            <a:ext cx="11236280" cy="457200"/>
          </a:xfrm>
        </p:spPr>
        <p:txBody>
          <a:bodyPr/>
          <a:lstStyle>
            <a:lvl1pPr>
              <a:defRPr b="1" i="0" spc="0">
                <a:latin typeface="Galano Grotesque" pitchFamily="2" charset="77"/>
              </a:defRPr>
            </a:lvl1pPr>
          </a:lstStyle>
          <a:p>
            <a:r>
              <a:rPr lang="en-US"/>
              <a:t>Header goes here, can be up to two lines.</a:t>
            </a:r>
          </a:p>
        </p:txBody>
      </p:sp>
    </p:spTree>
    <p:extLst>
      <p:ext uri="{BB962C8B-B14F-4D97-AF65-F5344CB8AC3E}">
        <p14:creationId xmlns:p14="http://schemas.microsoft.com/office/powerpoint/2010/main" val="510546710"/>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1D367-663E-4CCE-9F71-DDB93BACD218}"/>
              </a:ext>
            </a:extLst>
          </p:cNvPr>
          <p:cNvSpPr>
            <a:spLocks noGrp="1"/>
          </p:cNvSpPr>
          <p:nvPr>
            <p:ph type="title" hasCustomPrompt="1"/>
          </p:nvPr>
        </p:nvSpPr>
        <p:spPr>
          <a:xfrm>
            <a:off x="4023360" y="1729247"/>
            <a:ext cx="7504917" cy="1452792"/>
          </a:xfrm>
        </p:spPr>
        <p:txBody>
          <a:bodyPr/>
          <a:lstStyle>
            <a:lvl1pPr>
              <a:defRPr sz="4400"/>
            </a:lvl1pPr>
          </a:lstStyle>
          <a:p>
            <a:r>
              <a:rPr lang="en-US"/>
              <a:t>Header goes here, can be up to two lines.</a:t>
            </a:r>
          </a:p>
        </p:txBody>
      </p:sp>
      <p:sp>
        <p:nvSpPr>
          <p:cNvPr id="3" name="Slide Number Placeholder 2">
            <a:extLst>
              <a:ext uri="{FF2B5EF4-FFF2-40B4-BE49-F238E27FC236}">
                <a16:creationId xmlns:a16="http://schemas.microsoft.com/office/drawing/2014/main" id="{95118CF4-C06A-46FD-8A47-4ADA9D152CB9}"/>
              </a:ext>
            </a:extLst>
          </p:cNvPr>
          <p:cNvSpPr>
            <a:spLocks noGrp="1"/>
          </p:cNvSpPr>
          <p:nvPr>
            <p:ph type="sldNum" sz="quarter" idx="10"/>
          </p:nvPr>
        </p:nvSpPr>
        <p:spPr>
          <a:xfrm>
            <a:off x="9199417" y="6356352"/>
            <a:ext cx="2743200" cy="365125"/>
          </a:xfrm>
        </p:spPr>
        <p:txBody>
          <a:bodyPr/>
          <a:lstStyle/>
          <a:p>
            <a:fld id="{43810C2F-5A3B-334F-B32E-597B62ACB14E}" type="slidenum">
              <a:rPr lang="en-US" smtClean="0"/>
              <a:pPr/>
              <a:t>‹#›</a:t>
            </a:fld>
            <a:endParaRPr lang="en-US"/>
          </a:p>
        </p:txBody>
      </p:sp>
      <p:sp>
        <p:nvSpPr>
          <p:cNvPr id="5" name="Rectangle 4">
            <a:extLst>
              <a:ext uri="{FF2B5EF4-FFF2-40B4-BE49-F238E27FC236}">
                <a16:creationId xmlns:a16="http://schemas.microsoft.com/office/drawing/2014/main" id="{2EA7675E-4B05-4EDA-A7EC-CA313C1B23F1}"/>
              </a:ext>
            </a:extLst>
          </p:cNvPr>
          <p:cNvSpPr/>
          <p:nvPr userDrawn="1"/>
        </p:nvSpPr>
        <p:spPr>
          <a:xfrm>
            <a:off x="249383" y="6242860"/>
            <a:ext cx="2196637" cy="4786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Text Placeholder 9">
            <a:extLst>
              <a:ext uri="{FF2B5EF4-FFF2-40B4-BE49-F238E27FC236}">
                <a16:creationId xmlns:a16="http://schemas.microsoft.com/office/drawing/2014/main" id="{C86D46D9-82FE-4F5E-8C81-164A05CFAD71}"/>
              </a:ext>
            </a:extLst>
          </p:cNvPr>
          <p:cNvSpPr>
            <a:spLocks noGrp="1"/>
          </p:cNvSpPr>
          <p:nvPr>
            <p:ph type="body" sz="quarter" idx="13" hasCustomPrompt="1"/>
          </p:nvPr>
        </p:nvSpPr>
        <p:spPr>
          <a:xfrm>
            <a:off x="4022726" y="3216275"/>
            <a:ext cx="7505700" cy="668338"/>
          </a:xfrm>
          <a:prstGeom prst="rect">
            <a:avLst/>
          </a:prstGeom>
        </p:spPr>
        <p:txBody>
          <a:bodyPr/>
          <a:lstStyle>
            <a:lvl1pPr>
              <a:defRPr lang="en-US" sz="2400" b="0" i="0" kern="1200" dirty="0">
                <a:solidFill>
                  <a:srgbClr val="5F285E"/>
                </a:solidFill>
                <a:latin typeface="Galano Grotesque Medium" pitchFamily="2" charset="77"/>
                <a:ea typeface="+mn-ea"/>
                <a:cs typeface="+mn-cs"/>
              </a:defRPr>
            </a:lvl1pPr>
            <a:lvl2pPr>
              <a:defRPr sz="2400"/>
            </a:lvl2pPr>
            <a:lvl3pPr>
              <a:defRPr sz="2400"/>
            </a:lvl3pPr>
            <a:lvl4pPr>
              <a:defRPr sz="2400"/>
            </a:lvl4pPr>
            <a:lvl5pPr>
              <a:defRPr sz="2400"/>
            </a:lvl5pPr>
          </a:lstStyle>
          <a:p>
            <a:pPr marL="0" lvl="0" indent="0" algn="l" defTabSz="914377" rtl="0" eaLnBrk="1" latinLnBrk="0" hangingPunct="1">
              <a:lnSpc>
                <a:spcPct val="90000"/>
              </a:lnSpc>
              <a:spcBef>
                <a:spcPts val="1000"/>
              </a:spcBef>
              <a:buFont typeface="Arial" panose="020B0604020202020204" pitchFamily="34" charset="0"/>
              <a:buNone/>
            </a:pPr>
            <a:r>
              <a:rPr lang="en-US"/>
              <a:t>Sub heading here.</a:t>
            </a:r>
          </a:p>
        </p:txBody>
      </p:sp>
      <p:pic>
        <p:nvPicPr>
          <p:cNvPr id="9" name="Picture 8" descr="Icon&#10;&#10;Description automatically generated">
            <a:extLst>
              <a:ext uri="{FF2B5EF4-FFF2-40B4-BE49-F238E27FC236}">
                <a16:creationId xmlns:a16="http://schemas.microsoft.com/office/drawing/2014/main" id="{F447E032-B611-9719-83F7-3CE16773C7DF}"/>
              </a:ext>
            </a:extLst>
          </p:cNvPr>
          <p:cNvPicPr>
            <a:picLocks noChangeAspect="1"/>
          </p:cNvPicPr>
          <p:nvPr userDrawn="1"/>
        </p:nvPicPr>
        <p:blipFill rotWithShape="1">
          <a:blip r:embed="rId2"/>
          <a:srcRect l="11407" b="2162"/>
          <a:stretch/>
        </p:blipFill>
        <p:spPr>
          <a:xfrm>
            <a:off x="0" y="2595155"/>
            <a:ext cx="3925820" cy="4262845"/>
          </a:xfrm>
          <a:prstGeom prst="rect">
            <a:avLst/>
          </a:prstGeom>
        </p:spPr>
      </p:pic>
    </p:spTree>
    <p:extLst>
      <p:ext uri="{BB962C8B-B14F-4D97-AF65-F5344CB8AC3E}">
        <p14:creationId xmlns:p14="http://schemas.microsoft.com/office/powerpoint/2010/main" val="416834867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1D367-663E-4CCE-9F71-DDB93BACD218}"/>
              </a:ext>
            </a:extLst>
          </p:cNvPr>
          <p:cNvSpPr>
            <a:spLocks noGrp="1"/>
          </p:cNvSpPr>
          <p:nvPr>
            <p:ph type="title" hasCustomPrompt="1"/>
          </p:nvPr>
        </p:nvSpPr>
        <p:spPr>
          <a:xfrm>
            <a:off x="2048933" y="1846827"/>
            <a:ext cx="9096905" cy="1452792"/>
          </a:xfrm>
        </p:spPr>
        <p:txBody>
          <a:bodyPr/>
          <a:lstStyle>
            <a:lvl1pPr>
              <a:defRPr sz="4400"/>
            </a:lvl1pPr>
          </a:lstStyle>
          <a:p>
            <a:r>
              <a:rPr lang="en-US"/>
              <a:t>header goes here, can be up to two lines.</a:t>
            </a:r>
          </a:p>
        </p:txBody>
      </p:sp>
      <p:sp>
        <p:nvSpPr>
          <p:cNvPr id="3" name="Slide Number Placeholder 2">
            <a:extLst>
              <a:ext uri="{FF2B5EF4-FFF2-40B4-BE49-F238E27FC236}">
                <a16:creationId xmlns:a16="http://schemas.microsoft.com/office/drawing/2014/main" id="{95118CF4-C06A-46FD-8A47-4ADA9D152CB9}"/>
              </a:ext>
            </a:extLst>
          </p:cNvPr>
          <p:cNvSpPr>
            <a:spLocks noGrp="1"/>
          </p:cNvSpPr>
          <p:nvPr>
            <p:ph type="sldNum" sz="quarter" idx="10"/>
          </p:nvPr>
        </p:nvSpPr>
        <p:spPr/>
        <p:txBody>
          <a:bodyPr/>
          <a:lstStyle/>
          <a:p>
            <a:fld id="{43810C2F-5A3B-334F-B32E-597B62ACB14E}" type="slidenum">
              <a:rPr lang="en-US" smtClean="0"/>
              <a:pPr/>
              <a:t>‹#›</a:t>
            </a:fld>
            <a:endParaRPr lang="en-US"/>
          </a:p>
        </p:txBody>
      </p:sp>
      <p:sp>
        <p:nvSpPr>
          <p:cNvPr id="7" name="Text Placeholder 9">
            <a:extLst>
              <a:ext uri="{FF2B5EF4-FFF2-40B4-BE49-F238E27FC236}">
                <a16:creationId xmlns:a16="http://schemas.microsoft.com/office/drawing/2014/main" id="{501321F3-2820-4EF4-9456-A32246951DF9}"/>
              </a:ext>
            </a:extLst>
          </p:cNvPr>
          <p:cNvSpPr>
            <a:spLocks noGrp="1"/>
          </p:cNvSpPr>
          <p:nvPr>
            <p:ph type="body" sz="quarter" idx="13" hasCustomPrompt="1"/>
          </p:nvPr>
        </p:nvSpPr>
        <p:spPr>
          <a:xfrm>
            <a:off x="2048933" y="3299619"/>
            <a:ext cx="9096905" cy="668338"/>
          </a:xfrm>
          <a:prstGeom prst="rect">
            <a:avLst/>
          </a:prstGeom>
        </p:spPr>
        <p:txBody>
          <a:bodyPr/>
          <a:lstStyle>
            <a:lvl1pPr>
              <a:defRPr lang="en-US" sz="2400" b="0" i="0" kern="1200" dirty="0">
                <a:solidFill>
                  <a:srgbClr val="5F285E"/>
                </a:solidFill>
                <a:latin typeface="Galano Grotesque Medium" pitchFamily="2" charset="77"/>
                <a:ea typeface="+mn-ea"/>
                <a:cs typeface="+mn-cs"/>
              </a:defRPr>
            </a:lvl1pPr>
            <a:lvl2pPr>
              <a:defRPr sz="2400"/>
            </a:lvl2pPr>
            <a:lvl3pPr>
              <a:defRPr sz="2400"/>
            </a:lvl3pPr>
            <a:lvl4pPr>
              <a:defRPr sz="2400"/>
            </a:lvl4pPr>
            <a:lvl5pPr>
              <a:defRPr sz="2400"/>
            </a:lvl5pPr>
          </a:lstStyle>
          <a:p>
            <a:pPr marL="0" lvl="0" indent="0" algn="l" defTabSz="914377" rtl="0" eaLnBrk="1" latinLnBrk="0" hangingPunct="1">
              <a:lnSpc>
                <a:spcPct val="90000"/>
              </a:lnSpc>
              <a:spcBef>
                <a:spcPts val="1000"/>
              </a:spcBef>
              <a:buFont typeface="Arial" panose="020B0604020202020204" pitchFamily="34" charset="0"/>
              <a:buNone/>
            </a:pPr>
            <a:r>
              <a:rPr lang="en-US"/>
              <a:t>Sub heading here.</a:t>
            </a:r>
          </a:p>
        </p:txBody>
      </p:sp>
    </p:spTree>
    <p:extLst>
      <p:ext uri="{BB962C8B-B14F-4D97-AF65-F5344CB8AC3E}">
        <p14:creationId xmlns:p14="http://schemas.microsoft.com/office/powerpoint/2010/main" val="289397312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1D367-663E-4CCE-9F71-DDB93BACD218}"/>
              </a:ext>
            </a:extLst>
          </p:cNvPr>
          <p:cNvSpPr>
            <a:spLocks noGrp="1"/>
          </p:cNvSpPr>
          <p:nvPr>
            <p:ph type="title" hasCustomPrompt="1"/>
          </p:nvPr>
        </p:nvSpPr>
        <p:spPr>
          <a:xfrm>
            <a:off x="495300" y="2425659"/>
            <a:ext cx="9096905" cy="1452792"/>
          </a:xfrm>
        </p:spPr>
        <p:txBody>
          <a:bodyPr/>
          <a:lstStyle>
            <a:lvl1pPr>
              <a:defRPr sz="4400"/>
            </a:lvl1pPr>
          </a:lstStyle>
          <a:p>
            <a:r>
              <a:rPr lang="en-US"/>
              <a:t>header goes here, can be up to two lines.</a:t>
            </a:r>
          </a:p>
        </p:txBody>
      </p:sp>
      <p:sp>
        <p:nvSpPr>
          <p:cNvPr id="3" name="Slide Number Placeholder 2">
            <a:extLst>
              <a:ext uri="{FF2B5EF4-FFF2-40B4-BE49-F238E27FC236}">
                <a16:creationId xmlns:a16="http://schemas.microsoft.com/office/drawing/2014/main" id="{95118CF4-C06A-46FD-8A47-4ADA9D152CB9}"/>
              </a:ext>
            </a:extLst>
          </p:cNvPr>
          <p:cNvSpPr>
            <a:spLocks noGrp="1"/>
          </p:cNvSpPr>
          <p:nvPr>
            <p:ph type="sldNum" sz="quarter" idx="10"/>
          </p:nvPr>
        </p:nvSpPr>
        <p:spPr/>
        <p:txBody>
          <a:bodyPr/>
          <a:lstStyle/>
          <a:p>
            <a:fld id="{43810C2F-5A3B-334F-B32E-597B62ACB14E}" type="slidenum">
              <a:rPr lang="en-US" smtClean="0"/>
              <a:pPr/>
              <a:t>‹#›</a:t>
            </a:fld>
            <a:endParaRPr lang="en-US"/>
          </a:p>
        </p:txBody>
      </p:sp>
    </p:spTree>
    <p:extLst>
      <p:ext uri="{BB962C8B-B14F-4D97-AF65-F5344CB8AC3E}">
        <p14:creationId xmlns:p14="http://schemas.microsoft.com/office/powerpoint/2010/main" val="283950684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1D367-663E-4CCE-9F71-DDB93BACD218}"/>
              </a:ext>
            </a:extLst>
          </p:cNvPr>
          <p:cNvSpPr>
            <a:spLocks noGrp="1"/>
          </p:cNvSpPr>
          <p:nvPr>
            <p:ph type="title" hasCustomPrompt="1"/>
          </p:nvPr>
        </p:nvSpPr>
        <p:spPr>
          <a:xfrm>
            <a:off x="3036148" y="1704873"/>
            <a:ext cx="9096905" cy="1452792"/>
          </a:xfrm>
        </p:spPr>
        <p:txBody>
          <a:bodyPr/>
          <a:lstStyle>
            <a:lvl1pPr>
              <a:defRPr sz="4400"/>
            </a:lvl1pPr>
          </a:lstStyle>
          <a:p>
            <a:r>
              <a:rPr lang="en-US"/>
              <a:t>header goes here, can be up to two lines.</a:t>
            </a:r>
          </a:p>
        </p:txBody>
      </p:sp>
      <p:sp>
        <p:nvSpPr>
          <p:cNvPr id="3" name="Slide Number Placeholder 2">
            <a:extLst>
              <a:ext uri="{FF2B5EF4-FFF2-40B4-BE49-F238E27FC236}">
                <a16:creationId xmlns:a16="http://schemas.microsoft.com/office/drawing/2014/main" id="{95118CF4-C06A-46FD-8A47-4ADA9D152CB9}"/>
              </a:ext>
            </a:extLst>
          </p:cNvPr>
          <p:cNvSpPr>
            <a:spLocks noGrp="1"/>
          </p:cNvSpPr>
          <p:nvPr>
            <p:ph type="sldNum" sz="quarter" idx="10"/>
          </p:nvPr>
        </p:nvSpPr>
        <p:spPr/>
        <p:txBody>
          <a:bodyPr/>
          <a:lstStyle/>
          <a:p>
            <a:fld id="{43810C2F-5A3B-334F-B32E-597B62ACB14E}" type="slidenum">
              <a:rPr lang="en-US" smtClean="0"/>
              <a:pPr/>
              <a:t>‹#›</a:t>
            </a:fld>
            <a:endParaRPr lang="en-US"/>
          </a:p>
        </p:txBody>
      </p:sp>
      <p:sp>
        <p:nvSpPr>
          <p:cNvPr id="6" name="Rectangle 5">
            <a:extLst>
              <a:ext uri="{FF2B5EF4-FFF2-40B4-BE49-F238E27FC236}">
                <a16:creationId xmlns:a16="http://schemas.microsoft.com/office/drawing/2014/main" id="{AAB82784-2AE3-4938-9FF1-DCD97773AE59}"/>
              </a:ext>
            </a:extLst>
          </p:cNvPr>
          <p:cNvSpPr/>
          <p:nvPr userDrawn="1"/>
        </p:nvSpPr>
        <p:spPr>
          <a:xfrm>
            <a:off x="224444" y="6284424"/>
            <a:ext cx="2198716" cy="4370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8" name="Picture 7" descr="Icon&#10;&#10;Description automatically generated">
            <a:extLst>
              <a:ext uri="{FF2B5EF4-FFF2-40B4-BE49-F238E27FC236}">
                <a16:creationId xmlns:a16="http://schemas.microsoft.com/office/drawing/2014/main" id="{F2F2C7D9-813D-B1AF-2508-C54E6ABBCA19}"/>
              </a:ext>
            </a:extLst>
          </p:cNvPr>
          <p:cNvPicPr>
            <a:picLocks noChangeAspect="1"/>
          </p:cNvPicPr>
          <p:nvPr userDrawn="1"/>
        </p:nvPicPr>
        <p:blipFill rotWithShape="1">
          <a:blip r:embed="rId2"/>
          <a:srcRect l="11407" b="2162"/>
          <a:stretch/>
        </p:blipFill>
        <p:spPr>
          <a:xfrm>
            <a:off x="0" y="2595155"/>
            <a:ext cx="3925820" cy="4262845"/>
          </a:xfrm>
          <a:prstGeom prst="rect">
            <a:avLst/>
          </a:prstGeom>
        </p:spPr>
      </p:pic>
    </p:spTree>
    <p:extLst>
      <p:ext uri="{BB962C8B-B14F-4D97-AF65-F5344CB8AC3E}">
        <p14:creationId xmlns:p14="http://schemas.microsoft.com/office/powerpoint/2010/main" val="79151754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Slide - Sub heading">
    <p:bg>
      <p:bgRef idx="1001">
        <a:schemeClr val="bg1"/>
      </p:bgRef>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449DE73A-A9CE-9945-BF54-ECEE183FFE73}"/>
              </a:ext>
            </a:extLst>
          </p:cNvPr>
          <p:cNvSpPr>
            <a:spLocks noGrp="1"/>
          </p:cNvSpPr>
          <p:nvPr>
            <p:ph type="title" hasCustomPrompt="1"/>
          </p:nvPr>
        </p:nvSpPr>
        <p:spPr>
          <a:xfrm>
            <a:off x="82959" y="158231"/>
            <a:ext cx="11236280" cy="457200"/>
          </a:xfrm>
        </p:spPr>
        <p:txBody>
          <a:bodyPr/>
          <a:lstStyle>
            <a:lvl1pPr algn="l" defTabSz="914377" rtl="0" eaLnBrk="1" latinLnBrk="0" hangingPunct="1">
              <a:lnSpc>
                <a:spcPct val="90000"/>
              </a:lnSpc>
              <a:spcBef>
                <a:spcPct val="0"/>
              </a:spcBef>
              <a:buNone/>
              <a:defRPr lang="en-US" sz="2400" b="1" i="0" kern="1200" spc="0" dirty="0">
                <a:solidFill>
                  <a:srgbClr val="5F285E"/>
                </a:solidFill>
                <a:latin typeface="Galano Grotesque" pitchFamily="2" charset="77"/>
                <a:ea typeface="+mj-ea"/>
                <a:cs typeface="+mj-cs"/>
              </a:defRPr>
            </a:lvl1pPr>
          </a:lstStyle>
          <a:p>
            <a:r>
              <a:rPr lang="en-US"/>
              <a:t>Header goes here, can be up to two lines.</a:t>
            </a:r>
          </a:p>
        </p:txBody>
      </p:sp>
      <p:sp>
        <p:nvSpPr>
          <p:cNvPr id="7" name="Text Placeholder 6">
            <a:extLst>
              <a:ext uri="{FF2B5EF4-FFF2-40B4-BE49-F238E27FC236}">
                <a16:creationId xmlns:a16="http://schemas.microsoft.com/office/drawing/2014/main" id="{3B59FB2B-110A-7C41-8D2E-5F86F40F753D}"/>
              </a:ext>
            </a:extLst>
          </p:cNvPr>
          <p:cNvSpPr>
            <a:spLocks noGrp="1"/>
          </p:cNvSpPr>
          <p:nvPr>
            <p:ph type="body" sz="quarter" idx="15" hasCustomPrompt="1"/>
          </p:nvPr>
        </p:nvSpPr>
        <p:spPr>
          <a:xfrm>
            <a:off x="233962" y="775429"/>
            <a:ext cx="4203700" cy="690562"/>
          </a:xfrm>
          <a:prstGeom prst="rect">
            <a:avLst/>
          </a:prstGeom>
        </p:spPr>
        <p:txBody>
          <a:bodyPr/>
          <a:lstStyle>
            <a:lvl1pPr marL="0" indent="0">
              <a:buNone/>
              <a:defRPr sz="1800" b="0" i="0">
                <a:solidFill>
                  <a:srgbClr val="5F285E"/>
                </a:solidFill>
                <a:latin typeface="Galano Grotesque Medium" pitchFamily="2" charset="77"/>
              </a:defRPr>
            </a:lvl1pPr>
          </a:lstStyle>
          <a:p>
            <a:pPr lvl="0"/>
            <a:r>
              <a:rPr lang="en-US"/>
              <a:t>Subhead here.</a:t>
            </a:r>
          </a:p>
        </p:txBody>
      </p:sp>
      <p:sp>
        <p:nvSpPr>
          <p:cNvPr id="2" name="Slide Number Placeholder 2">
            <a:extLst>
              <a:ext uri="{FF2B5EF4-FFF2-40B4-BE49-F238E27FC236}">
                <a16:creationId xmlns:a16="http://schemas.microsoft.com/office/drawing/2014/main" id="{AFA30195-1344-DBA7-2E49-3F4D698FD06B}"/>
              </a:ext>
            </a:extLst>
          </p:cNvPr>
          <p:cNvSpPr>
            <a:spLocks noGrp="1"/>
          </p:cNvSpPr>
          <p:nvPr>
            <p:ph type="sldNum" sz="quarter" idx="10"/>
          </p:nvPr>
        </p:nvSpPr>
        <p:spPr>
          <a:xfrm>
            <a:off x="9199417" y="6356352"/>
            <a:ext cx="2743200" cy="365125"/>
          </a:xfrm>
        </p:spPr>
        <p:txBody>
          <a:bodyPr/>
          <a:lstStyle/>
          <a:p>
            <a:fld id="{43810C2F-5A3B-334F-B32E-597B62ACB14E}" type="slidenum">
              <a:rPr lang="en-US" smtClean="0"/>
              <a:pPr/>
              <a:t>‹#›</a:t>
            </a:fld>
            <a:endParaRPr lang="en-US"/>
          </a:p>
        </p:txBody>
      </p:sp>
    </p:spTree>
    <p:extLst>
      <p:ext uri="{BB962C8B-B14F-4D97-AF65-F5344CB8AC3E}">
        <p14:creationId xmlns:p14="http://schemas.microsoft.com/office/powerpoint/2010/main" val="1926365386"/>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85CD849-CB68-5447-A218-053859611873}"/>
              </a:ext>
            </a:extLst>
          </p:cNvPr>
          <p:cNvSpPr>
            <a:spLocks noGrp="1"/>
          </p:cNvSpPr>
          <p:nvPr>
            <p:ph type="sldNum" sz="quarter" idx="12"/>
          </p:nvPr>
        </p:nvSpPr>
        <p:spPr/>
        <p:txBody>
          <a:bodyPr/>
          <a:lstStyle/>
          <a:p>
            <a:fld id="{99FFAA2B-A53B-F04C-9653-7D2C0CA11015}" type="slidenum">
              <a:rPr lang="en-US" smtClean="0"/>
              <a:t>‹#›</a:t>
            </a:fld>
            <a:endParaRPr lang="en-US"/>
          </a:p>
        </p:txBody>
      </p:sp>
      <p:sp>
        <p:nvSpPr>
          <p:cNvPr id="7" name="Text Placeholder 6">
            <a:extLst>
              <a:ext uri="{FF2B5EF4-FFF2-40B4-BE49-F238E27FC236}">
                <a16:creationId xmlns:a16="http://schemas.microsoft.com/office/drawing/2014/main" id="{01A52F9E-DC1C-6247-A45E-2D92D0A1F522}"/>
              </a:ext>
            </a:extLst>
          </p:cNvPr>
          <p:cNvSpPr>
            <a:spLocks noGrp="1"/>
          </p:cNvSpPr>
          <p:nvPr>
            <p:ph type="body" sz="quarter" idx="15" hasCustomPrompt="1"/>
          </p:nvPr>
        </p:nvSpPr>
        <p:spPr>
          <a:xfrm>
            <a:off x="233962" y="775429"/>
            <a:ext cx="4203700" cy="690562"/>
          </a:xfrm>
          <a:prstGeom prst="rect">
            <a:avLst/>
          </a:prstGeom>
        </p:spPr>
        <p:txBody>
          <a:bodyPr/>
          <a:lstStyle>
            <a:lvl1pPr marL="0" indent="0">
              <a:buNone/>
              <a:defRPr lang="en-US" sz="1800" b="0" i="0" kern="1200" dirty="0">
                <a:solidFill>
                  <a:srgbClr val="5F285E"/>
                </a:solidFill>
                <a:latin typeface="Galano Grotesque Medium" pitchFamily="2" charset="77"/>
                <a:ea typeface="+mn-ea"/>
                <a:cs typeface="+mn-cs"/>
              </a:defRPr>
            </a:lvl1pPr>
          </a:lstStyle>
          <a:p>
            <a:pPr marL="0" lvl="0" indent="0" algn="l" defTabSz="914377" rtl="0" eaLnBrk="1" latinLnBrk="0" hangingPunct="1">
              <a:lnSpc>
                <a:spcPct val="90000"/>
              </a:lnSpc>
              <a:spcBef>
                <a:spcPts val="1000"/>
              </a:spcBef>
              <a:buFont typeface="Arial" panose="020B0604020202020204" pitchFamily="34" charset="0"/>
              <a:buNone/>
            </a:pPr>
            <a:r>
              <a:rPr lang="en-US"/>
              <a:t>Subhead here.</a:t>
            </a:r>
          </a:p>
        </p:txBody>
      </p:sp>
      <p:sp>
        <p:nvSpPr>
          <p:cNvPr id="2" name="Title 4">
            <a:extLst>
              <a:ext uri="{FF2B5EF4-FFF2-40B4-BE49-F238E27FC236}">
                <a16:creationId xmlns:a16="http://schemas.microsoft.com/office/drawing/2014/main" id="{F7B07A8D-4022-8391-8B91-84ED7633196C}"/>
              </a:ext>
            </a:extLst>
          </p:cNvPr>
          <p:cNvSpPr>
            <a:spLocks noGrp="1"/>
          </p:cNvSpPr>
          <p:nvPr>
            <p:ph type="title" hasCustomPrompt="1"/>
          </p:nvPr>
        </p:nvSpPr>
        <p:spPr>
          <a:xfrm>
            <a:off x="82959" y="158231"/>
            <a:ext cx="11236280" cy="457200"/>
          </a:xfrm>
        </p:spPr>
        <p:txBody>
          <a:bodyPr/>
          <a:lstStyle>
            <a:lvl1pPr algn="l" defTabSz="914377" rtl="0" eaLnBrk="1" latinLnBrk="0" hangingPunct="1">
              <a:lnSpc>
                <a:spcPct val="90000"/>
              </a:lnSpc>
              <a:spcBef>
                <a:spcPct val="0"/>
              </a:spcBef>
              <a:buNone/>
              <a:defRPr lang="en-US" sz="2400" b="1" i="0" kern="1200" spc="0" dirty="0">
                <a:solidFill>
                  <a:srgbClr val="5F285E"/>
                </a:solidFill>
                <a:latin typeface="Galano Grotesque" pitchFamily="2" charset="77"/>
                <a:ea typeface="+mj-ea"/>
                <a:cs typeface="+mj-cs"/>
              </a:defRPr>
            </a:lvl1pPr>
          </a:lstStyle>
          <a:p>
            <a:r>
              <a:rPr lang="en-US"/>
              <a:t>Header goes here, can be up to two lines.</a:t>
            </a:r>
          </a:p>
        </p:txBody>
      </p:sp>
    </p:spTree>
    <p:extLst>
      <p:ext uri="{BB962C8B-B14F-4D97-AF65-F5344CB8AC3E}">
        <p14:creationId xmlns:p14="http://schemas.microsoft.com/office/powerpoint/2010/main" val="174690507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Slide - No sub heading">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5DCB5D1-8320-6049-9687-3557CEFF5F62}"/>
              </a:ext>
            </a:extLst>
          </p:cNvPr>
          <p:cNvSpPr>
            <a:spLocks noGrp="1"/>
          </p:cNvSpPr>
          <p:nvPr>
            <p:ph type="sldNum" sz="quarter" idx="12"/>
          </p:nvPr>
        </p:nvSpPr>
        <p:spPr/>
        <p:txBody>
          <a:bodyPr/>
          <a:lstStyle/>
          <a:p>
            <a:fld id="{43810C2F-5A3B-334F-B32E-597B62ACB14E}" type="slidenum">
              <a:rPr lang="en-US" smtClean="0"/>
              <a:t>‹#›</a:t>
            </a:fld>
            <a:endParaRPr lang="en-US"/>
          </a:p>
        </p:txBody>
      </p:sp>
      <p:sp>
        <p:nvSpPr>
          <p:cNvPr id="2" name="Title 4">
            <a:extLst>
              <a:ext uri="{FF2B5EF4-FFF2-40B4-BE49-F238E27FC236}">
                <a16:creationId xmlns:a16="http://schemas.microsoft.com/office/drawing/2014/main" id="{748440E5-B0D6-A9E8-9AB5-1E0D1B3D1C1C}"/>
              </a:ext>
            </a:extLst>
          </p:cNvPr>
          <p:cNvSpPr>
            <a:spLocks noGrp="1"/>
          </p:cNvSpPr>
          <p:nvPr>
            <p:ph type="title" hasCustomPrompt="1"/>
          </p:nvPr>
        </p:nvSpPr>
        <p:spPr>
          <a:xfrm>
            <a:off x="82959" y="158231"/>
            <a:ext cx="11236280" cy="457200"/>
          </a:xfrm>
        </p:spPr>
        <p:txBody>
          <a:bodyPr/>
          <a:lstStyle>
            <a:lvl1pPr algn="l" defTabSz="914377" rtl="0" eaLnBrk="1" latinLnBrk="0" hangingPunct="1">
              <a:lnSpc>
                <a:spcPct val="90000"/>
              </a:lnSpc>
              <a:spcBef>
                <a:spcPct val="0"/>
              </a:spcBef>
              <a:buNone/>
              <a:defRPr lang="en-US" sz="2400" b="1" i="0" kern="1200" spc="0" dirty="0">
                <a:solidFill>
                  <a:srgbClr val="5F285E"/>
                </a:solidFill>
                <a:latin typeface="Galano Grotesque" pitchFamily="2" charset="77"/>
                <a:ea typeface="+mj-ea"/>
                <a:cs typeface="+mj-cs"/>
              </a:defRPr>
            </a:lvl1pPr>
          </a:lstStyle>
          <a:p>
            <a:r>
              <a:rPr lang="en-US"/>
              <a:t>Header goes here, can be up to two lines.</a:t>
            </a:r>
          </a:p>
        </p:txBody>
      </p:sp>
    </p:spTree>
    <p:extLst>
      <p:ext uri="{BB962C8B-B14F-4D97-AF65-F5344CB8AC3E}">
        <p14:creationId xmlns:p14="http://schemas.microsoft.com/office/powerpoint/2010/main" val="367738739"/>
      </p:ext>
    </p:extLst>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Header, Subheading, body 1 col">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0F13A179-AB6A-9449-B872-F5E774385FB5}"/>
              </a:ext>
            </a:extLst>
          </p:cNvPr>
          <p:cNvSpPr>
            <a:spLocks noGrp="1"/>
          </p:cNvSpPr>
          <p:nvPr>
            <p:ph type="sldNum" sz="quarter" idx="12"/>
          </p:nvPr>
        </p:nvSpPr>
        <p:spPr/>
        <p:txBody>
          <a:bodyPr/>
          <a:lstStyle/>
          <a:p>
            <a:fld id="{43810C2F-5A3B-334F-B32E-597B62ACB14E}" type="slidenum">
              <a:rPr lang="en-US" smtClean="0"/>
              <a:t>‹#›</a:t>
            </a:fld>
            <a:endParaRPr lang="en-US"/>
          </a:p>
        </p:txBody>
      </p:sp>
      <p:sp>
        <p:nvSpPr>
          <p:cNvPr id="7" name="Content Placeholder 6">
            <a:extLst>
              <a:ext uri="{FF2B5EF4-FFF2-40B4-BE49-F238E27FC236}">
                <a16:creationId xmlns:a16="http://schemas.microsoft.com/office/drawing/2014/main" id="{72A48076-DC05-416D-A57B-28233B9DA03F}"/>
              </a:ext>
            </a:extLst>
          </p:cNvPr>
          <p:cNvSpPr>
            <a:spLocks noGrp="1"/>
          </p:cNvSpPr>
          <p:nvPr>
            <p:ph sz="quarter" idx="16"/>
          </p:nvPr>
        </p:nvSpPr>
        <p:spPr>
          <a:xfrm>
            <a:off x="510798" y="2185261"/>
            <a:ext cx="11185902" cy="2107770"/>
          </a:xfrm>
          <a:prstGeom prst="rect">
            <a:avLst/>
          </a:prstGeom>
        </p:spPr>
        <p:txBody>
          <a:bodyPr/>
          <a:lstStyle>
            <a:lvl1pPr>
              <a:defRPr sz="1400">
                <a:latin typeface="Arial" panose="020B0604020202020204" pitchFamily="34" charset="0"/>
                <a:cs typeface="Arial" panose="020B0604020202020204" pitchFamily="34" charset="0"/>
              </a:defRPr>
            </a:lvl1pPr>
            <a:lvl2pPr>
              <a:defRPr sz="1400">
                <a:latin typeface="Arial" panose="020B0604020202020204" pitchFamily="34" charset="0"/>
                <a:cs typeface="Arial" panose="020B0604020202020204" pitchFamily="34" charset="0"/>
              </a:defRPr>
            </a:lvl2pPr>
            <a:lvl3pPr>
              <a:defRPr sz="14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sz="14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ACBDEBB4-2DC0-9E4B-A71B-1FCBD2C4E45C}"/>
              </a:ext>
            </a:extLst>
          </p:cNvPr>
          <p:cNvSpPr>
            <a:spLocks noGrp="1"/>
          </p:cNvSpPr>
          <p:nvPr>
            <p:ph type="body" sz="quarter" idx="15" hasCustomPrompt="1"/>
          </p:nvPr>
        </p:nvSpPr>
        <p:spPr>
          <a:xfrm>
            <a:off x="230714" y="775051"/>
            <a:ext cx="4203700" cy="690562"/>
          </a:xfrm>
          <a:prstGeom prst="rect">
            <a:avLst/>
          </a:prstGeom>
        </p:spPr>
        <p:txBody>
          <a:bodyPr/>
          <a:lstStyle>
            <a:lvl1pPr marL="0" indent="0">
              <a:buNone/>
              <a:defRPr lang="en-US" sz="1800" b="0" i="0" kern="1200" dirty="0">
                <a:solidFill>
                  <a:srgbClr val="5F285E"/>
                </a:solidFill>
                <a:latin typeface="Galano Grotesque Medium" pitchFamily="2" charset="77"/>
                <a:ea typeface="+mn-ea"/>
                <a:cs typeface="+mn-cs"/>
              </a:defRPr>
            </a:lvl1pPr>
          </a:lstStyle>
          <a:p>
            <a:pPr marL="0" lvl="0" indent="0" algn="l" defTabSz="914377" rtl="0" eaLnBrk="1" latinLnBrk="0" hangingPunct="1">
              <a:lnSpc>
                <a:spcPct val="90000"/>
              </a:lnSpc>
              <a:spcBef>
                <a:spcPts val="1000"/>
              </a:spcBef>
              <a:buFont typeface="Arial" panose="020B0604020202020204" pitchFamily="34" charset="0"/>
              <a:buNone/>
            </a:pPr>
            <a:r>
              <a:rPr lang="en-US"/>
              <a:t>Subhead here.</a:t>
            </a:r>
          </a:p>
        </p:txBody>
      </p:sp>
      <p:sp>
        <p:nvSpPr>
          <p:cNvPr id="2" name="Title 4">
            <a:extLst>
              <a:ext uri="{FF2B5EF4-FFF2-40B4-BE49-F238E27FC236}">
                <a16:creationId xmlns:a16="http://schemas.microsoft.com/office/drawing/2014/main" id="{A4BF20C0-9A30-35F6-B65C-1579531F3828}"/>
              </a:ext>
            </a:extLst>
          </p:cNvPr>
          <p:cNvSpPr>
            <a:spLocks noGrp="1"/>
          </p:cNvSpPr>
          <p:nvPr>
            <p:ph type="title" hasCustomPrompt="1"/>
          </p:nvPr>
        </p:nvSpPr>
        <p:spPr>
          <a:xfrm>
            <a:off x="82959" y="158231"/>
            <a:ext cx="11236280" cy="457200"/>
          </a:xfrm>
        </p:spPr>
        <p:txBody>
          <a:bodyPr/>
          <a:lstStyle>
            <a:lvl1pPr algn="l" defTabSz="914377" rtl="0" eaLnBrk="1" latinLnBrk="0" hangingPunct="1">
              <a:lnSpc>
                <a:spcPct val="90000"/>
              </a:lnSpc>
              <a:spcBef>
                <a:spcPct val="0"/>
              </a:spcBef>
              <a:buNone/>
              <a:defRPr lang="en-US" sz="2400" b="1" i="0" kern="1200" spc="0" dirty="0">
                <a:solidFill>
                  <a:srgbClr val="5F285E"/>
                </a:solidFill>
                <a:latin typeface="Galano Grotesque" pitchFamily="2" charset="77"/>
                <a:ea typeface="+mj-ea"/>
                <a:cs typeface="+mj-cs"/>
              </a:defRPr>
            </a:lvl1pPr>
          </a:lstStyle>
          <a:p>
            <a:r>
              <a:rPr lang="en-US"/>
              <a:t>Header goes here, can be up to two lines.</a:t>
            </a:r>
          </a:p>
        </p:txBody>
      </p:sp>
    </p:spTree>
    <p:extLst>
      <p:ext uri="{BB962C8B-B14F-4D97-AF65-F5344CB8AC3E}">
        <p14:creationId xmlns:p14="http://schemas.microsoft.com/office/powerpoint/2010/main" val="67143880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Header, body 1 col">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0F13A179-AB6A-9449-B872-F5E774385FB5}"/>
              </a:ext>
            </a:extLst>
          </p:cNvPr>
          <p:cNvSpPr>
            <a:spLocks noGrp="1"/>
          </p:cNvSpPr>
          <p:nvPr>
            <p:ph type="sldNum" sz="quarter" idx="12"/>
          </p:nvPr>
        </p:nvSpPr>
        <p:spPr/>
        <p:txBody>
          <a:bodyPr/>
          <a:lstStyle/>
          <a:p>
            <a:fld id="{43810C2F-5A3B-334F-B32E-597B62ACB14E}" type="slidenum">
              <a:rPr lang="en-US" smtClean="0"/>
              <a:t>‹#›</a:t>
            </a:fld>
            <a:endParaRPr lang="en-US"/>
          </a:p>
        </p:txBody>
      </p:sp>
      <p:sp>
        <p:nvSpPr>
          <p:cNvPr id="7" name="Content Placeholder 6">
            <a:extLst>
              <a:ext uri="{FF2B5EF4-FFF2-40B4-BE49-F238E27FC236}">
                <a16:creationId xmlns:a16="http://schemas.microsoft.com/office/drawing/2014/main" id="{5807256F-2DF0-4A3E-AFDC-AF1A97062FD0}"/>
              </a:ext>
            </a:extLst>
          </p:cNvPr>
          <p:cNvSpPr>
            <a:spLocks noGrp="1"/>
          </p:cNvSpPr>
          <p:nvPr>
            <p:ph sz="quarter" idx="16"/>
          </p:nvPr>
        </p:nvSpPr>
        <p:spPr>
          <a:xfrm>
            <a:off x="510798" y="2247254"/>
            <a:ext cx="11185902" cy="3644064"/>
          </a:xfrm>
          <a:prstGeom prst="rect">
            <a:avLst/>
          </a:prstGeom>
        </p:spPr>
        <p:txBody>
          <a:bodyPr/>
          <a:lstStyle>
            <a:lvl1pPr>
              <a:defRPr sz="1400">
                <a:latin typeface="Arial" panose="020B0604020202020204" pitchFamily="34" charset="0"/>
                <a:cs typeface="Arial" panose="020B0604020202020204" pitchFamily="34" charset="0"/>
              </a:defRPr>
            </a:lvl1pPr>
            <a:lvl2pPr>
              <a:defRPr sz="1400">
                <a:latin typeface="Arial" panose="020B0604020202020204" pitchFamily="34" charset="0"/>
                <a:cs typeface="Arial" panose="020B0604020202020204" pitchFamily="34" charset="0"/>
              </a:defRPr>
            </a:lvl2pPr>
            <a:lvl3pPr>
              <a:defRPr sz="14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sz="14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777FCABF-74F6-494A-9B96-C0C2E781D821}"/>
              </a:ext>
            </a:extLst>
          </p:cNvPr>
          <p:cNvSpPr>
            <a:spLocks noGrp="1"/>
          </p:cNvSpPr>
          <p:nvPr>
            <p:ph type="body" sz="quarter" idx="15" hasCustomPrompt="1"/>
          </p:nvPr>
        </p:nvSpPr>
        <p:spPr>
          <a:xfrm>
            <a:off x="230711" y="775051"/>
            <a:ext cx="4203700" cy="690562"/>
          </a:xfrm>
          <a:prstGeom prst="rect">
            <a:avLst/>
          </a:prstGeom>
        </p:spPr>
        <p:txBody>
          <a:bodyPr/>
          <a:lstStyle>
            <a:lvl1pPr marL="0" indent="0">
              <a:buNone/>
              <a:defRPr lang="en-US" sz="1800" b="0" i="0" kern="1200" dirty="0">
                <a:solidFill>
                  <a:srgbClr val="5F285E"/>
                </a:solidFill>
                <a:latin typeface="Galano Grotesque Medium" pitchFamily="2" charset="77"/>
                <a:ea typeface="+mn-ea"/>
                <a:cs typeface="+mn-cs"/>
              </a:defRPr>
            </a:lvl1pPr>
          </a:lstStyle>
          <a:p>
            <a:pPr marL="0" lvl="0" indent="0" algn="l" defTabSz="914377" rtl="0" eaLnBrk="1" latinLnBrk="0" hangingPunct="1">
              <a:lnSpc>
                <a:spcPct val="90000"/>
              </a:lnSpc>
              <a:spcBef>
                <a:spcPts val="1000"/>
              </a:spcBef>
              <a:buFont typeface="Arial" panose="020B0604020202020204" pitchFamily="34" charset="0"/>
              <a:buNone/>
            </a:pPr>
            <a:r>
              <a:rPr lang="en-US"/>
              <a:t>Subhead here.</a:t>
            </a:r>
          </a:p>
        </p:txBody>
      </p:sp>
      <p:sp>
        <p:nvSpPr>
          <p:cNvPr id="2" name="Title 4">
            <a:extLst>
              <a:ext uri="{FF2B5EF4-FFF2-40B4-BE49-F238E27FC236}">
                <a16:creationId xmlns:a16="http://schemas.microsoft.com/office/drawing/2014/main" id="{32ABA306-7885-8E8C-289A-692836766F18}"/>
              </a:ext>
            </a:extLst>
          </p:cNvPr>
          <p:cNvSpPr>
            <a:spLocks noGrp="1"/>
          </p:cNvSpPr>
          <p:nvPr>
            <p:ph type="title" hasCustomPrompt="1"/>
          </p:nvPr>
        </p:nvSpPr>
        <p:spPr>
          <a:xfrm>
            <a:off x="82959" y="158231"/>
            <a:ext cx="11236280" cy="457200"/>
          </a:xfrm>
        </p:spPr>
        <p:txBody>
          <a:bodyPr/>
          <a:lstStyle>
            <a:lvl1pPr algn="l" defTabSz="914377" rtl="0" eaLnBrk="1" latinLnBrk="0" hangingPunct="1">
              <a:lnSpc>
                <a:spcPct val="90000"/>
              </a:lnSpc>
              <a:spcBef>
                <a:spcPct val="0"/>
              </a:spcBef>
              <a:buNone/>
              <a:defRPr lang="en-US" sz="2400" b="1" i="0" kern="1200" spc="0" dirty="0">
                <a:solidFill>
                  <a:srgbClr val="5F285E"/>
                </a:solidFill>
                <a:latin typeface="Galano Grotesque" pitchFamily="2" charset="77"/>
                <a:ea typeface="+mj-ea"/>
                <a:cs typeface="+mj-cs"/>
              </a:defRPr>
            </a:lvl1pPr>
          </a:lstStyle>
          <a:p>
            <a:r>
              <a:rPr lang="en-US"/>
              <a:t>Header goes here, can be up to two lines.</a:t>
            </a:r>
          </a:p>
        </p:txBody>
      </p:sp>
    </p:spTree>
    <p:extLst>
      <p:ext uri="{BB962C8B-B14F-4D97-AF65-F5344CB8AC3E}">
        <p14:creationId xmlns:p14="http://schemas.microsoft.com/office/powerpoint/2010/main" val="388008131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Header, Subheading, body 2 col">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6F657573-2FC7-BE42-8D31-971ACDB64964}"/>
              </a:ext>
            </a:extLst>
          </p:cNvPr>
          <p:cNvSpPr>
            <a:spLocks noGrp="1"/>
          </p:cNvSpPr>
          <p:nvPr>
            <p:ph type="sldNum" sz="quarter" idx="12"/>
          </p:nvPr>
        </p:nvSpPr>
        <p:spPr/>
        <p:txBody>
          <a:bodyPr/>
          <a:lstStyle/>
          <a:p>
            <a:fld id="{43810C2F-5A3B-334F-B32E-597B62ACB14E}" type="slidenum">
              <a:rPr lang="en-US" smtClean="0"/>
              <a:t>‹#›</a:t>
            </a:fld>
            <a:endParaRPr lang="en-US"/>
          </a:p>
        </p:txBody>
      </p:sp>
      <p:sp>
        <p:nvSpPr>
          <p:cNvPr id="10" name="Content Placeholder 3">
            <a:extLst>
              <a:ext uri="{FF2B5EF4-FFF2-40B4-BE49-F238E27FC236}">
                <a16:creationId xmlns:a16="http://schemas.microsoft.com/office/drawing/2014/main" id="{324BD615-0D3D-4613-A3FB-89E18979AD1A}"/>
              </a:ext>
            </a:extLst>
          </p:cNvPr>
          <p:cNvSpPr>
            <a:spLocks noGrp="1"/>
          </p:cNvSpPr>
          <p:nvPr>
            <p:ph sz="quarter" idx="15" hasCustomPrompt="1"/>
          </p:nvPr>
        </p:nvSpPr>
        <p:spPr>
          <a:xfrm>
            <a:off x="800100" y="928690"/>
            <a:ext cx="5157787" cy="539115"/>
          </a:xfrm>
          <a:prstGeom prst="rect">
            <a:avLst/>
          </a:prstGeom>
        </p:spPr>
        <p:txBody>
          <a:bodyPr/>
          <a:lstStyle>
            <a:lvl1pPr>
              <a:defRPr lang="en-US" sz="1800" b="0" i="0" kern="1200" dirty="0">
                <a:solidFill>
                  <a:srgbClr val="5F285E"/>
                </a:solidFill>
                <a:latin typeface="Galano Grotesque Medium" pitchFamily="2" charset="77"/>
                <a:ea typeface="+mn-ea"/>
                <a:cs typeface="+mn-cs"/>
              </a:defRPr>
            </a:lvl1pPr>
            <a:lvl2pPr>
              <a:defRPr sz="1800" b="1"/>
            </a:lvl2pPr>
            <a:lvl3pPr>
              <a:defRPr sz="1800" b="1"/>
            </a:lvl3pPr>
            <a:lvl4pPr>
              <a:defRPr sz="1800" b="1"/>
            </a:lvl4pPr>
            <a:lvl5pPr>
              <a:defRPr sz="1800" b="1"/>
            </a:lvl5pPr>
          </a:lstStyle>
          <a:p>
            <a:pPr marL="0" lvl="0" indent="0" algn="l" defTabSz="914377" rtl="0" eaLnBrk="1" latinLnBrk="0" hangingPunct="1">
              <a:lnSpc>
                <a:spcPct val="90000"/>
              </a:lnSpc>
              <a:spcBef>
                <a:spcPts val="1000"/>
              </a:spcBef>
              <a:buFont typeface="Arial" panose="020B0604020202020204" pitchFamily="34" charset="0"/>
              <a:buNone/>
            </a:pPr>
            <a:r>
              <a:rPr lang="en-US"/>
              <a:t>Subhead here.</a:t>
            </a:r>
          </a:p>
        </p:txBody>
      </p:sp>
      <p:sp>
        <p:nvSpPr>
          <p:cNvPr id="11" name="Content Placeholder 6">
            <a:extLst>
              <a:ext uri="{FF2B5EF4-FFF2-40B4-BE49-F238E27FC236}">
                <a16:creationId xmlns:a16="http://schemas.microsoft.com/office/drawing/2014/main" id="{E2A1C334-C030-4F7D-9609-8438B84BAAE5}"/>
              </a:ext>
            </a:extLst>
          </p:cNvPr>
          <p:cNvSpPr>
            <a:spLocks noGrp="1"/>
          </p:cNvSpPr>
          <p:nvPr>
            <p:ph sz="quarter" idx="16"/>
          </p:nvPr>
        </p:nvSpPr>
        <p:spPr>
          <a:xfrm>
            <a:off x="800100" y="1611670"/>
            <a:ext cx="5157787" cy="4437995"/>
          </a:xfrm>
          <a:prstGeom prst="rect">
            <a:avLst/>
          </a:prstGeom>
        </p:spPr>
        <p:txBody>
          <a:bodyPr/>
          <a:lstStyle>
            <a:lvl1pPr>
              <a:defRPr sz="1400">
                <a:latin typeface="Arial" panose="020B0604020202020204" pitchFamily="34" charset="0"/>
                <a:cs typeface="Arial" panose="020B0604020202020204" pitchFamily="34" charset="0"/>
              </a:defRPr>
            </a:lvl1pPr>
            <a:lvl2pPr>
              <a:defRPr sz="1400">
                <a:latin typeface="Arial" panose="020B0604020202020204" pitchFamily="34" charset="0"/>
                <a:cs typeface="Arial" panose="020B0604020202020204" pitchFamily="34" charset="0"/>
              </a:defRPr>
            </a:lvl2pPr>
            <a:lvl3pPr>
              <a:defRPr sz="14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sz="14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a:extLst>
              <a:ext uri="{FF2B5EF4-FFF2-40B4-BE49-F238E27FC236}">
                <a16:creationId xmlns:a16="http://schemas.microsoft.com/office/drawing/2014/main" id="{CDE4DC65-ECCA-47FB-8337-4E7BDA9B18D8}"/>
              </a:ext>
            </a:extLst>
          </p:cNvPr>
          <p:cNvSpPr>
            <a:spLocks noGrp="1"/>
          </p:cNvSpPr>
          <p:nvPr>
            <p:ph sz="quarter" idx="17" hasCustomPrompt="1"/>
          </p:nvPr>
        </p:nvSpPr>
        <p:spPr>
          <a:xfrm>
            <a:off x="6157913" y="936445"/>
            <a:ext cx="5157787" cy="539115"/>
          </a:xfrm>
          <a:prstGeom prst="rect">
            <a:avLst/>
          </a:prstGeom>
        </p:spPr>
        <p:txBody>
          <a:bodyPr/>
          <a:lstStyle>
            <a:lvl1pPr>
              <a:defRPr lang="en-US" sz="1800" b="0" i="0" kern="1200" dirty="0">
                <a:solidFill>
                  <a:srgbClr val="5F285E"/>
                </a:solidFill>
                <a:latin typeface="Galano Grotesque Medium" pitchFamily="2" charset="77"/>
                <a:ea typeface="+mn-ea"/>
                <a:cs typeface="+mn-cs"/>
              </a:defRPr>
            </a:lvl1pPr>
            <a:lvl2pPr>
              <a:defRPr sz="1800" b="1"/>
            </a:lvl2pPr>
            <a:lvl3pPr>
              <a:defRPr sz="1800" b="1"/>
            </a:lvl3pPr>
            <a:lvl4pPr>
              <a:defRPr sz="1800" b="1"/>
            </a:lvl4pPr>
            <a:lvl5pPr>
              <a:defRPr sz="1800" b="1"/>
            </a:lvl5pPr>
          </a:lstStyle>
          <a:p>
            <a:pPr marL="0" lvl="0" indent="0" algn="l" defTabSz="914377" rtl="0" eaLnBrk="1" latinLnBrk="0" hangingPunct="1">
              <a:lnSpc>
                <a:spcPct val="90000"/>
              </a:lnSpc>
              <a:spcBef>
                <a:spcPts val="1000"/>
              </a:spcBef>
              <a:buFont typeface="Arial" panose="020B0604020202020204" pitchFamily="34" charset="0"/>
              <a:buNone/>
            </a:pPr>
            <a:r>
              <a:rPr lang="en-US"/>
              <a:t>Subhead here.</a:t>
            </a:r>
          </a:p>
        </p:txBody>
      </p:sp>
      <p:sp>
        <p:nvSpPr>
          <p:cNvPr id="13" name="Content Placeholder 6">
            <a:extLst>
              <a:ext uri="{FF2B5EF4-FFF2-40B4-BE49-F238E27FC236}">
                <a16:creationId xmlns:a16="http://schemas.microsoft.com/office/drawing/2014/main" id="{76332042-C0EC-41FE-8843-B45406DB3857}"/>
              </a:ext>
            </a:extLst>
          </p:cNvPr>
          <p:cNvSpPr>
            <a:spLocks noGrp="1"/>
          </p:cNvSpPr>
          <p:nvPr>
            <p:ph sz="quarter" idx="18"/>
          </p:nvPr>
        </p:nvSpPr>
        <p:spPr>
          <a:xfrm>
            <a:off x="6157913" y="1626741"/>
            <a:ext cx="5157787" cy="4437995"/>
          </a:xfrm>
          <a:prstGeom prst="rect">
            <a:avLst/>
          </a:prstGeom>
        </p:spPr>
        <p:txBody>
          <a:bodyPr/>
          <a:lstStyle>
            <a:lvl1pPr>
              <a:defRPr sz="1400">
                <a:latin typeface="Arial" panose="020B0604020202020204" pitchFamily="34" charset="0"/>
                <a:cs typeface="Arial" panose="020B0604020202020204" pitchFamily="34" charset="0"/>
              </a:defRPr>
            </a:lvl1pPr>
            <a:lvl2pPr>
              <a:defRPr sz="1400">
                <a:latin typeface="Arial" panose="020B0604020202020204" pitchFamily="34" charset="0"/>
                <a:cs typeface="Arial" panose="020B0604020202020204" pitchFamily="34" charset="0"/>
              </a:defRPr>
            </a:lvl2pPr>
            <a:lvl3pPr>
              <a:defRPr sz="14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sz="14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4">
            <a:extLst>
              <a:ext uri="{FF2B5EF4-FFF2-40B4-BE49-F238E27FC236}">
                <a16:creationId xmlns:a16="http://schemas.microsoft.com/office/drawing/2014/main" id="{B751F43A-6A16-983B-C1D4-6F0ED33DFCD7}"/>
              </a:ext>
            </a:extLst>
          </p:cNvPr>
          <p:cNvSpPr>
            <a:spLocks noGrp="1"/>
          </p:cNvSpPr>
          <p:nvPr>
            <p:ph type="title" hasCustomPrompt="1"/>
          </p:nvPr>
        </p:nvSpPr>
        <p:spPr>
          <a:xfrm>
            <a:off x="82959" y="158231"/>
            <a:ext cx="11236280" cy="457200"/>
          </a:xfrm>
        </p:spPr>
        <p:txBody>
          <a:bodyPr/>
          <a:lstStyle>
            <a:lvl1pPr algn="l" defTabSz="914377" rtl="0" eaLnBrk="1" latinLnBrk="0" hangingPunct="1">
              <a:lnSpc>
                <a:spcPct val="90000"/>
              </a:lnSpc>
              <a:spcBef>
                <a:spcPct val="0"/>
              </a:spcBef>
              <a:buNone/>
              <a:defRPr lang="en-US" sz="2400" b="1" i="0" kern="1200" spc="0" dirty="0">
                <a:solidFill>
                  <a:srgbClr val="5F285E"/>
                </a:solidFill>
                <a:latin typeface="Galano Grotesque" pitchFamily="2" charset="77"/>
                <a:ea typeface="+mj-ea"/>
                <a:cs typeface="+mj-cs"/>
              </a:defRPr>
            </a:lvl1pPr>
          </a:lstStyle>
          <a:p>
            <a:r>
              <a:rPr lang="en-US"/>
              <a:t>Header goes here, can be up to two lines.</a:t>
            </a:r>
          </a:p>
        </p:txBody>
      </p:sp>
    </p:spTree>
    <p:extLst>
      <p:ext uri="{BB962C8B-B14F-4D97-AF65-F5344CB8AC3E}">
        <p14:creationId xmlns:p14="http://schemas.microsoft.com/office/powerpoint/2010/main" val="391331790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Header, Subheading, body 2 col">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6F657573-2FC7-BE42-8D31-971ACDB64964}"/>
              </a:ext>
            </a:extLst>
          </p:cNvPr>
          <p:cNvSpPr>
            <a:spLocks noGrp="1"/>
          </p:cNvSpPr>
          <p:nvPr>
            <p:ph type="sldNum" sz="quarter" idx="12"/>
          </p:nvPr>
        </p:nvSpPr>
        <p:spPr/>
        <p:txBody>
          <a:bodyPr/>
          <a:lstStyle/>
          <a:p>
            <a:fld id="{43810C2F-5A3B-334F-B32E-597B62ACB14E}" type="slidenum">
              <a:rPr lang="en-US" smtClean="0"/>
              <a:t>‹#›</a:t>
            </a:fld>
            <a:endParaRPr lang="en-US"/>
          </a:p>
        </p:txBody>
      </p:sp>
      <p:sp>
        <p:nvSpPr>
          <p:cNvPr id="11" name="Content Placeholder 6">
            <a:extLst>
              <a:ext uri="{FF2B5EF4-FFF2-40B4-BE49-F238E27FC236}">
                <a16:creationId xmlns:a16="http://schemas.microsoft.com/office/drawing/2014/main" id="{E2A1C334-C030-4F7D-9609-8438B84BAAE5}"/>
              </a:ext>
            </a:extLst>
          </p:cNvPr>
          <p:cNvSpPr>
            <a:spLocks noGrp="1"/>
          </p:cNvSpPr>
          <p:nvPr>
            <p:ph sz="quarter" idx="16"/>
          </p:nvPr>
        </p:nvSpPr>
        <p:spPr>
          <a:xfrm>
            <a:off x="800100" y="980903"/>
            <a:ext cx="5157787" cy="5068763"/>
          </a:xfrm>
          <a:prstGeom prst="rect">
            <a:avLst/>
          </a:prstGeom>
        </p:spPr>
        <p:txBody>
          <a:bodyPr/>
          <a:lstStyle>
            <a:lvl1pPr>
              <a:defRPr sz="1400">
                <a:latin typeface="Arial" panose="020B0604020202020204" pitchFamily="34" charset="0"/>
                <a:cs typeface="Arial" panose="020B0604020202020204" pitchFamily="34" charset="0"/>
              </a:defRPr>
            </a:lvl1pPr>
            <a:lvl2pPr>
              <a:defRPr sz="1400">
                <a:latin typeface="Arial" panose="020B0604020202020204" pitchFamily="34" charset="0"/>
                <a:cs typeface="Arial" panose="020B0604020202020204" pitchFamily="34" charset="0"/>
              </a:defRPr>
            </a:lvl2pPr>
            <a:lvl3pPr>
              <a:defRPr sz="14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sz="14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6">
            <a:extLst>
              <a:ext uri="{FF2B5EF4-FFF2-40B4-BE49-F238E27FC236}">
                <a16:creationId xmlns:a16="http://schemas.microsoft.com/office/drawing/2014/main" id="{76332042-C0EC-41FE-8843-B45406DB3857}"/>
              </a:ext>
            </a:extLst>
          </p:cNvPr>
          <p:cNvSpPr>
            <a:spLocks noGrp="1"/>
          </p:cNvSpPr>
          <p:nvPr>
            <p:ph sz="quarter" idx="18"/>
          </p:nvPr>
        </p:nvSpPr>
        <p:spPr>
          <a:xfrm>
            <a:off x="6157913" y="995973"/>
            <a:ext cx="5157787" cy="5068763"/>
          </a:xfrm>
          <a:prstGeom prst="rect">
            <a:avLst/>
          </a:prstGeom>
        </p:spPr>
        <p:txBody>
          <a:bodyPr/>
          <a:lstStyle>
            <a:lvl1pPr>
              <a:defRPr sz="1400">
                <a:latin typeface="Arial" panose="020B0604020202020204" pitchFamily="34" charset="0"/>
                <a:cs typeface="Arial" panose="020B0604020202020204" pitchFamily="34" charset="0"/>
              </a:defRPr>
            </a:lvl1pPr>
            <a:lvl2pPr>
              <a:defRPr sz="1400">
                <a:latin typeface="Arial" panose="020B0604020202020204" pitchFamily="34" charset="0"/>
                <a:cs typeface="Arial" panose="020B0604020202020204" pitchFamily="34" charset="0"/>
              </a:defRPr>
            </a:lvl2pPr>
            <a:lvl3pPr>
              <a:defRPr sz="14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sz="14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4">
            <a:extLst>
              <a:ext uri="{FF2B5EF4-FFF2-40B4-BE49-F238E27FC236}">
                <a16:creationId xmlns:a16="http://schemas.microsoft.com/office/drawing/2014/main" id="{620D8C44-C61A-7257-0845-52FC831FFB1E}"/>
              </a:ext>
            </a:extLst>
          </p:cNvPr>
          <p:cNvSpPr>
            <a:spLocks noGrp="1"/>
          </p:cNvSpPr>
          <p:nvPr>
            <p:ph type="title" hasCustomPrompt="1"/>
          </p:nvPr>
        </p:nvSpPr>
        <p:spPr>
          <a:xfrm>
            <a:off x="82959" y="158231"/>
            <a:ext cx="11236280" cy="457200"/>
          </a:xfrm>
        </p:spPr>
        <p:txBody>
          <a:bodyPr/>
          <a:lstStyle>
            <a:lvl1pPr algn="l" defTabSz="914377" rtl="0" eaLnBrk="1" latinLnBrk="0" hangingPunct="1">
              <a:lnSpc>
                <a:spcPct val="90000"/>
              </a:lnSpc>
              <a:spcBef>
                <a:spcPct val="0"/>
              </a:spcBef>
              <a:buNone/>
              <a:defRPr lang="en-US" sz="2400" b="1" i="0" kern="1200" spc="0" dirty="0">
                <a:solidFill>
                  <a:srgbClr val="5F285E"/>
                </a:solidFill>
                <a:latin typeface="Galano Grotesque" pitchFamily="2" charset="77"/>
                <a:ea typeface="+mj-ea"/>
                <a:cs typeface="+mj-cs"/>
              </a:defRPr>
            </a:lvl1pPr>
          </a:lstStyle>
          <a:p>
            <a:r>
              <a:rPr lang="en-US"/>
              <a:t>Header goes here, can be up to two lines.</a:t>
            </a:r>
          </a:p>
        </p:txBody>
      </p:sp>
    </p:spTree>
    <p:extLst>
      <p:ext uri="{BB962C8B-B14F-4D97-AF65-F5344CB8AC3E}">
        <p14:creationId xmlns:p14="http://schemas.microsoft.com/office/powerpoint/2010/main" val="297472583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Header, 2 Col - Left Aligne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82227A-0847-9241-BFC4-07394A192372}"/>
              </a:ext>
            </a:extLst>
          </p:cNvPr>
          <p:cNvSpPr>
            <a:spLocks noGrp="1"/>
          </p:cNvSpPr>
          <p:nvPr>
            <p:ph idx="1"/>
          </p:nvPr>
        </p:nvSpPr>
        <p:spPr>
          <a:xfrm>
            <a:off x="5183188" y="301752"/>
            <a:ext cx="6172200" cy="5644658"/>
          </a:xfrm>
          <a:prstGeom prst="rect">
            <a:avLst/>
          </a:prstGeom>
        </p:spPr>
        <p:txBody>
          <a:bodyPr>
            <a:normAutofit/>
          </a:bodyPr>
          <a:lstStyle>
            <a:lvl1pPr>
              <a:defRPr sz="1400">
                <a:latin typeface="Arial" panose="020B0604020202020204" pitchFamily="34" charset="0"/>
                <a:cs typeface="Arial" panose="020B0604020202020204" pitchFamily="34" charset="0"/>
              </a:defRPr>
            </a:lvl1pPr>
            <a:lvl2pPr>
              <a:defRPr sz="1400">
                <a:latin typeface="Arial" panose="020B0604020202020204" pitchFamily="34" charset="0"/>
                <a:cs typeface="Arial" panose="020B0604020202020204" pitchFamily="34" charset="0"/>
              </a:defRPr>
            </a:lvl2pPr>
            <a:lvl3pPr>
              <a:defRPr sz="14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sz="1400">
                <a:latin typeface="Arial" panose="020B0604020202020204" pitchFamily="34" charset="0"/>
                <a:cs typeface="Arial" panose="020B0604020202020204"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8949D582-9E1A-C14D-A6AC-3B669600EEF7}"/>
              </a:ext>
            </a:extLst>
          </p:cNvPr>
          <p:cNvSpPr>
            <a:spLocks noGrp="1"/>
          </p:cNvSpPr>
          <p:nvPr>
            <p:ph type="sldNum" sz="quarter" idx="12"/>
          </p:nvPr>
        </p:nvSpPr>
        <p:spPr/>
        <p:txBody>
          <a:bodyPr/>
          <a:lstStyle/>
          <a:p>
            <a:fld id="{43810C2F-5A3B-334F-B32E-597B62ACB14E}" type="slidenum">
              <a:rPr lang="en-US" smtClean="0"/>
              <a:t>‹#›</a:t>
            </a:fld>
            <a:endParaRPr lang="en-US"/>
          </a:p>
        </p:txBody>
      </p:sp>
      <p:sp>
        <p:nvSpPr>
          <p:cNvPr id="8" name="Title 1">
            <a:extLst>
              <a:ext uri="{FF2B5EF4-FFF2-40B4-BE49-F238E27FC236}">
                <a16:creationId xmlns:a16="http://schemas.microsoft.com/office/drawing/2014/main" id="{7B33FA40-8B36-4FF9-817B-1D3B8B8528CC}"/>
              </a:ext>
            </a:extLst>
          </p:cNvPr>
          <p:cNvSpPr>
            <a:spLocks noGrp="1"/>
          </p:cNvSpPr>
          <p:nvPr>
            <p:ph type="title" hasCustomPrompt="1"/>
          </p:nvPr>
        </p:nvSpPr>
        <p:spPr>
          <a:xfrm>
            <a:off x="91645" y="164757"/>
            <a:ext cx="3932237" cy="457200"/>
          </a:xfrm>
        </p:spPr>
        <p:txBody>
          <a:bodyPr/>
          <a:lstStyle>
            <a:lvl1pPr>
              <a:defRPr/>
            </a:lvl1pPr>
          </a:lstStyle>
          <a:p>
            <a:r>
              <a:rPr lang="en-US"/>
              <a:t>Header goes here.</a:t>
            </a:r>
          </a:p>
        </p:txBody>
      </p:sp>
      <p:sp>
        <p:nvSpPr>
          <p:cNvPr id="6" name="Content Placeholder 5">
            <a:extLst>
              <a:ext uri="{FF2B5EF4-FFF2-40B4-BE49-F238E27FC236}">
                <a16:creationId xmlns:a16="http://schemas.microsoft.com/office/drawing/2014/main" id="{0E5E6F30-6781-4B9D-813E-2B22F0312616}"/>
              </a:ext>
            </a:extLst>
          </p:cNvPr>
          <p:cNvSpPr>
            <a:spLocks noGrp="1"/>
          </p:cNvSpPr>
          <p:nvPr>
            <p:ph sz="quarter" idx="14"/>
          </p:nvPr>
        </p:nvSpPr>
        <p:spPr>
          <a:xfrm>
            <a:off x="800099" y="922603"/>
            <a:ext cx="3932239" cy="4991100"/>
          </a:xfrm>
          <a:prstGeom prst="rect">
            <a:avLst/>
          </a:prstGeom>
        </p:spPr>
        <p:txBody>
          <a:bodyPr/>
          <a:lstStyle>
            <a:lvl1pPr>
              <a:defRPr sz="1400">
                <a:latin typeface="Arial" panose="020B0604020202020204" pitchFamily="34" charset="0"/>
                <a:cs typeface="Arial" panose="020B0604020202020204" pitchFamily="34" charset="0"/>
              </a:defRPr>
            </a:lvl1pPr>
            <a:lvl2pPr>
              <a:defRPr sz="1400">
                <a:latin typeface="Arial" panose="020B0604020202020204" pitchFamily="34" charset="0"/>
                <a:cs typeface="Arial" panose="020B0604020202020204" pitchFamily="34" charset="0"/>
              </a:defRPr>
            </a:lvl2pPr>
            <a:lvl3pPr>
              <a:defRPr sz="14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sz="14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522498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Header, 2 Col - Right Aligne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F629E-AF46-7A4C-BBD1-D700DD386356}"/>
              </a:ext>
            </a:extLst>
          </p:cNvPr>
          <p:cNvSpPr>
            <a:spLocks noGrp="1"/>
          </p:cNvSpPr>
          <p:nvPr>
            <p:ph type="title" hasCustomPrompt="1"/>
          </p:nvPr>
        </p:nvSpPr>
        <p:spPr>
          <a:xfrm>
            <a:off x="8192035" y="163548"/>
            <a:ext cx="3932237" cy="446768"/>
          </a:xfrm>
        </p:spPr>
        <p:txBody>
          <a:bodyPr anchor="b"/>
          <a:lstStyle>
            <a:lvl1pPr algn="r">
              <a:defRPr sz="2400" b="1" i="0">
                <a:latin typeface="Galano Grotesque" pitchFamily="2" charset="77"/>
              </a:defRPr>
            </a:lvl1pPr>
          </a:lstStyle>
          <a:p>
            <a:r>
              <a:rPr lang="en-US"/>
              <a:t>Header goes here.</a:t>
            </a:r>
          </a:p>
        </p:txBody>
      </p:sp>
      <p:sp>
        <p:nvSpPr>
          <p:cNvPr id="3" name="Content Placeholder 2">
            <a:extLst>
              <a:ext uri="{FF2B5EF4-FFF2-40B4-BE49-F238E27FC236}">
                <a16:creationId xmlns:a16="http://schemas.microsoft.com/office/drawing/2014/main" id="{0B82227A-0847-9241-BFC4-07394A192372}"/>
              </a:ext>
            </a:extLst>
          </p:cNvPr>
          <p:cNvSpPr>
            <a:spLocks noGrp="1"/>
          </p:cNvSpPr>
          <p:nvPr>
            <p:ph idx="1"/>
          </p:nvPr>
        </p:nvSpPr>
        <p:spPr>
          <a:xfrm>
            <a:off x="804672" y="301754"/>
            <a:ext cx="6172200" cy="5545817"/>
          </a:xfrm>
          <a:prstGeom prst="rect">
            <a:avLst/>
          </a:prstGeom>
        </p:spPr>
        <p:txBody>
          <a:bodyPr>
            <a:normAutofit/>
          </a:bodyPr>
          <a:lstStyle>
            <a:lvl1pPr>
              <a:defRPr sz="1400">
                <a:latin typeface="Arial" panose="020B0604020202020204" pitchFamily="34" charset="0"/>
                <a:cs typeface="Arial" panose="020B0604020202020204" pitchFamily="34" charset="0"/>
              </a:defRPr>
            </a:lvl1pPr>
            <a:lvl2pPr>
              <a:defRPr sz="1400">
                <a:latin typeface="Arial" panose="020B0604020202020204" pitchFamily="34" charset="0"/>
                <a:cs typeface="Arial" panose="020B0604020202020204" pitchFamily="34" charset="0"/>
              </a:defRPr>
            </a:lvl2pPr>
            <a:lvl3pPr>
              <a:defRPr sz="14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sz="1400">
                <a:latin typeface="Arial" panose="020B0604020202020204" pitchFamily="34" charset="0"/>
                <a:cs typeface="Arial" panose="020B0604020202020204"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8949D582-9E1A-C14D-A6AC-3B669600EEF7}"/>
              </a:ext>
            </a:extLst>
          </p:cNvPr>
          <p:cNvSpPr>
            <a:spLocks noGrp="1"/>
          </p:cNvSpPr>
          <p:nvPr>
            <p:ph type="sldNum" sz="quarter" idx="12"/>
          </p:nvPr>
        </p:nvSpPr>
        <p:spPr/>
        <p:txBody>
          <a:bodyPr/>
          <a:lstStyle/>
          <a:p>
            <a:fld id="{43810C2F-5A3B-334F-B32E-597B62ACB14E}" type="slidenum">
              <a:rPr lang="en-US" smtClean="0"/>
              <a:t>‹#›</a:t>
            </a:fld>
            <a:endParaRPr lang="en-US"/>
          </a:p>
        </p:txBody>
      </p:sp>
      <p:sp>
        <p:nvSpPr>
          <p:cNvPr id="8" name="Content Placeholder 5">
            <a:extLst>
              <a:ext uri="{FF2B5EF4-FFF2-40B4-BE49-F238E27FC236}">
                <a16:creationId xmlns:a16="http://schemas.microsoft.com/office/drawing/2014/main" id="{F61B7951-B53D-4F47-95C8-5EB6A50501B7}"/>
              </a:ext>
            </a:extLst>
          </p:cNvPr>
          <p:cNvSpPr>
            <a:spLocks noGrp="1"/>
          </p:cNvSpPr>
          <p:nvPr>
            <p:ph sz="quarter" idx="14"/>
          </p:nvPr>
        </p:nvSpPr>
        <p:spPr>
          <a:xfrm>
            <a:off x="7329457" y="856469"/>
            <a:ext cx="3932239" cy="4991100"/>
          </a:xfrm>
          <a:prstGeom prst="rect">
            <a:avLst/>
          </a:prstGeom>
        </p:spPr>
        <p:txBody>
          <a:bodyPr/>
          <a:lstStyle>
            <a:lvl1pPr>
              <a:defRPr sz="1400">
                <a:latin typeface="Arial" panose="020B0604020202020204" pitchFamily="34" charset="0"/>
                <a:cs typeface="Arial" panose="020B0604020202020204" pitchFamily="34" charset="0"/>
              </a:defRPr>
            </a:lvl1pPr>
            <a:lvl2pPr>
              <a:defRPr sz="1400">
                <a:latin typeface="Arial" panose="020B0604020202020204" pitchFamily="34" charset="0"/>
                <a:cs typeface="Arial" panose="020B0604020202020204" pitchFamily="34" charset="0"/>
              </a:defRPr>
            </a:lvl2pPr>
            <a:lvl3pPr>
              <a:defRPr sz="14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sz="14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5517699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Header, Body, Picture - 2 col - chart left">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51C508C-5B02-2840-A25A-1EADB8716721}"/>
              </a:ext>
            </a:extLst>
          </p:cNvPr>
          <p:cNvSpPr>
            <a:spLocks noGrp="1"/>
          </p:cNvSpPr>
          <p:nvPr>
            <p:ph type="sldNum" sz="quarter" idx="12"/>
          </p:nvPr>
        </p:nvSpPr>
        <p:spPr/>
        <p:txBody>
          <a:bodyPr/>
          <a:lstStyle/>
          <a:p>
            <a:fld id="{43810C2F-5A3B-334F-B32E-597B62ACB14E}" type="slidenum">
              <a:rPr lang="en-US" smtClean="0"/>
              <a:t>‹#›</a:t>
            </a:fld>
            <a:endParaRPr lang="en-US"/>
          </a:p>
        </p:txBody>
      </p:sp>
    </p:spTree>
    <p:extLst>
      <p:ext uri="{BB962C8B-B14F-4D97-AF65-F5344CB8AC3E}">
        <p14:creationId xmlns:p14="http://schemas.microsoft.com/office/powerpoint/2010/main" val="231800898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Close">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CB62A78D-2EF7-E148-BDD5-6BD30BD07B13}"/>
              </a:ext>
            </a:extLst>
          </p:cNvPr>
          <p:cNvPicPr>
            <a:picLocks noChangeAspect="1"/>
          </p:cNvPicPr>
          <p:nvPr userDrawn="1"/>
        </p:nvPicPr>
        <p:blipFill>
          <a:blip r:embed="rId2"/>
          <a:stretch>
            <a:fillRect/>
          </a:stretch>
        </p:blipFill>
        <p:spPr>
          <a:xfrm>
            <a:off x="4580029" y="2638588"/>
            <a:ext cx="2672723" cy="1597685"/>
          </a:xfrm>
          <a:prstGeom prst="rect">
            <a:avLst/>
          </a:prstGeom>
        </p:spPr>
      </p:pic>
    </p:spTree>
    <p:extLst>
      <p:ext uri="{BB962C8B-B14F-4D97-AF65-F5344CB8AC3E}">
        <p14:creationId xmlns:p14="http://schemas.microsoft.com/office/powerpoint/2010/main" val="292722826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1_Title Slide - Sub heading">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5DCB5D1-8320-6049-9687-3557CEFF5F62}"/>
              </a:ext>
            </a:extLst>
          </p:cNvPr>
          <p:cNvSpPr>
            <a:spLocks noGrp="1"/>
          </p:cNvSpPr>
          <p:nvPr>
            <p:ph type="sldNum" sz="quarter" idx="12"/>
          </p:nvPr>
        </p:nvSpPr>
        <p:spPr/>
        <p:txBody>
          <a:bodyPr/>
          <a:lstStyle/>
          <a:p>
            <a:fld id="{43810C2F-5A3B-334F-B32E-597B62ACB14E}" type="slidenum">
              <a:rPr lang="en-US" smtClean="0"/>
              <a:t>‹#›</a:t>
            </a:fld>
            <a:endParaRPr lang="en-US"/>
          </a:p>
        </p:txBody>
      </p:sp>
      <p:sp>
        <p:nvSpPr>
          <p:cNvPr id="2" name="Title 4">
            <a:extLst>
              <a:ext uri="{FF2B5EF4-FFF2-40B4-BE49-F238E27FC236}">
                <a16:creationId xmlns:a16="http://schemas.microsoft.com/office/drawing/2014/main" id="{1BEE30DD-A203-B3BC-E937-858A50C3661B}"/>
              </a:ext>
            </a:extLst>
          </p:cNvPr>
          <p:cNvSpPr>
            <a:spLocks noGrp="1"/>
          </p:cNvSpPr>
          <p:nvPr>
            <p:ph type="title" hasCustomPrompt="1"/>
          </p:nvPr>
        </p:nvSpPr>
        <p:spPr>
          <a:xfrm>
            <a:off x="82959" y="158231"/>
            <a:ext cx="11236280" cy="457200"/>
          </a:xfrm>
        </p:spPr>
        <p:txBody>
          <a:bodyPr/>
          <a:lstStyle>
            <a:lvl1pPr algn="l" defTabSz="914377" rtl="0" eaLnBrk="1" latinLnBrk="0" hangingPunct="1">
              <a:lnSpc>
                <a:spcPct val="90000"/>
              </a:lnSpc>
              <a:spcBef>
                <a:spcPct val="0"/>
              </a:spcBef>
              <a:buNone/>
              <a:defRPr lang="en-US" sz="2400" b="1" i="0" kern="1200" spc="0" dirty="0">
                <a:solidFill>
                  <a:srgbClr val="5F285E"/>
                </a:solidFill>
                <a:latin typeface="Galano Grotesque" pitchFamily="2" charset="77"/>
                <a:ea typeface="+mj-ea"/>
                <a:cs typeface="+mj-cs"/>
              </a:defRPr>
            </a:lvl1pPr>
          </a:lstStyle>
          <a:p>
            <a:r>
              <a:rPr lang="en-US"/>
              <a:t>Header goes here, can be up to two lines.</a:t>
            </a:r>
          </a:p>
        </p:txBody>
      </p:sp>
      <p:sp>
        <p:nvSpPr>
          <p:cNvPr id="3" name="Text Placeholder 6">
            <a:extLst>
              <a:ext uri="{FF2B5EF4-FFF2-40B4-BE49-F238E27FC236}">
                <a16:creationId xmlns:a16="http://schemas.microsoft.com/office/drawing/2014/main" id="{F29CEB79-38C7-B9A7-21F2-B76E6AFC97E4}"/>
              </a:ext>
            </a:extLst>
          </p:cNvPr>
          <p:cNvSpPr>
            <a:spLocks noGrp="1"/>
          </p:cNvSpPr>
          <p:nvPr>
            <p:ph type="body" sz="quarter" idx="15" hasCustomPrompt="1"/>
          </p:nvPr>
        </p:nvSpPr>
        <p:spPr>
          <a:xfrm>
            <a:off x="233962" y="775429"/>
            <a:ext cx="4203700" cy="690562"/>
          </a:xfrm>
          <a:prstGeom prst="rect">
            <a:avLst/>
          </a:prstGeom>
        </p:spPr>
        <p:txBody>
          <a:bodyPr/>
          <a:lstStyle>
            <a:lvl1pPr marL="0" indent="0">
              <a:buNone/>
              <a:defRPr lang="en-US" sz="1800" b="0" i="0" kern="1200" dirty="0">
                <a:solidFill>
                  <a:srgbClr val="5F285E"/>
                </a:solidFill>
                <a:latin typeface="Galano Grotesque Medium" pitchFamily="2" charset="77"/>
                <a:ea typeface="+mn-ea"/>
                <a:cs typeface="+mn-cs"/>
              </a:defRPr>
            </a:lvl1pPr>
          </a:lstStyle>
          <a:p>
            <a:pPr marL="0" lvl="0" indent="0" algn="l" defTabSz="914377" rtl="0" eaLnBrk="1" latinLnBrk="0" hangingPunct="1">
              <a:lnSpc>
                <a:spcPct val="90000"/>
              </a:lnSpc>
              <a:spcBef>
                <a:spcPts val="1000"/>
              </a:spcBef>
              <a:buFont typeface="Arial" panose="020B0604020202020204" pitchFamily="34" charset="0"/>
              <a:buNone/>
            </a:pPr>
            <a:r>
              <a:rPr lang="en-US"/>
              <a:t>Subhead here.</a:t>
            </a:r>
          </a:p>
        </p:txBody>
      </p:sp>
    </p:spTree>
    <p:extLst>
      <p:ext uri="{BB962C8B-B14F-4D97-AF65-F5344CB8AC3E}">
        <p14:creationId xmlns:p14="http://schemas.microsoft.com/office/powerpoint/2010/main" val="1878473428"/>
      </p:ext>
    </p:extLst>
  </p:cSld>
  <p:clrMapOvr>
    <a:overrideClrMapping bg1="lt1" tx1="dk1" bg2="lt2" tx2="dk2" accent1="accent1" accent2="accent2" accent3="accent3" accent4="accent4" accent5="accent5" accent6="accent6" hlink="hlink" folHlink="folHlink"/>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85CD849-CB68-5447-A218-053859611873}"/>
              </a:ext>
            </a:extLst>
          </p:cNvPr>
          <p:cNvSpPr>
            <a:spLocks noGrp="1"/>
          </p:cNvSpPr>
          <p:nvPr>
            <p:ph type="sldNum" sz="quarter" idx="12"/>
          </p:nvPr>
        </p:nvSpPr>
        <p:spPr/>
        <p:txBody>
          <a:bodyPr/>
          <a:lstStyle/>
          <a:p>
            <a:fld id="{99FFAA2B-A53B-F04C-9653-7D2C0CA11015}" type="slidenum">
              <a:rPr lang="en-US" smtClean="0"/>
              <a:t>‹#›</a:t>
            </a:fld>
            <a:endParaRPr lang="en-US"/>
          </a:p>
        </p:txBody>
      </p:sp>
      <p:sp>
        <p:nvSpPr>
          <p:cNvPr id="2" name="Title 4">
            <a:extLst>
              <a:ext uri="{FF2B5EF4-FFF2-40B4-BE49-F238E27FC236}">
                <a16:creationId xmlns:a16="http://schemas.microsoft.com/office/drawing/2014/main" id="{A1B8CB51-51B5-6412-EB7C-D43703C5BEC1}"/>
              </a:ext>
            </a:extLst>
          </p:cNvPr>
          <p:cNvSpPr>
            <a:spLocks noGrp="1"/>
          </p:cNvSpPr>
          <p:nvPr>
            <p:ph type="title" hasCustomPrompt="1"/>
          </p:nvPr>
        </p:nvSpPr>
        <p:spPr>
          <a:xfrm>
            <a:off x="82959" y="158231"/>
            <a:ext cx="11236280" cy="457200"/>
          </a:xfrm>
        </p:spPr>
        <p:txBody>
          <a:bodyPr/>
          <a:lstStyle>
            <a:lvl1pPr algn="l" defTabSz="914377" rtl="0" eaLnBrk="1" latinLnBrk="0" hangingPunct="1">
              <a:lnSpc>
                <a:spcPct val="90000"/>
              </a:lnSpc>
              <a:spcBef>
                <a:spcPct val="0"/>
              </a:spcBef>
              <a:buNone/>
              <a:defRPr lang="en-US" sz="2400" b="1" i="0" kern="1200" spc="0" dirty="0">
                <a:solidFill>
                  <a:srgbClr val="5F285E"/>
                </a:solidFill>
                <a:latin typeface="Galano Grotesque" pitchFamily="2" charset="77"/>
                <a:ea typeface="+mj-ea"/>
                <a:cs typeface="+mj-cs"/>
              </a:defRPr>
            </a:lvl1pPr>
          </a:lstStyle>
          <a:p>
            <a:r>
              <a:rPr lang="en-US"/>
              <a:t>Header goes here, can be up to two lines.</a:t>
            </a:r>
          </a:p>
        </p:txBody>
      </p:sp>
      <p:sp>
        <p:nvSpPr>
          <p:cNvPr id="3" name="Text Placeholder 6">
            <a:extLst>
              <a:ext uri="{FF2B5EF4-FFF2-40B4-BE49-F238E27FC236}">
                <a16:creationId xmlns:a16="http://schemas.microsoft.com/office/drawing/2014/main" id="{31B971A1-F42E-911D-2790-BCF1EE892557}"/>
              </a:ext>
            </a:extLst>
          </p:cNvPr>
          <p:cNvSpPr>
            <a:spLocks noGrp="1"/>
          </p:cNvSpPr>
          <p:nvPr>
            <p:ph type="body" sz="quarter" idx="15" hasCustomPrompt="1"/>
          </p:nvPr>
        </p:nvSpPr>
        <p:spPr>
          <a:xfrm>
            <a:off x="233962" y="775429"/>
            <a:ext cx="4203700" cy="690562"/>
          </a:xfrm>
          <a:prstGeom prst="rect">
            <a:avLst/>
          </a:prstGeom>
        </p:spPr>
        <p:txBody>
          <a:bodyPr/>
          <a:lstStyle>
            <a:lvl1pPr marL="0" indent="0">
              <a:buNone/>
              <a:defRPr lang="en-US" sz="1800" b="0" i="0" kern="1200" dirty="0">
                <a:solidFill>
                  <a:srgbClr val="5F285E"/>
                </a:solidFill>
                <a:latin typeface="Galano Grotesque Medium" pitchFamily="2" charset="77"/>
                <a:ea typeface="+mn-ea"/>
                <a:cs typeface="+mn-cs"/>
              </a:defRPr>
            </a:lvl1pPr>
          </a:lstStyle>
          <a:p>
            <a:pPr marL="0" lvl="0" indent="0" algn="l" defTabSz="914377" rtl="0" eaLnBrk="1" latinLnBrk="0" hangingPunct="1">
              <a:lnSpc>
                <a:spcPct val="90000"/>
              </a:lnSpc>
              <a:spcBef>
                <a:spcPts val="1000"/>
              </a:spcBef>
              <a:buFont typeface="Arial" panose="020B0604020202020204" pitchFamily="34" charset="0"/>
              <a:buNone/>
            </a:pPr>
            <a:r>
              <a:rPr lang="en-US"/>
              <a:t>Subhead here.</a:t>
            </a:r>
          </a:p>
        </p:txBody>
      </p:sp>
    </p:spTree>
    <p:extLst>
      <p:ext uri="{BB962C8B-B14F-4D97-AF65-F5344CB8AC3E}">
        <p14:creationId xmlns:p14="http://schemas.microsoft.com/office/powerpoint/2010/main" val="81920966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030D6588-7FB2-4844-8F19-3A5E95893FF4}"/>
              </a:ext>
            </a:extLst>
          </p:cNvPr>
          <p:cNvGraphicFramePr>
            <a:graphicFrameLocks noChangeAspect="1"/>
          </p:cNvGraphicFramePr>
          <p:nvPr>
            <p:custDataLst>
              <p:tags r:id="rId1"/>
            </p:custDataLst>
          </p:nvPr>
        </p:nvGraphicFramePr>
        <p:xfrm>
          <a:off x="2119" y="1588"/>
          <a:ext cx="2117" cy="1588"/>
        </p:xfrm>
        <a:graphic>
          <a:graphicData uri="http://schemas.openxmlformats.org/presentationml/2006/ole">
            <mc:AlternateContent xmlns:mc="http://schemas.openxmlformats.org/markup-compatibility/2006">
              <mc:Choice xmlns:v="urn:schemas-microsoft-com:vml" Requires="v">
                <p:oleObj name="think-cell Slide" r:id="rId4" imgW="287" imgH="288" progId="TCLayout.ActiveDocument.1">
                  <p:embed/>
                </p:oleObj>
              </mc:Choice>
              <mc:Fallback>
                <p:oleObj name="think-cell Slide" r:id="rId4" imgW="287" imgH="288" progId="TCLayout.ActiveDocument.1">
                  <p:embed/>
                  <p:pic>
                    <p:nvPicPr>
                      <p:cNvPr id="4" name="Object 3" hidden="1">
                        <a:extLst>
                          <a:ext uri="{FF2B5EF4-FFF2-40B4-BE49-F238E27FC236}">
                            <a16:creationId xmlns:a16="http://schemas.microsoft.com/office/drawing/2014/main" id="{030D6588-7FB2-4844-8F19-3A5E95893FF4}"/>
                          </a:ext>
                        </a:extLst>
                      </p:cNvPr>
                      <p:cNvPicPr/>
                      <p:nvPr/>
                    </p:nvPicPr>
                    <p:blipFill>
                      <a:blip r:embed="rId5"/>
                      <a:stretch>
                        <a:fillRect/>
                      </a:stretch>
                    </p:blipFill>
                    <p:spPr>
                      <a:xfrm>
                        <a:off x="2119" y="1588"/>
                        <a:ext cx="2117"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626D865F-73CC-46B0-A8B4-E948A50DFF01}"/>
              </a:ext>
            </a:extLst>
          </p:cNvPr>
          <p:cNvSpPr/>
          <p:nvPr>
            <p:custDataLst>
              <p:tags r:id="rId2"/>
            </p:custDataLst>
          </p:nvPr>
        </p:nvSpPr>
        <p:spPr>
          <a:xfrm>
            <a:off x="1" y="0"/>
            <a:ext cx="211667" cy="1587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l" eaLnBrk="1">
              <a:lnSpc>
                <a:spcPct val="100000"/>
              </a:lnSpc>
              <a:spcBef>
                <a:spcPct val="0"/>
              </a:spcBef>
              <a:spcAft>
                <a:spcPct val="0"/>
              </a:spcAft>
            </a:pPr>
            <a:endParaRPr lang="en-US" sz="1800" b="0" i="0" baseline="0">
              <a:solidFill>
                <a:schemeClr val="bg1"/>
              </a:solidFill>
              <a:latin typeface="Montserrat" panose="00000800000000000000" pitchFamily="2" charset="0"/>
              <a:ea typeface="+mn-ea"/>
              <a:cs typeface="+mj-cs"/>
              <a:sym typeface="Montserrat" panose="00000800000000000000" pitchFamily="2" charset="0"/>
            </a:endParaRPr>
          </a:p>
        </p:txBody>
      </p:sp>
      <p:sp>
        <p:nvSpPr>
          <p:cNvPr id="2" name="Title 4">
            <a:extLst>
              <a:ext uri="{FF2B5EF4-FFF2-40B4-BE49-F238E27FC236}">
                <a16:creationId xmlns:a16="http://schemas.microsoft.com/office/drawing/2014/main" id="{A442399F-52FF-1810-259F-13041AF8E844}"/>
              </a:ext>
            </a:extLst>
          </p:cNvPr>
          <p:cNvSpPr>
            <a:spLocks noGrp="1"/>
          </p:cNvSpPr>
          <p:nvPr>
            <p:ph type="title" hasCustomPrompt="1"/>
          </p:nvPr>
        </p:nvSpPr>
        <p:spPr>
          <a:xfrm>
            <a:off x="82959" y="158231"/>
            <a:ext cx="11236280" cy="457200"/>
          </a:xfrm>
        </p:spPr>
        <p:txBody>
          <a:bodyPr/>
          <a:lstStyle>
            <a:lvl1pPr algn="l" defTabSz="914377" rtl="0" eaLnBrk="1" latinLnBrk="0" hangingPunct="1">
              <a:lnSpc>
                <a:spcPct val="90000"/>
              </a:lnSpc>
              <a:spcBef>
                <a:spcPct val="0"/>
              </a:spcBef>
              <a:buNone/>
              <a:defRPr lang="en-US" sz="2400" b="1" i="0" kern="1200" spc="0" dirty="0">
                <a:solidFill>
                  <a:srgbClr val="5F285E"/>
                </a:solidFill>
                <a:latin typeface="Galano Grotesque" pitchFamily="2" charset="77"/>
                <a:ea typeface="+mj-ea"/>
                <a:cs typeface="+mj-cs"/>
              </a:defRPr>
            </a:lvl1pPr>
          </a:lstStyle>
          <a:p>
            <a:r>
              <a:rPr lang="en-US"/>
              <a:t>Header goes here, can be up to two lines.</a:t>
            </a:r>
          </a:p>
        </p:txBody>
      </p:sp>
      <p:sp>
        <p:nvSpPr>
          <p:cNvPr id="5" name="Slide Number Placeholder 8">
            <a:extLst>
              <a:ext uri="{FF2B5EF4-FFF2-40B4-BE49-F238E27FC236}">
                <a16:creationId xmlns:a16="http://schemas.microsoft.com/office/drawing/2014/main" id="{9BAB4107-755D-84CA-1CDA-0D9FC527DA1C}"/>
              </a:ext>
            </a:extLst>
          </p:cNvPr>
          <p:cNvSpPr>
            <a:spLocks noGrp="1"/>
          </p:cNvSpPr>
          <p:nvPr>
            <p:ph type="sldNum" sz="quarter" idx="12"/>
          </p:nvPr>
        </p:nvSpPr>
        <p:spPr>
          <a:xfrm>
            <a:off x="8953500" y="6356352"/>
            <a:ext cx="2743200" cy="365125"/>
          </a:xfrm>
        </p:spPr>
        <p:txBody>
          <a:bodyPr/>
          <a:lstStyle/>
          <a:p>
            <a:fld id="{43810C2F-5A3B-334F-B32E-597B62ACB14E}" type="slidenum">
              <a:rPr lang="en-US" smtClean="0"/>
              <a:t>‹#›</a:t>
            </a:fld>
            <a:endParaRPr lang="en-US"/>
          </a:p>
        </p:txBody>
      </p:sp>
    </p:spTree>
    <p:extLst>
      <p:ext uri="{BB962C8B-B14F-4D97-AF65-F5344CB8AC3E}">
        <p14:creationId xmlns:p14="http://schemas.microsoft.com/office/powerpoint/2010/main" val="233401071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1C8DA4B8-621A-432A-8827-71437254CE9B}"/>
              </a:ext>
            </a:extLst>
          </p:cNvPr>
          <p:cNvGraphicFramePr>
            <a:graphicFrameLocks noChangeAspect="1"/>
          </p:cNvGraphicFramePr>
          <p:nvPr userDrawn="1">
            <p:custDataLst>
              <p:tags r:id="rId1"/>
            </p:custDataLst>
          </p:nvPr>
        </p:nvGraphicFramePr>
        <p:xfrm>
          <a:off x="2120" y="1588"/>
          <a:ext cx="2117" cy="1588"/>
        </p:xfrm>
        <a:graphic>
          <a:graphicData uri="http://schemas.openxmlformats.org/presentationml/2006/ole">
            <mc:AlternateContent xmlns:mc="http://schemas.openxmlformats.org/markup-compatibility/2006">
              <mc:Choice xmlns:v="urn:schemas-microsoft-com:vml" Requires="v">
                <p:oleObj name="think-cell Slide" r:id="rId4" imgW="287" imgH="288" progId="TCLayout.ActiveDocument.1">
                  <p:embed/>
                </p:oleObj>
              </mc:Choice>
              <mc:Fallback>
                <p:oleObj name="think-cell Slide" r:id="rId4" imgW="287" imgH="288" progId="TCLayout.ActiveDocument.1">
                  <p:embed/>
                  <p:pic>
                    <p:nvPicPr>
                      <p:cNvPr id="5" name="Object 4" hidden="1">
                        <a:extLst>
                          <a:ext uri="{FF2B5EF4-FFF2-40B4-BE49-F238E27FC236}">
                            <a16:creationId xmlns:a16="http://schemas.microsoft.com/office/drawing/2014/main" id="{1C8DA4B8-621A-432A-8827-71437254CE9B}"/>
                          </a:ext>
                        </a:extLst>
                      </p:cNvPr>
                      <p:cNvPicPr/>
                      <p:nvPr/>
                    </p:nvPicPr>
                    <p:blipFill>
                      <a:blip r:embed="rId5"/>
                      <a:stretch>
                        <a:fillRect/>
                      </a:stretch>
                    </p:blipFill>
                    <p:spPr>
                      <a:xfrm>
                        <a:off x="2120" y="1588"/>
                        <a:ext cx="2117"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787506B-5C84-4A5B-A819-A4F6DD6C4D39}"/>
              </a:ext>
            </a:extLst>
          </p:cNvPr>
          <p:cNvSpPr/>
          <p:nvPr userDrawn="1">
            <p:custDataLst>
              <p:tags r:id="rId2"/>
            </p:custDataLst>
          </p:nvPr>
        </p:nvSpPr>
        <p:spPr>
          <a:xfrm>
            <a:off x="1" y="0"/>
            <a:ext cx="211667" cy="1587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l" eaLnBrk="1">
              <a:lnSpc>
                <a:spcPct val="100000"/>
              </a:lnSpc>
              <a:spcBef>
                <a:spcPct val="0"/>
              </a:spcBef>
              <a:spcAft>
                <a:spcPct val="0"/>
              </a:spcAft>
            </a:pPr>
            <a:endParaRPr lang="en-US" sz="2400" b="0" i="0" baseline="0">
              <a:solidFill>
                <a:schemeClr val="bg1"/>
              </a:solidFill>
              <a:latin typeface="Montserrat" panose="00000800000000000000" pitchFamily="2" charset="0"/>
              <a:ea typeface="+mn-ea"/>
              <a:cs typeface="+mj-cs"/>
              <a:sym typeface="Montserrat" panose="00000800000000000000" pitchFamily="2" charset="0"/>
            </a:endParaRPr>
          </a:p>
        </p:txBody>
      </p:sp>
      <p:sp>
        <p:nvSpPr>
          <p:cNvPr id="3" name="Text Placeholder 2">
            <a:extLst>
              <a:ext uri="{FF2B5EF4-FFF2-40B4-BE49-F238E27FC236}">
                <a16:creationId xmlns:a16="http://schemas.microsoft.com/office/drawing/2014/main" id="{165ECE79-895B-4E25-9ADD-61DC9751057D}"/>
              </a:ext>
            </a:extLst>
          </p:cNvPr>
          <p:cNvSpPr>
            <a:spLocks noGrp="1"/>
          </p:cNvSpPr>
          <p:nvPr>
            <p:ph type="body" sz="quarter" idx="11" hasCustomPrompt="1"/>
          </p:nvPr>
        </p:nvSpPr>
        <p:spPr>
          <a:xfrm>
            <a:off x="664636" y="878459"/>
            <a:ext cx="11355917" cy="5265738"/>
          </a:xfrm>
        </p:spPr>
        <p:txBody>
          <a:bodyPr/>
          <a:lstStyle>
            <a:lvl1pPr>
              <a:spcBef>
                <a:spcPts val="300"/>
              </a:spcBef>
              <a:defRPr sz="1400">
                <a:latin typeface="Arial" panose="020B0604020202020204" pitchFamily="34" charset="0"/>
                <a:cs typeface="Arial" panose="020B0604020202020204" pitchFamily="34" charset="0"/>
              </a:defRPr>
            </a:lvl1pPr>
            <a:lvl2pPr>
              <a:spcBef>
                <a:spcPts val="300"/>
              </a:spcBef>
              <a:defRPr sz="1400">
                <a:latin typeface="Arial" panose="020B0604020202020204" pitchFamily="34" charset="0"/>
                <a:cs typeface="Arial" panose="020B0604020202020204" pitchFamily="34" charset="0"/>
              </a:defRPr>
            </a:lvl2pPr>
            <a:lvl3pPr>
              <a:spcBef>
                <a:spcPts val="300"/>
              </a:spcBef>
              <a:defRPr sz="1400">
                <a:latin typeface="Arial" panose="020B0604020202020204" pitchFamily="34" charset="0"/>
                <a:cs typeface="Arial" panose="020B0604020202020204" pitchFamily="34" charset="0"/>
              </a:defRPr>
            </a:lvl3pPr>
            <a:lvl4pPr>
              <a:spcBef>
                <a:spcPts val="300"/>
              </a:spcBef>
              <a:defRPr sz="1400">
                <a:latin typeface="Arial" panose="020B0604020202020204" pitchFamily="34" charset="0"/>
                <a:cs typeface="Arial" panose="020B0604020202020204" pitchFamily="34" charset="0"/>
              </a:defRPr>
            </a:lvl4pPr>
            <a:lvl5pPr>
              <a:spcBef>
                <a:spcPts val="300"/>
              </a:spcBef>
              <a:defRPr sz="140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728464B9-F45C-49BC-B92E-908502DD93A2}"/>
              </a:ext>
            </a:extLst>
          </p:cNvPr>
          <p:cNvSpPr>
            <a:spLocks noGrp="1"/>
          </p:cNvSpPr>
          <p:nvPr>
            <p:ph type="body" sz="quarter" idx="13" hasCustomPrompt="1"/>
          </p:nvPr>
        </p:nvSpPr>
        <p:spPr>
          <a:xfrm>
            <a:off x="24390" y="6615281"/>
            <a:ext cx="9018015" cy="183982"/>
          </a:xfrm>
        </p:spPr>
        <p:txBody>
          <a:bodyPr>
            <a:noAutofit/>
          </a:bodyPr>
          <a:lstStyle>
            <a:lvl1pPr marL="0" indent="0">
              <a:buNone/>
              <a:defRPr sz="900">
                <a:solidFill>
                  <a:schemeClr val="accent6">
                    <a:lumMod val="50000"/>
                  </a:schemeClr>
                </a:solidFill>
                <a:latin typeface="+mj-lt"/>
              </a:defRPr>
            </a:lvl1pPr>
          </a:lstStyle>
          <a:p>
            <a:pPr lvl="0"/>
            <a:r>
              <a:rPr lang="en-US"/>
              <a:t>Presentation Title and/or ‘confidential’ tag</a:t>
            </a:r>
          </a:p>
        </p:txBody>
      </p:sp>
      <p:sp>
        <p:nvSpPr>
          <p:cNvPr id="4" name="Title 4">
            <a:extLst>
              <a:ext uri="{FF2B5EF4-FFF2-40B4-BE49-F238E27FC236}">
                <a16:creationId xmlns:a16="http://schemas.microsoft.com/office/drawing/2014/main" id="{11AFD718-D220-1570-06A7-038E6BF7F7EE}"/>
              </a:ext>
            </a:extLst>
          </p:cNvPr>
          <p:cNvSpPr>
            <a:spLocks noGrp="1"/>
          </p:cNvSpPr>
          <p:nvPr>
            <p:ph type="title" hasCustomPrompt="1"/>
          </p:nvPr>
        </p:nvSpPr>
        <p:spPr>
          <a:xfrm>
            <a:off x="82959" y="158231"/>
            <a:ext cx="11236280" cy="457200"/>
          </a:xfrm>
        </p:spPr>
        <p:txBody>
          <a:bodyPr/>
          <a:lstStyle>
            <a:lvl1pPr algn="l" defTabSz="914377" rtl="0" eaLnBrk="1" latinLnBrk="0" hangingPunct="1">
              <a:lnSpc>
                <a:spcPct val="90000"/>
              </a:lnSpc>
              <a:spcBef>
                <a:spcPct val="0"/>
              </a:spcBef>
              <a:buNone/>
              <a:defRPr lang="en-US" sz="2400" b="1" i="0" kern="1200" spc="0" dirty="0">
                <a:solidFill>
                  <a:srgbClr val="5F285E"/>
                </a:solidFill>
                <a:latin typeface="Galano Grotesque" pitchFamily="2" charset="77"/>
                <a:ea typeface="+mj-ea"/>
                <a:cs typeface="+mj-cs"/>
              </a:defRPr>
            </a:lvl1pPr>
          </a:lstStyle>
          <a:p>
            <a:r>
              <a:rPr lang="en-US"/>
              <a:t>Header goes here, can be up to two lines.</a:t>
            </a:r>
          </a:p>
        </p:txBody>
      </p:sp>
      <p:sp>
        <p:nvSpPr>
          <p:cNvPr id="6" name="Slide Number Placeholder 8">
            <a:extLst>
              <a:ext uri="{FF2B5EF4-FFF2-40B4-BE49-F238E27FC236}">
                <a16:creationId xmlns:a16="http://schemas.microsoft.com/office/drawing/2014/main" id="{692896E3-5CDA-599A-AF4F-02375E756FAE}"/>
              </a:ext>
            </a:extLst>
          </p:cNvPr>
          <p:cNvSpPr>
            <a:spLocks noGrp="1"/>
          </p:cNvSpPr>
          <p:nvPr>
            <p:ph type="sldNum" sz="quarter" idx="12"/>
          </p:nvPr>
        </p:nvSpPr>
        <p:spPr>
          <a:xfrm>
            <a:off x="8953500" y="6356352"/>
            <a:ext cx="2743200" cy="365125"/>
          </a:xfrm>
        </p:spPr>
        <p:txBody>
          <a:bodyPr/>
          <a:lstStyle/>
          <a:p>
            <a:fld id="{43810C2F-5A3B-334F-B32E-597B62ACB14E}" type="slidenum">
              <a:rPr lang="en-US" smtClean="0"/>
              <a:t>‹#›</a:t>
            </a:fld>
            <a:endParaRPr lang="en-US"/>
          </a:p>
        </p:txBody>
      </p:sp>
    </p:spTree>
    <p:extLst>
      <p:ext uri="{BB962C8B-B14F-4D97-AF65-F5344CB8AC3E}">
        <p14:creationId xmlns:p14="http://schemas.microsoft.com/office/powerpoint/2010/main" val="32527044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Two Column Content">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1C8DA4B8-621A-432A-8827-71437254CE9B}"/>
              </a:ext>
            </a:extLst>
          </p:cNvPr>
          <p:cNvGraphicFramePr>
            <a:graphicFrameLocks noChangeAspect="1"/>
          </p:cNvGraphicFramePr>
          <p:nvPr>
            <p:custDataLst>
              <p:tags r:id="rId1"/>
            </p:custDataLst>
          </p:nvPr>
        </p:nvGraphicFramePr>
        <p:xfrm>
          <a:off x="2119" y="1588"/>
          <a:ext cx="2117" cy="1588"/>
        </p:xfrm>
        <a:graphic>
          <a:graphicData uri="http://schemas.openxmlformats.org/presentationml/2006/ole">
            <mc:AlternateContent xmlns:mc="http://schemas.openxmlformats.org/markup-compatibility/2006">
              <mc:Choice xmlns:v="urn:schemas-microsoft-com:vml" Requires="v">
                <p:oleObj name="think-cell Slide" r:id="rId4" imgW="287" imgH="288" progId="TCLayout.ActiveDocument.1">
                  <p:embed/>
                </p:oleObj>
              </mc:Choice>
              <mc:Fallback>
                <p:oleObj name="think-cell Slide" r:id="rId4" imgW="287" imgH="288" progId="TCLayout.ActiveDocument.1">
                  <p:embed/>
                  <p:pic>
                    <p:nvPicPr>
                      <p:cNvPr id="5" name="Object 4" hidden="1">
                        <a:extLst>
                          <a:ext uri="{FF2B5EF4-FFF2-40B4-BE49-F238E27FC236}">
                            <a16:creationId xmlns:a16="http://schemas.microsoft.com/office/drawing/2014/main" id="{1C8DA4B8-621A-432A-8827-71437254CE9B}"/>
                          </a:ext>
                        </a:extLst>
                      </p:cNvPr>
                      <p:cNvPicPr/>
                      <p:nvPr/>
                    </p:nvPicPr>
                    <p:blipFill>
                      <a:blip r:embed="rId5"/>
                      <a:stretch>
                        <a:fillRect/>
                      </a:stretch>
                    </p:blipFill>
                    <p:spPr>
                      <a:xfrm>
                        <a:off x="2119" y="1588"/>
                        <a:ext cx="2117"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787506B-5C84-4A5B-A819-A4F6DD6C4D39}"/>
              </a:ext>
            </a:extLst>
          </p:cNvPr>
          <p:cNvSpPr/>
          <p:nvPr>
            <p:custDataLst>
              <p:tags r:id="rId2"/>
            </p:custDataLst>
          </p:nvPr>
        </p:nvSpPr>
        <p:spPr>
          <a:xfrm>
            <a:off x="1" y="0"/>
            <a:ext cx="211667" cy="1587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l" eaLnBrk="1">
              <a:lnSpc>
                <a:spcPct val="100000"/>
              </a:lnSpc>
              <a:spcBef>
                <a:spcPct val="0"/>
              </a:spcBef>
              <a:spcAft>
                <a:spcPct val="0"/>
              </a:spcAft>
            </a:pPr>
            <a:endParaRPr lang="en-US" sz="1800" b="0" i="0" baseline="0">
              <a:solidFill>
                <a:schemeClr val="bg1"/>
              </a:solidFill>
              <a:latin typeface="Montserrat" panose="00000800000000000000" pitchFamily="2" charset="0"/>
              <a:ea typeface="+mn-ea"/>
              <a:cs typeface="+mj-cs"/>
              <a:sym typeface="Montserrat" panose="00000800000000000000" pitchFamily="2" charset="0"/>
            </a:endParaRPr>
          </a:p>
        </p:txBody>
      </p:sp>
      <p:sp>
        <p:nvSpPr>
          <p:cNvPr id="3" name="Text Placeholder 2">
            <a:extLst>
              <a:ext uri="{FF2B5EF4-FFF2-40B4-BE49-F238E27FC236}">
                <a16:creationId xmlns:a16="http://schemas.microsoft.com/office/drawing/2014/main" id="{165ECE79-895B-4E25-9ADD-61DC9751057D}"/>
              </a:ext>
            </a:extLst>
          </p:cNvPr>
          <p:cNvSpPr>
            <a:spLocks noGrp="1"/>
          </p:cNvSpPr>
          <p:nvPr>
            <p:ph type="body" sz="quarter" idx="11"/>
          </p:nvPr>
        </p:nvSpPr>
        <p:spPr>
          <a:xfrm>
            <a:off x="286023" y="900142"/>
            <a:ext cx="5683615" cy="5521681"/>
          </a:xfrm>
          <a:prstGeom prst="rect">
            <a:avLst/>
          </a:prstGeom>
        </p:spPr>
        <p:txBody>
          <a:bodyPr/>
          <a:lstStyle>
            <a:lvl1pPr>
              <a:spcBef>
                <a:spcPts val="225"/>
              </a:spcBef>
              <a:defRPr sz="1400">
                <a:latin typeface="Arial" panose="020B0604020202020204" pitchFamily="34" charset="0"/>
                <a:cs typeface="Arial" panose="020B0604020202020204" pitchFamily="34" charset="0"/>
              </a:defRPr>
            </a:lvl1pPr>
            <a:lvl2pPr>
              <a:spcBef>
                <a:spcPts val="225"/>
              </a:spcBef>
              <a:defRPr sz="1400">
                <a:latin typeface="Arial" panose="020B0604020202020204" pitchFamily="34" charset="0"/>
                <a:cs typeface="Arial" panose="020B0604020202020204" pitchFamily="34" charset="0"/>
              </a:defRPr>
            </a:lvl2pPr>
            <a:lvl3pPr>
              <a:spcBef>
                <a:spcPts val="225"/>
              </a:spcBef>
              <a:defRPr sz="1400">
                <a:latin typeface="Arial" panose="020B0604020202020204" pitchFamily="34" charset="0"/>
                <a:cs typeface="Arial" panose="020B0604020202020204" pitchFamily="34" charset="0"/>
              </a:defRPr>
            </a:lvl3pPr>
            <a:lvl4pPr>
              <a:spcBef>
                <a:spcPts val="225"/>
              </a:spcBef>
              <a:defRPr sz="1400">
                <a:latin typeface="Arial" panose="020B0604020202020204" pitchFamily="34" charset="0"/>
                <a:cs typeface="Arial" panose="020B0604020202020204" pitchFamily="34" charset="0"/>
              </a:defRPr>
            </a:lvl4pPr>
            <a:lvl5pPr>
              <a:spcBef>
                <a:spcPts val="225"/>
              </a:spcBef>
              <a:defRPr sz="140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2">
            <a:extLst>
              <a:ext uri="{FF2B5EF4-FFF2-40B4-BE49-F238E27FC236}">
                <a16:creationId xmlns:a16="http://schemas.microsoft.com/office/drawing/2014/main" id="{BC6DEE05-15E9-4B0F-8AA7-50AFA1450BA2}"/>
              </a:ext>
            </a:extLst>
          </p:cNvPr>
          <p:cNvSpPr>
            <a:spLocks noGrp="1"/>
          </p:cNvSpPr>
          <p:nvPr>
            <p:ph type="body" sz="quarter" idx="14"/>
          </p:nvPr>
        </p:nvSpPr>
        <p:spPr>
          <a:xfrm>
            <a:off x="6200594" y="891352"/>
            <a:ext cx="5683615" cy="5521680"/>
          </a:xfrm>
          <a:prstGeom prst="rect">
            <a:avLst/>
          </a:prstGeom>
        </p:spPr>
        <p:txBody>
          <a:bodyPr/>
          <a:lstStyle>
            <a:lvl1pPr>
              <a:spcBef>
                <a:spcPts val="225"/>
              </a:spcBef>
              <a:defRPr sz="1400">
                <a:latin typeface="Arial" panose="020B0604020202020204" pitchFamily="34" charset="0"/>
                <a:cs typeface="Arial" panose="020B0604020202020204" pitchFamily="34" charset="0"/>
              </a:defRPr>
            </a:lvl1pPr>
            <a:lvl2pPr>
              <a:spcBef>
                <a:spcPts val="225"/>
              </a:spcBef>
              <a:defRPr sz="1400">
                <a:latin typeface="Arial" panose="020B0604020202020204" pitchFamily="34" charset="0"/>
                <a:cs typeface="Arial" panose="020B0604020202020204" pitchFamily="34" charset="0"/>
              </a:defRPr>
            </a:lvl2pPr>
            <a:lvl3pPr>
              <a:spcBef>
                <a:spcPts val="225"/>
              </a:spcBef>
              <a:defRPr sz="1400">
                <a:latin typeface="Arial" panose="020B0604020202020204" pitchFamily="34" charset="0"/>
                <a:cs typeface="Arial" panose="020B0604020202020204" pitchFamily="34" charset="0"/>
              </a:defRPr>
            </a:lvl3pPr>
            <a:lvl4pPr>
              <a:spcBef>
                <a:spcPts val="225"/>
              </a:spcBef>
              <a:defRPr sz="1400">
                <a:latin typeface="Arial" panose="020B0604020202020204" pitchFamily="34" charset="0"/>
                <a:cs typeface="Arial" panose="020B0604020202020204" pitchFamily="34" charset="0"/>
              </a:defRPr>
            </a:lvl4pPr>
            <a:lvl5pPr>
              <a:spcBef>
                <a:spcPts val="225"/>
              </a:spcBef>
              <a:defRPr sz="140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4">
            <a:extLst>
              <a:ext uri="{FF2B5EF4-FFF2-40B4-BE49-F238E27FC236}">
                <a16:creationId xmlns:a16="http://schemas.microsoft.com/office/drawing/2014/main" id="{1DAB6D07-7DE5-08DD-5B7F-A8B36402438E}"/>
              </a:ext>
            </a:extLst>
          </p:cNvPr>
          <p:cNvSpPr>
            <a:spLocks noGrp="1"/>
          </p:cNvSpPr>
          <p:nvPr>
            <p:ph type="title" hasCustomPrompt="1"/>
          </p:nvPr>
        </p:nvSpPr>
        <p:spPr>
          <a:xfrm>
            <a:off x="82959" y="158231"/>
            <a:ext cx="11236280" cy="457200"/>
          </a:xfrm>
        </p:spPr>
        <p:txBody>
          <a:bodyPr/>
          <a:lstStyle>
            <a:lvl1pPr algn="l" defTabSz="914377" rtl="0" eaLnBrk="1" latinLnBrk="0" hangingPunct="1">
              <a:lnSpc>
                <a:spcPct val="90000"/>
              </a:lnSpc>
              <a:spcBef>
                <a:spcPct val="0"/>
              </a:spcBef>
              <a:buNone/>
              <a:defRPr lang="en-US" sz="2400" b="1" i="0" kern="1200" spc="0" dirty="0">
                <a:solidFill>
                  <a:srgbClr val="5F285E"/>
                </a:solidFill>
                <a:latin typeface="Galano Grotesque" pitchFamily="2" charset="77"/>
                <a:ea typeface="+mj-ea"/>
                <a:cs typeface="+mj-cs"/>
              </a:defRPr>
            </a:lvl1pPr>
          </a:lstStyle>
          <a:p>
            <a:r>
              <a:rPr lang="en-US"/>
              <a:t>Header goes here, can be up to two lines.</a:t>
            </a:r>
          </a:p>
        </p:txBody>
      </p:sp>
      <p:sp>
        <p:nvSpPr>
          <p:cNvPr id="6" name="Slide Number Placeholder 8">
            <a:extLst>
              <a:ext uri="{FF2B5EF4-FFF2-40B4-BE49-F238E27FC236}">
                <a16:creationId xmlns:a16="http://schemas.microsoft.com/office/drawing/2014/main" id="{69287399-B1E8-671C-F974-BA5C2695E160}"/>
              </a:ext>
            </a:extLst>
          </p:cNvPr>
          <p:cNvSpPr>
            <a:spLocks noGrp="1"/>
          </p:cNvSpPr>
          <p:nvPr>
            <p:ph type="sldNum" sz="quarter" idx="12"/>
          </p:nvPr>
        </p:nvSpPr>
        <p:spPr>
          <a:xfrm>
            <a:off x="8953500" y="6356352"/>
            <a:ext cx="2743200" cy="365125"/>
          </a:xfrm>
        </p:spPr>
        <p:txBody>
          <a:bodyPr/>
          <a:lstStyle/>
          <a:p>
            <a:fld id="{43810C2F-5A3B-334F-B32E-597B62ACB14E}" type="slidenum">
              <a:rPr lang="en-US" smtClean="0"/>
              <a:t>‹#›</a:t>
            </a:fld>
            <a:endParaRPr lang="en-US"/>
          </a:p>
        </p:txBody>
      </p:sp>
    </p:spTree>
    <p:extLst>
      <p:ext uri="{BB962C8B-B14F-4D97-AF65-F5344CB8AC3E}">
        <p14:creationId xmlns:p14="http://schemas.microsoft.com/office/powerpoint/2010/main" val="218114551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6C4C7CD1-61BC-450E-8CA4-5A082EF11138}"/>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7" imgH="288" progId="TCLayout.ActiveDocument.1">
                  <p:embed/>
                </p:oleObj>
              </mc:Choice>
              <mc:Fallback>
                <p:oleObj name="think-cell Slide" r:id="rId4" imgW="287" imgH="288" progId="TCLayout.ActiveDocument.1">
                  <p:embed/>
                  <p:pic>
                    <p:nvPicPr>
                      <p:cNvPr id="9" name="Object 8" hidden="1">
                        <a:extLst>
                          <a:ext uri="{FF2B5EF4-FFF2-40B4-BE49-F238E27FC236}">
                            <a16:creationId xmlns:a16="http://schemas.microsoft.com/office/drawing/2014/main" id="{6C4C7CD1-61BC-450E-8CA4-5A082EF1113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2975CC49-EE2B-4EEA-B15C-5FFFF8F572EF}"/>
              </a:ext>
            </a:extLst>
          </p:cNvPr>
          <p:cNvSpPr/>
          <p:nvPr userDrawn="1">
            <p:custDataLst>
              <p:tags r:id="rId2"/>
            </p:custDataLst>
          </p:nvPr>
        </p:nvSpPr>
        <p:spPr>
          <a:xfrm>
            <a:off x="0" y="0"/>
            <a:ext cx="158750" cy="158750"/>
          </a:xfrm>
          <a:prstGeom prst="rect">
            <a:avLst/>
          </a:prstGeom>
        </p:spPr>
        <p:style>
          <a:lnRef idx="1">
            <a:schemeClr val="accent1"/>
          </a:lnRef>
          <a:fillRef idx="3">
            <a:schemeClr val="accent1"/>
          </a:fillRef>
          <a:effectRef idx="2">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2400" b="0" i="0" baseline="0">
              <a:latin typeface="Montserrat" panose="00000800000000000000" pitchFamily="2" charset="0"/>
              <a:ea typeface="+mn-ea"/>
              <a:cs typeface="+mj-cs"/>
              <a:sym typeface="Montserrat" panose="00000800000000000000" pitchFamily="2" charset="0"/>
            </a:endParaRPr>
          </a:p>
        </p:txBody>
      </p:sp>
      <p:sp>
        <p:nvSpPr>
          <p:cNvPr id="10" name="Title 1">
            <a:extLst>
              <a:ext uri="{FF2B5EF4-FFF2-40B4-BE49-F238E27FC236}">
                <a16:creationId xmlns:a16="http://schemas.microsoft.com/office/drawing/2014/main" id="{EBD07FE2-E1A0-4212-913A-06829AEFAE38}"/>
              </a:ext>
            </a:extLst>
          </p:cNvPr>
          <p:cNvSpPr>
            <a:spLocks noGrp="1"/>
          </p:cNvSpPr>
          <p:nvPr>
            <p:ph type="title"/>
          </p:nvPr>
        </p:nvSpPr>
        <p:spPr>
          <a:xfrm>
            <a:off x="33528" y="49023"/>
            <a:ext cx="11887047" cy="640080"/>
          </a:xfrm>
        </p:spPr>
        <p:txBody>
          <a:bodyPr/>
          <a:lstStyle/>
          <a:p>
            <a:r>
              <a:rPr lang="en-US"/>
              <a:t>Click to edit Master title style</a:t>
            </a:r>
          </a:p>
        </p:txBody>
      </p:sp>
      <p:sp>
        <p:nvSpPr>
          <p:cNvPr id="3" name="Text Placeholder 2">
            <a:extLst>
              <a:ext uri="{FF2B5EF4-FFF2-40B4-BE49-F238E27FC236}">
                <a16:creationId xmlns:a16="http://schemas.microsoft.com/office/drawing/2014/main" id="{165ECE79-895B-4E25-9ADD-61DC9751057D}"/>
              </a:ext>
            </a:extLst>
          </p:cNvPr>
          <p:cNvSpPr>
            <a:spLocks noGrp="1"/>
          </p:cNvSpPr>
          <p:nvPr>
            <p:ph type="body" sz="quarter" idx="11"/>
          </p:nvPr>
        </p:nvSpPr>
        <p:spPr>
          <a:xfrm>
            <a:off x="564050" y="878459"/>
            <a:ext cx="11355917" cy="5265738"/>
          </a:xfrm>
          <a:prstGeom prst="rect">
            <a:avLst/>
          </a:prstGeom>
        </p:spPr>
        <p:txBody>
          <a:bodyPr>
            <a:noAutofit/>
          </a:bodyPr>
          <a:lstStyle>
            <a:lvl1pPr marL="285750" indent="-285750">
              <a:spcBef>
                <a:spcPts val="300"/>
              </a:spcBef>
              <a:buFont typeface="Wingdings" panose="05000000000000000000" pitchFamily="2" charset="2"/>
              <a:buChar char="§"/>
              <a:defRPr sz="1600">
                <a:latin typeface="+mn-lt"/>
              </a:defRPr>
            </a:lvl1pPr>
            <a:lvl2pPr>
              <a:spcBef>
                <a:spcPts val="300"/>
              </a:spcBef>
              <a:defRPr/>
            </a:lvl2pPr>
            <a:lvl3pPr>
              <a:spcBef>
                <a:spcPts val="300"/>
              </a:spcBef>
              <a:defRPr/>
            </a:lvl3pPr>
            <a:lvl4pPr>
              <a:spcBef>
                <a:spcPts val="300"/>
              </a:spcBef>
              <a:defRPr/>
            </a:lvl4pPr>
            <a:lvl5pPr>
              <a:spcBef>
                <a:spcPts val="300"/>
              </a:spcBef>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728464B9-F45C-49BC-B92E-908502DD93A2}"/>
              </a:ext>
            </a:extLst>
          </p:cNvPr>
          <p:cNvSpPr>
            <a:spLocks noGrp="1"/>
          </p:cNvSpPr>
          <p:nvPr>
            <p:ph type="body" sz="quarter" idx="13" hasCustomPrompt="1"/>
          </p:nvPr>
        </p:nvSpPr>
        <p:spPr>
          <a:xfrm>
            <a:off x="33528" y="6634140"/>
            <a:ext cx="8908289" cy="165124"/>
          </a:xfrm>
          <a:prstGeom prst="rect">
            <a:avLst/>
          </a:prstGeom>
        </p:spPr>
        <p:txBody>
          <a:bodyPr>
            <a:noAutofit/>
          </a:bodyPr>
          <a:lstStyle>
            <a:lvl1pPr marL="0" indent="0">
              <a:buNone/>
              <a:defRPr sz="900">
                <a:solidFill>
                  <a:schemeClr val="accent6">
                    <a:lumMod val="50000"/>
                  </a:schemeClr>
                </a:solidFill>
                <a:latin typeface="+mj-lt"/>
              </a:defRPr>
            </a:lvl1pPr>
          </a:lstStyle>
          <a:p>
            <a:pPr lvl="0"/>
            <a:r>
              <a:rPr lang="en-US"/>
              <a:t>Presentation Title and/or “confidential” tag </a:t>
            </a:r>
          </a:p>
        </p:txBody>
      </p:sp>
    </p:spTree>
    <p:extLst>
      <p:ext uri="{BB962C8B-B14F-4D97-AF65-F5344CB8AC3E}">
        <p14:creationId xmlns:p14="http://schemas.microsoft.com/office/powerpoint/2010/main" val="114863471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1D367-663E-4CCE-9F71-DDB93BACD218}"/>
              </a:ext>
            </a:extLst>
          </p:cNvPr>
          <p:cNvSpPr>
            <a:spLocks noGrp="1"/>
          </p:cNvSpPr>
          <p:nvPr>
            <p:ph type="title" hasCustomPrompt="1"/>
          </p:nvPr>
        </p:nvSpPr>
        <p:spPr>
          <a:xfrm>
            <a:off x="4023360" y="1729247"/>
            <a:ext cx="7504917" cy="1452792"/>
          </a:xfrm>
        </p:spPr>
        <p:txBody>
          <a:bodyPr/>
          <a:lstStyle>
            <a:lvl1pPr>
              <a:defRPr sz="4400"/>
            </a:lvl1pPr>
          </a:lstStyle>
          <a:p>
            <a:r>
              <a:rPr lang="en-US"/>
              <a:t>Header goes here, can be up to two lines.</a:t>
            </a:r>
          </a:p>
        </p:txBody>
      </p:sp>
      <p:sp>
        <p:nvSpPr>
          <p:cNvPr id="3" name="Slide Number Placeholder 2">
            <a:extLst>
              <a:ext uri="{FF2B5EF4-FFF2-40B4-BE49-F238E27FC236}">
                <a16:creationId xmlns:a16="http://schemas.microsoft.com/office/drawing/2014/main" id="{95118CF4-C06A-46FD-8A47-4ADA9D152CB9}"/>
              </a:ext>
            </a:extLst>
          </p:cNvPr>
          <p:cNvSpPr>
            <a:spLocks noGrp="1"/>
          </p:cNvSpPr>
          <p:nvPr>
            <p:ph type="sldNum" sz="quarter" idx="10"/>
          </p:nvPr>
        </p:nvSpPr>
        <p:spPr/>
        <p:txBody>
          <a:bodyPr/>
          <a:lstStyle/>
          <a:p>
            <a:fld id="{43810C2F-5A3B-334F-B32E-597B62ACB14E}" type="slidenum">
              <a:rPr lang="en-US" smtClean="0"/>
              <a:pPr/>
              <a:t>‹#›</a:t>
            </a:fld>
            <a:endParaRPr lang="en-US"/>
          </a:p>
        </p:txBody>
      </p:sp>
      <p:sp>
        <p:nvSpPr>
          <p:cNvPr id="5" name="Rectangle 4">
            <a:extLst>
              <a:ext uri="{FF2B5EF4-FFF2-40B4-BE49-F238E27FC236}">
                <a16:creationId xmlns:a16="http://schemas.microsoft.com/office/drawing/2014/main" id="{2EA7675E-4B05-4EDA-A7EC-CA313C1B23F1}"/>
              </a:ext>
            </a:extLst>
          </p:cNvPr>
          <p:cNvSpPr/>
          <p:nvPr userDrawn="1"/>
        </p:nvSpPr>
        <p:spPr>
          <a:xfrm>
            <a:off x="249383" y="6242860"/>
            <a:ext cx="2196637" cy="4786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Text Placeholder 9">
            <a:extLst>
              <a:ext uri="{FF2B5EF4-FFF2-40B4-BE49-F238E27FC236}">
                <a16:creationId xmlns:a16="http://schemas.microsoft.com/office/drawing/2014/main" id="{C86D46D9-82FE-4F5E-8C81-164A05CFAD71}"/>
              </a:ext>
            </a:extLst>
          </p:cNvPr>
          <p:cNvSpPr>
            <a:spLocks noGrp="1"/>
          </p:cNvSpPr>
          <p:nvPr>
            <p:ph type="body" sz="quarter" idx="13" hasCustomPrompt="1"/>
          </p:nvPr>
        </p:nvSpPr>
        <p:spPr>
          <a:xfrm>
            <a:off x="4022726" y="3216275"/>
            <a:ext cx="7505700" cy="668338"/>
          </a:xfrm>
          <a:prstGeom prst="rect">
            <a:avLst/>
          </a:prstGeom>
        </p:spPr>
        <p:txBody>
          <a:bodyPr/>
          <a:lstStyle>
            <a:lvl1pPr>
              <a:defRPr lang="en-US" sz="2400" b="0" i="0" kern="1200" dirty="0">
                <a:solidFill>
                  <a:srgbClr val="5F285E"/>
                </a:solidFill>
                <a:latin typeface="Galano Grotesque Medium" pitchFamily="2" charset="77"/>
                <a:ea typeface="+mn-ea"/>
                <a:cs typeface="+mn-cs"/>
              </a:defRPr>
            </a:lvl1pPr>
            <a:lvl2pPr>
              <a:defRPr sz="2400"/>
            </a:lvl2pPr>
            <a:lvl3pPr>
              <a:defRPr sz="2400"/>
            </a:lvl3pPr>
            <a:lvl4pPr>
              <a:defRPr sz="2400"/>
            </a:lvl4pPr>
            <a:lvl5pPr>
              <a:defRPr sz="2400"/>
            </a:lvl5pPr>
          </a:lstStyle>
          <a:p>
            <a:pPr marL="0" lvl="0" indent="0" algn="l" defTabSz="914377" rtl="0" eaLnBrk="1" latinLnBrk="0" hangingPunct="1">
              <a:lnSpc>
                <a:spcPct val="90000"/>
              </a:lnSpc>
              <a:spcBef>
                <a:spcPts val="1000"/>
              </a:spcBef>
              <a:buFont typeface="Arial" panose="020B0604020202020204" pitchFamily="34" charset="0"/>
              <a:buNone/>
            </a:pPr>
            <a:r>
              <a:rPr lang="en-US"/>
              <a:t>Sub heading here.</a:t>
            </a:r>
          </a:p>
        </p:txBody>
      </p:sp>
      <p:pic>
        <p:nvPicPr>
          <p:cNvPr id="9" name="Picture 8" descr="Icon&#10;&#10;Description automatically generated">
            <a:extLst>
              <a:ext uri="{FF2B5EF4-FFF2-40B4-BE49-F238E27FC236}">
                <a16:creationId xmlns:a16="http://schemas.microsoft.com/office/drawing/2014/main" id="{F447E032-B611-9719-83F7-3CE16773C7DF}"/>
              </a:ext>
            </a:extLst>
          </p:cNvPr>
          <p:cNvPicPr>
            <a:picLocks noChangeAspect="1"/>
          </p:cNvPicPr>
          <p:nvPr userDrawn="1"/>
        </p:nvPicPr>
        <p:blipFill rotWithShape="1">
          <a:blip r:embed="rId2"/>
          <a:srcRect l="11407" b="2162"/>
          <a:stretch/>
        </p:blipFill>
        <p:spPr>
          <a:xfrm>
            <a:off x="0" y="2595155"/>
            <a:ext cx="3925820" cy="4262845"/>
          </a:xfrm>
          <a:prstGeom prst="rect">
            <a:avLst/>
          </a:prstGeom>
        </p:spPr>
      </p:pic>
    </p:spTree>
    <p:extLst>
      <p:ext uri="{BB962C8B-B14F-4D97-AF65-F5344CB8AC3E}">
        <p14:creationId xmlns:p14="http://schemas.microsoft.com/office/powerpoint/2010/main" val="304801548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1D367-663E-4CCE-9F71-DDB93BACD218}"/>
              </a:ext>
            </a:extLst>
          </p:cNvPr>
          <p:cNvSpPr>
            <a:spLocks noGrp="1"/>
          </p:cNvSpPr>
          <p:nvPr>
            <p:ph type="title" hasCustomPrompt="1"/>
          </p:nvPr>
        </p:nvSpPr>
        <p:spPr>
          <a:xfrm>
            <a:off x="2048933" y="1846827"/>
            <a:ext cx="9096905" cy="1452792"/>
          </a:xfrm>
        </p:spPr>
        <p:txBody>
          <a:bodyPr/>
          <a:lstStyle>
            <a:lvl1pPr>
              <a:defRPr sz="4400"/>
            </a:lvl1pPr>
          </a:lstStyle>
          <a:p>
            <a:r>
              <a:rPr lang="en-US"/>
              <a:t>header goes here, can be up to two lines.</a:t>
            </a:r>
          </a:p>
        </p:txBody>
      </p:sp>
      <p:sp>
        <p:nvSpPr>
          <p:cNvPr id="3" name="Slide Number Placeholder 2">
            <a:extLst>
              <a:ext uri="{FF2B5EF4-FFF2-40B4-BE49-F238E27FC236}">
                <a16:creationId xmlns:a16="http://schemas.microsoft.com/office/drawing/2014/main" id="{95118CF4-C06A-46FD-8A47-4ADA9D152CB9}"/>
              </a:ext>
            </a:extLst>
          </p:cNvPr>
          <p:cNvSpPr>
            <a:spLocks noGrp="1"/>
          </p:cNvSpPr>
          <p:nvPr>
            <p:ph type="sldNum" sz="quarter" idx="10"/>
          </p:nvPr>
        </p:nvSpPr>
        <p:spPr/>
        <p:txBody>
          <a:bodyPr/>
          <a:lstStyle/>
          <a:p>
            <a:fld id="{43810C2F-5A3B-334F-B32E-597B62ACB14E}" type="slidenum">
              <a:rPr lang="en-US" smtClean="0"/>
              <a:pPr/>
              <a:t>‹#›</a:t>
            </a:fld>
            <a:endParaRPr lang="en-US"/>
          </a:p>
        </p:txBody>
      </p:sp>
      <p:sp>
        <p:nvSpPr>
          <p:cNvPr id="7" name="Text Placeholder 9">
            <a:extLst>
              <a:ext uri="{FF2B5EF4-FFF2-40B4-BE49-F238E27FC236}">
                <a16:creationId xmlns:a16="http://schemas.microsoft.com/office/drawing/2014/main" id="{501321F3-2820-4EF4-9456-A32246951DF9}"/>
              </a:ext>
            </a:extLst>
          </p:cNvPr>
          <p:cNvSpPr>
            <a:spLocks noGrp="1"/>
          </p:cNvSpPr>
          <p:nvPr>
            <p:ph type="body" sz="quarter" idx="13" hasCustomPrompt="1"/>
          </p:nvPr>
        </p:nvSpPr>
        <p:spPr>
          <a:xfrm>
            <a:off x="2048933" y="3299619"/>
            <a:ext cx="9096905" cy="668338"/>
          </a:xfrm>
          <a:prstGeom prst="rect">
            <a:avLst/>
          </a:prstGeom>
        </p:spPr>
        <p:txBody>
          <a:bodyPr/>
          <a:lstStyle>
            <a:lvl1pPr>
              <a:defRPr lang="en-US" sz="2400" b="0" i="0" kern="1200" dirty="0">
                <a:solidFill>
                  <a:srgbClr val="5F285E"/>
                </a:solidFill>
                <a:latin typeface="Galano Grotesque Medium" pitchFamily="2" charset="77"/>
                <a:ea typeface="+mn-ea"/>
                <a:cs typeface="+mn-cs"/>
              </a:defRPr>
            </a:lvl1pPr>
            <a:lvl2pPr>
              <a:defRPr sz="2400"/>
            </a:lvl2pPr>
            <a:lvl3pPr>
              <a:defRPr sz="2400"/>
            </a:lvl3pPr>
            <a:lvl4pPr>
              <a:defRPr sz="2400"/>
            </a:lvl4pPr>
            <a:lvl5pPr>
              <a:defRPr sz="2400"/>
            </a:lvl5pPr>
          </a:lstStyle>
          <a:p>
            <a:pPr marL="0" lvl="0" indent="0" algn="l" defTabSz="914377" rtl="0" eaLnBrk="1" latinLnBrk="0" hangingPunct="1">
              <a:lnSpc>
                <a:spcPct val="90000"/>
              </a:lnSpc>
              <a:spcBef>
                <a:spcPts val="1000"/>
              </a:spcBef>
              <a:buFont typeface="Arial" panose="020B0604020202020204" pitchFamily="34" charset="0"/>
              <a:buNone/>
            </a:pPr>
            <a:r>
              <a:rPr lang="en-US"/>
              <a:t>Sub heading here.</a:t>
            </a:r>
          </a:p>
        </p:txBody>
      </p:sp>
    </p:spTree>
    <p:extLst>
      <p:ext uri="{BB962C8B-B14F-4D97-AF65-F5344CB8AC3E}">
        <p14:creationId xmlns:p14="http://schemas.microsoft.com/office/powerpoint/2010/main" val="187150926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1D367-663E-4CCE-9F71-DDB93BACD218}"/>
              </a:ext>
            </a:extLst>
          </p:cNvPr>
          <p:cNvSpPr>
            <a:spLocks noGrp="1"/>
          </p:cNvSpPr>
          <p:nvPr>
            <p:ph type="title" hasCustomPrompt="1"/>
          </p:nvPr>
        </p:nvSpPr>
        <p:spPr>
          <a:xfrm>
            <a:off x="495300" y="2425659"/>
            <a:ext cx="9096905" cy="1452792"/>
          </a:xfrm>
        </p:spPr>
        <p:txBody>
          <a:bodyPr/>
          <a:lstStyle>
            <a:lvl1pPr>
              <a:defRPr sz="4400"/>
            </a:lvl1pPr>
          </a:lstStyle>
          <a:p>
            <a:r>
              <a:rPr lang="en-US"/>
              <a:t>header goes here, can be up to two lines.</a:t>
            </a:r>
          </a:p>
        </p:txBody>
      </p:sp>
      <p:sp>
        <p:nvSpPr>
          <p:cNvPr id="3" name="Slide Number Placeholder 2">
            <a:extLst>
              <a:ext uri="{FF2B5EF4-FFF2-40B4-BE49-F238E27FC236}">
                <a16:creationId xmlns:a16="http://schemas.microsoft.com/office/drawing/2014/main" id="{95118CF4-C06A-46FD-8A47-4ADA9D152CB9}"/>
              </a:ext>
            </a:extLst>
          </p:cNvPr>
          <p:cNvSpPr>
            <a:spLocks noGrp="1"/>
          </p:cNvSpPr>
          <p:nvPr>
            <p:ph type="sldNum" sz="quarter" idx="10"/>
          </p:nvPr>
        </p:nvSpPr>
        <p:spPr/>
        <p:txBody>
          <a:bodyPr/>
          <a:lstStyle/>
          <a:p>
            <a:fld id="{43810C2F-5A3B-334F-B32E-597B62ACB14E}" type="slidenum">
              <a:rPr lang="en-US" smtClean="0"/>
              <a:pPr/>
              <a:t>‹#›</a:t>
            </a:fld>
            <a:endParaRPr lang="en-US"/>
          </a:p>
        </p:txBody>
      </p:sp>
    </p:spTree>
    <p:extLst>
      <p:ext uri="{BB962C8B-B14F-4D97-AF65-F5344CB8AC3E}">
        <p14:creationId xmlns:p14="http://schemas.microsoft.com/office/powerpoint/2010/main" val="243166408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1D367-663E-4CCE-9F71-DDB93BACD218}"/>
              </a:ext>
            </a:extLst>
          </p:cNvPr>
          <p:cNvSpPr>
            <a:spLocks noGrp="1"/>
          </p:cNvSpPr>
          <p:nvPr>
            <p:ph type="title" hasCustomPrompt="1"/>
          </p:nvPr>
        </p:nvSpPr>
        <p:spPr>
          <a:xfrm>
            <a:off x="3036148" y="1704873"/>
            <a:ext cx="9096905" cy="1452792"/>
          </a:xfrm>
        </p:spPr>
        <p:txBody>
          <a:bodyPr/>
          <a:lstStyle>
            <a:lvl1pPr>
              <a:defRPr sz="4400"/>
            </a:lvl1pPr>
          </a:lstStyle>
          <a:p>
            <a:r>
              <a:rPr lang="en-US"/>
              <a:t>header goes here, can be up to two lines.</a:t>
            </a:r>
          </a:p>
        </p:txBody>
      </p:sp>
      <p:sp>
        <p:nvSpPr>
          <p:cNvPr id="3" name="Slide Number Placeholder 2">
            <a:extLst>
              <a:ext uri="{FF2B5EF4-FFF2-40B4-BE49-F238E27FC236}">
                <a16:creationId xmlns:a16="http://schemas.microsoft.com/office/drawing/2014/main" id="{95118CF4-C06A-46FD-8A47-4ADA9D152CB9}"/>
              </a:ext>
            </a:extLst>
          </p:cNvPr>
          <p:cNvSpPr>
            <a:spLocks noGrp="1"/>
          </p:cNvSpPr>
          <p:nvPr>
            <p:ph type="sldNum" sz="quarter" idx="10"/>
          </p:nvPr>
        </p:nvSpPr>
        <p:spPr/>
        <p:txBody>
          <a:bodyPr/>
          <a:lstStyle/>
          <a:p>
            <a:fld id="{43810C2F-5A3B-334F-B32E-597B62ACB14E}" type="slidenum">
              <a:rPr lang="en-US" smtClean="0"/>
              <a:pPr/>
              <a:t>‹#›</a:t>
            </a:fld>
            <a:endParaRPr lang="en-US"/>
          </a:p>
        </p:txBody>
      </p:sp>
      <p:sp>
        <p:nvSpPr>
          <p:cNvPr id="6" name="Rectangle 5">
            <a:extLst>
              <a:ext uri="{FF2B5EF4-FFF2-40B4-BE49-F238E27FC236}">
                <a16:creationId xmlns:a16="http://schemas.microsoft.com/office/drawing/2014/main" id="{AAB82784-2AE3-4938-9FF1-DCD97773AE59}"/>
              </a:ext>
            </a:extLst>
          </p:cNvPr>
          <p:cNvSpPr/>
          <p:nvPr userDrawn="1"/>
        </p:nvSpPr>
        <p:spPr>
          <a:xfrm>
            <a:off x="224444" y="6284424"/>
            <a:ext cx="2198716" cy="4370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8" name="Picture 7" descr="Icon&#10;&#10;Description automatically generated">
            <a:extLst>
              <a:ext uri="{FF2B5EF4-FFF2-40B4-BE49-F238E27FC236}">
                <a16:creationId xmlns:a16="http://schemas.microsoft.com/office/drawing/2014/main" id="{F2F2C7D9-813D-B1AF-2508-C54E6ABBCA19}"/>
              </a:ext>
            </a:extLst>
          </p:cNvPr>
          <p:cNvPicPr>
            <a:picLocks noChangeAspect="1"/>
          </p:cNvPicPr>
          <p:nvPr userDrawn="1"/>
        </p:nvPicPr>
        <p:blipFill rotWithShape="1">
          <a:blip r:embed="rId2"/>
          <a:srcRect l="11407" b="2162"/>
          <a:stretch/>
        </p:blipFill>
        <p:spPr>
          <a:xfrm>
            <a:off x="0" y="2595155"/>
            <a:ext cx="3925820" cy="4262845"/>
          </a:xfrm>
          <a:prstGeom prst="rect">
            <a:avLst/>
          </a:prstGeom>
        </p:spPr>
      </p:pic>
    </p:spTree>
    <p:extLst>
      <p:ext uri="{BB962C8B-B14F-4D97-AF65-F5344CB8AC3E}">
        <p14:creationId xmlns:p14="http://schemas.microsoft.com/office/powerpoint/2010/main" val="70521797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itle Slide - Sub heading">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5DCB5D1-8320-6049-9687-3557CEFF5F62}"/>
              </a:ext>
            </a:extLst>
          </p:cNvPr>
          <p:cNvSpPr>
            <a:spLocks noGrp="1"/>
          </p:cNvSpPr>
          <p:nvPr>
            <p:ph type="sldNum" sz="quarter" idx="12"/>
          </p:nvPr>
        </p:nvSpPr>
        <p:spPr/>
        <p:txBody>
          <a:bodyPr/>
          <a:lstStyle/>
          <a:p>
            <a:fld id="{43810C2F-5A3B-334F-B32E-597B62ACB14E}" type="slidenum">
              <a:rPr lang="en-US" smtClean="0"/>
              <a:t>‹#›</a:t>
            </a:fld>
            <a:endParaRPr lang="en-US"/>
          </a:p>
        </p:txBody>
      </p:sp>
      <p:sp>
        <p:nvSpPr>
          <p:cNvPr id="10" name="Title 4">
            <a:extLst>
              <a:ext uri="{FF2B5EF4-FFF2-40B4-BE49-F238E27FC236}">
                <a16:creationId xmlns:a16="http://schemas.microsoft.com/office/drawing/2014/main" id="{449DE73A-A9CE-9945-BF54-ECEE183FFE73}"/>
              </a:ext>
            </a:extLst>
          </p:cNvPr>
          <p:cNvSpPr>
            <a:spLocks noGrp="1"/>
          </p:cNvSpPr>
          <p:nvPr>
            <p:ph type="title" hasCustomPrompt="1"/>
          </p:nvPr>
        </p:nvSpPr>
        <p:spPr>
          <a:xfrm>
            <a:off x="510798" y="583770"/>
            <a:ext cx="11236280" cy="457200"/>
          </a:xfrm>
        </p:spPr>
        <p:txBody>
          <a:bodyPr/>
          <a:lstStyle>
            <a:lvl1pPr algn="l" defTabSz="914377" rtl="0" eaLnBrk="1" latinLnBrk="0" hangingPunct="1">
              <a:lnSpc>
                <a:spcPct val="90000"/>
              </a:lnSpc>
              <a:spcBef>
                <a:spcPct val="0"/>
              </a:spcBef>
              <a:buNone/>
              <a:defRPr lang="en-US" sz="2400" b="1" i="0" kern="1200" spc="0" dirty="0">
                <a:solidFill>
                  <a:srgbClr val="5F285E"/>
                </a:solidFill>
                <a:latin typeface="Galano Grotesque" pitchFamily="2" charset="77"/>
                <a:ea typeface="+mj-ea"/>
                <a:cs typeface="+mj-cs"/>
              </a:defRPr>
            </a:lvl1pPr>
          </a:lstStyle>
          <a:p>
            <a:r>
              <a:rPr lang="en-US"/>
              <a:t>Header goes here, can be up to two lines.</a:t>
            </a:r>
          </a:p>
        </p:txBody>
      </p:sp>
      <p:sp>
        <p:nvSpPr>
          <p:cNvPr id="7" name="Text Placeholder 6">
            <a:extLst>
              <a:ext uri="{FF2B5EF4-FFF2-40B4-BE49-F238E27FC236}">
                <a16:creationId xmlns:a16="http://schemas.microsoft.com/office/drawing/2014/main" id="{3B59FB2B-110A-7C41-8D2E-5F86F40F753D}"/>
              </a:ext>
            </a:extLst>
          </p:cNvPr>
          <p:cNvSpPr>
            <a:spLocks noGrp="1"/>
          </p:cNvSpPr>
          <p:nvPr>
            <p:ph type="body" sz="quarter" idx="15" hasCustomPrompt="1"/>
          </p:nvPr>
        </p:nvSpPr>
        <p:spPr>
          <a:xfrm>
            <a:off x="510799" y="1211657"/>
            <a:ext cx="4203700" cy="690562"/>
          </a:xfrm>
          <a:prstGeom prst="rect">
            <a:avLst/>
          </a:prstGeom>
        </p:spPr>
        <p:txBody>
          <a:bodyPr/>
          <a:lstStyle>
            <a:lvl1pPr marL="0" indent="0">
              <a:buNone/>
              <a:defRPr sz="1800" b="0" i="0">
                <a:solidFill>
                  <a:srgbClr val="5F285E"/>
                </a:solidFill>
                <a:latin typeface="Galano Grotesque Medium" pitchFamily="2" charset="77"/>
              </a:defRPr>
            </a:lvl1pPr>
          </a:lstStyle>
          <a:p>
            <a:pPr lvl="0"/>
            <a:r>
              <a:rPr lang="en-US"/>
              <a:t>Subhead here.</a:t>
            </a:r>
          </a:p>
        </p:txBody>
      </p:sp>
    </p:spTree>
    <p:extLst>
      <p:ext uri="{BB962C8B-B14F-4D97-AF65-F5344CB8AC3E}">
        <p14:creationId xmlns:p14="http://schemas.microsoft.com/office/powerpoint/2010/main" val="2066752541"/>
      </p:ext>
    </p:extLst>
  </p:cSld>
  <p:clrMapOvr>
    <a:overrideClrMapping bg1="lt1" tx1="dk1" bg2="lt2" tx2="dk2" accent1="accent1" accent2="accent2" accent3="accent3" accent4="accent4" accent5="accent5" accent6="accent6" hlink="hlink" folHlink="folHlink"/>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85CD849-CB68-5447-A218-053859611873}"/>
              </a:ext>
            </a:extLst>
          </p:cNvPr>
          <p:cNvSpPr>
            <a:spLocks noGrp="1"/>
          </p:cNvSpPr>
          <p:nvPr>
            <p:ph type="sldNum" sz="quarter" idx="12"/>
          </p:nvPr>
        </p:nvSpPr>
        <p:spPr/>
        <p:txBody>
          <a:bodyPr/>
          <a:lstStyle/>
          <a:p>
            <a:fld id="{99FFAA2B-A53B-F04C-9653-7D2C0CA11015}" type="slidenum">
              <a:rPr lang="en-US" smtClean="0"/>
              <a:t>‹#›</a:t>
            </a:fld>
            <a:endParaRPr lang="en-US"/>
          </a:p>
        </p:txBody>
      </p:sp>
      <p:sp>
        <p:nvSpPr>
          <p:cNvPr id="7" name="Text Placeholder 6">
            <a:extLst>
              <a:ext uri="{FF2B5EF4-FFF2-40B4-BE49-F238E27FC236}">
                <a16:creationId xmlns:a16="http://schemas.microsoft.com/office/drawing/2014/main" id="{01A52F9E-DC1C-6247-A45E-2D92D0A1F522}"/>
              </a:ext>
            </a:extLst>
          </p:cNvPr>
          <p:cNvSpPr>
            <a:spLocks noGrp="1"/>
          </p:cNvSpPr>
          <p:nvPr>
            <p:ph type="body" sz="quarter" idx="15" hasCustomPrompt="1"/>
          </p:nvPr>
        </p:nvSpPr>
        <p:spPr>
          <a:xfrm>
            <a:off x="510799" y="1211657"/>
            <a:ext cx="4203700" cy="690562"/>
          </a:xfrm>
          <a:prstGeom prst="rect">
            <a:avLst/>
          </a:prstGeom>
        </p:spPr>
        <p:txBody>
          <a:bodyPr/>
          <a:lstStyle>
            <a:lvl1pPr marL="0" indent="0">
              <a:buNone/>
              <a:defRPr lang="en-US" sz="1800" b="0" i="0" kern="1200" dirty="0">
                <a:solidFill>
                  <a:srgbClr val="5F285E"/>
                </a:solidFill>
                <a:latin typeface="Galano Grotesque Medium" pitchFamily="2" charset="77"/>
                <a:ea typeface="+mn-ea"/>
                <a:cs typeface="+mn-cs"/>
              </a:defRPr>
            </a:lvl1pPr>
          </a:lstStyle>
          <a:p>
            <a:pPr marL="0" lvl="0" indent="0" algn="l" defTabSz="914377" rtl="0" eaLnBrk="1" latinLnBrk="0" hangingPunct="1">
              <a:lnSpc>
                <a:spcPct val="90000"/>
              </a:lnSpc>
              <a:spcBef>
                <a:spcPts val="1000"/>
              </a:spcBef>
              <a:buFont typeface="Arial" panose="020B0604020202020204" pitchFamily="34" charset="0"/>
              <a:buNone/>
            </a:pPr>
            <a:r>
              <a:rPr lang="en-US"/>
              <a:t>Subhead here.</a:t>
            </a:r>
          </a:p>
        </p:txBody>
      </p:sp>
      <p:sp>
        <p:nvSpPr>
          <p:cNvPr id="8" name="Title 1">
            <a:extLst>
              <a:ext uri="{FF2B5EF4-FFF2-40B4-BE49-F238E27FC236}">
                <a16:creationId xmlns:a16="http://schemas.microsoft.com/office/drawing/2014/main" id="{603D4201-1BF9-914A-8F1B-73B11531862B}"/>
              </a:ext>
            </a:extLst>
          </p:cNvPr>
          <p:cNvSpPr>
            <a:spLocks noGrp="1"/>
          </p:cNvSpPr>
          <p:nvPr>
            <p:ph type="title" hasCustomPrompt="1"/>
          </p:nvPr>
        </p:nvSpPr>
        <p:spPr>
          <a:xfrm>
            <a:off x="495300" y="583770"/>
            <a:ext cx="11237976" cy="457200"/>
          </a:xfrm>
        </p:spPr>
        <p:txBody>
          <a:bodyPr/>
          <a:lstStyle>
            <a:lvl1pPr algn="l" defTabSz="914377" rtl="0" eaLnBrk="1" latinLnBrk="0" hangingPunct="1">
              <a:lnSpc>
                <a:spcPct val="90000"/>
              </a:lnSpc>
              <a:spcBef>
                <a:spcPct val="0"/>
              </a:spcBef>
              <a:buNone/>
              <a:defRPr lang="en-US" sz="2400" b="1" i="0" kern="1200" spc="0" dirty="0">
                <a:solidFill>
                  <a:srgbClr val="5F285E"/>
                </a:solidFill>
                <a:latin typeface="Galano Grotesque" pitchFamily="2" charset="77"/>
                <a:ea typeface="+mj-ea"/>
                <a:cs typeface="+mj-cs"/>
              </a:defRPr>
            </a:lvl1pPr>
          </a:lstStyle>
          <a:p>
            <a:r>
              <a:rPr lang="en-US"/>
              <a:t>Header goes here, can be up to two lines.</a:t>
            </a:r>
          </a:p>
        </p:txBody>
      </p:sp>
    </p:spTree>
    <p:extLst>
      <p:ext uri="{BB962C8B-B14F-4D97-AF65-F5344CB8AC3E}">
        <p14:creationId xmlns:p14="http://schemas.microsoft.com/office/powerpoint/2010/main" val="63174674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Slide - No sub heading">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5DCB5D1-8320-6049-9687-3557CEFF5F62}"/>
              </a:ext>
            </a:extLst>
          </p:cNvPr>
          <p:cNvSpPr>
            <a:spLocks noGrp="1"/>
          </p:cNvSpPr>
          <p:nvPr>
            <p:ph type="sldNum" sz="quarter" idx="12"/>
          </p:nvPr>
        </p:nvSpPr>
        <p:spPr/>
        <p:txBody>
          <a:bodyPr/>
          <a:lstStyle/>
          <a:p>
            <a:fld id="{43810C2F-5A3B-334F-B32E-597B62ACB14E}" type="slidenum">
              <a:rPr lang="en-US" smtClean="0"/>
              <a:t>‹#›</a:t>
            </a:fld>
            <a:endParaRPr lang="en-US"/>
          </a:p>
        </p:txBody>
      </p:sp>
      <p:sp>
        <p:nvSpPr>
          <p:cNvPr id="5" name="Title 4">
            <a:extLst>
              <a:ext uri="{FF2B5EF4-FFF2-40B4-BE49-F238E27FC236}">
                <a16:creationId xmlns:a16="http://schemas.microsoft.com/office/drawing/2014/main" id="{E85F226C-43CE-594E-AD3C-C85FE1321C5D}"/>
              </a:ext>
            </a:extLst>
          </p:cNvPr>
          <p:cNvSpPr>
            <a:spLocks noGrp="1"/>
          </p:cNvSpPr>
          <p:nvPr>
            <p:ph type="title" hasCustomPrompt="1"/>
          </p:nvPr>
        </p:nvSpPr>
        <p:spPr>
          <a:xfrm>
            <a:off x="88103" y="161076"/>
            <a:ext cx="11236280" cy="457200"/>
          </a:xfrm>
        </p:spPr>
        <p:txBody>
          <a:bodyPr/>
          <a:lstStyle>
            <a:lvl1pPr>
              <a:defRPr b="1" i="0" spc="0">
                <a:latin typeface="Galano Grotesque" pitchFamily="2" charset="77"/>
              </a:defRPr>
            </a:lvl1pPr>
          </a:lstStyle>
          <a:p>
            <a:r>
              <a:rPr lang="en-US"/>
              <a:t>Header goes here, can be up to two lines.</a:t>
            </a:r>
          </a:p>
        </p:txBody>
      </p:sp>
    </p:spTree>
    <p:extLst>
      <p:ext uri="{BB962C8B-B14F-4D97-AF65-F5344CB8AC3E}">
        <p14:creationId xmlns:p14="http://schemas.microsoft.com/office/powerpoint/2010/main" val="4207798123"/>
      </p:ext>
    </p:extLst>
  </p:cSld>
  <p:clrMapOvr>
    <a:overrideClrMapping bg1="lt1" tx1="dk1" bg2="lt2" tx2="dk2" accent1="accent1" accent2="accent2" accent3="accent3" accent4="accent4" accent5="accent5" accent6="accent6" hlink="hlink" folHlink="folHlink"/>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Custom Layout">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6B95F22-DC9C-A444-ABEC-21D5EC88B890}"/>
              </a:ext>
            </a:extLst>
          </p:cNvPr>
          <p:cNvSpPr/>
          <p:nvPr userDrawn="1"/>
        </p:nvSpPr>
        <p:spPr>
          <a:xfrm>
            <a:off x="6010101" y="0"/>
            <a:ext cx="6181899" cy="6858000"/>
          </a:xfrm>
          <a:prstGeom prst="rect">
            <a:avLst/>
          </a:prstGeom>
          <a:solidFill>
            <a:srgbClr val="9542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Slide Number Placeholder 2">
            <a:extLst>
              <a:ext uri="{FF2B5EF4-FFF2-40B4-BE49-F238E27FC236}">
                <a16:creationId xmlns:a16="http://schemas.microsoft.com/office/drawing/2014/main" id="{E54C93B9-1687-7F40-AC43-5BEDD6246754}"/>
              </a:ext>
            </a:extLst>
          </p:cNvPr>
          <p:cNvSpPr>
            <a:spLocks noGrp="1"/>
          </p:cNvSpPr>
          <p:nvPr>
            <p:ph type="sldNum" sz="quarter" idx="10"/>
          </p:nvPr>
        </p:nvSpPr>
        <p:spPr/>
        <p:txBody>
          <a:bodyPr/>
          <a:lstStyle>
            <a:lvl1pPr>
              <a:defRPr>
                <a:solidFill>
                  <a:schemeClr val="bg1"/>
                </a:solidFill>
              </a:defRPr>
            </a:lvl1pPr>
          </a:lstStyle>
          <a:p>
            <a:fld id="{43810C2F-5A3B-334F-B32E-597B62ACB14E}" type="slidenum">
              <a:rPr lang="en-US" smtClean="0"/>
              <a:pPr/>
              <a:t>‹#›</a:t>
            </a:fld>
            <a:endParaRPr lang="en-US"/>
          </a:p>
        </p:txBody>
      </p:sp>
      <p:sp>
        <p:nvSpPr>
          <p:cNvPr id="4" name="Footer Placeholder 3">
            <a:extLst>
              <a:ext uri="{FF2B5EF4-FFF2-40B4-BE49-F238E27FC236}">
                <a16:creationId xmlns:a16="http://schemas.microsoft.com/office/drawing/2014/main" id="{F6F00605-558F-AE42-AAC1-757C728044BE}"/>
              </a:ext>
            </a:extLst>
          </p:cNvPr>
          <p:cNvSpPr>
            <a:spLocks noGrp="1"/>
          </p:cNvSpPr>
          <p:nvPr>
            <p:ph type="ftr" sz="quarter" idx="12"/>
          </p:nvPr>
        </p:nvSpPr>
        <p:spPr>
          <a:xfrm>
            <a:off x="3230880" y="6356351"/>
            <a:ext cx="4114800" cy="365125"/>
          </a:xfrm>
          <a:prstGeom prst="rect">
            <a:avLst/>
          </a:prstGeom>
        </p:spPr>
        <p:txBody>
          <a:bodyPr/>
          <a:lstStyle/>
          <a:p>
            <a:endParaRPr lang="en-US"/>
          </a:p>
        </p:txBody>
      </p:sp>
      <p:sp>
        <p:nvSpPr>
          <p:cNvPr id="12" name="Content Placeholder 11">
            <a:extLst>
              <a:ext uri="{FF2B5EF4-FFF2-40B4-BE49-F238E27FC236}">
                <a16:creationId xmlns:a16="http://schemas.microsoft.com/office/drawing/2014/main" id="{D3978CB1-8939-45BB-B5B7-628D640B07A1}"/>
              </a:ext>
            </a:extLst>
          </p:cNvPr>
          <p:cNvSpPr>
            <a:spLocks noGrp="1"/>
          </p:cNvSpPr>
          <p:nvPr>
            <p:ph sz="quarter" idx="13"/>
          </p:nvPr>
        </p:nvSpPr>
        <p:spPr>
          <a:xfrm>
            <a:off x="6767990" y="980902"/>
            <a:ext cx="4570412" cy="4798492"/>
          </a:xfrm>
          <a:prstGeom prst="rect">
            <a:avLst/>
          </a:prstGeom>
        </p:spPr>
        <p:txBody>
          <a:bodyPr/>
          <a:lstStyle>
            <a:lvl1pPr>
              <a:defRPr sz="1400">
                <a:solidFill>
                  <a:schemeClr val="bg1"/>
                </a:solidFill>
                <a:latin typeface="Arial" panose="020B0604020202020204" pitchFamily="34" charset="0"/>
                <a:cs typeface="Arial" panose="020B0604020202020204" pitchFamily="34" charset="0"/>
              </a:defRPr>
            </a:lvl1pPr>
            <a:lvl2pPr>
              <a:defRPr sz="1400">
                <a:solidFill>
                  <a:schemeClr val="bg1"/>
                </a:solidFill>
                <a:latin typeface="Arial" panose="020B0604020202020204" pitchFamily="34" charset="0"/>
                <a:cs typeface="Arial" panose="020B0604020202020204" pitchFamily="34" charset="0"/>
              </a:defRPr>
            </a:lvl2pPr>
            <a:lvl3pPr>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4">
            <a:extLst>
              <a:ext uri="{FF2B5EF4-FFF2-40B4-BE49-F238E27FC236}">
                <a16:creationId xmlns:a16="http://schemas.microsoft.com/office/drawing/2014/main" id="{AA94A9A1-5175-454E-B5A2-2F11E2121542}"/>
              </a:ext>
            </a:extLst>
          </p:cNvPr>
          <p:cNvSpPr>
            <a:spLocks noGrp="1"/>
          </p:cNvSpPr>
          <p:nvPr>
            <p:ph type="title" hasCustomPrompt="1"/>
          </p:nvPr>
        </p:nvSpPr>
        <p:spPr>
          <a:xfrm>
            <a:off x="510798" y="583770"/>
            <a:ext cx="4913609" cy="457200"/>
          </a:xfrm>
        </p:spPr>
        <p:txBody>
          <a:bodyPr/>
          <a:lstStyle>
            <a:lvl1pPr algn="l" defTabSz="914377" rtl="0" eaLnBrk="1" latinLnBrk="0" hangingPunct="1">
              <a:lnSpc>
                <a:spcPct val="90000"/>
              </a:lnSpc>
              <a:spcBef>
                <a:spcPct val="0"/>
              </a:spcBef>
              <a:buNone/>
              <a:defRPr lang="en-US" sz="2400" b="1" i="0" kern="1200" spc="0" dirty="0">
                <a:solidFill>
                  <a:srgbClr val="5F285E"/>
                </a:solidFill>
                <a:latin typeface="Galano Grotesque" pitchFamily="2" charset="77"/>
                <a:ea typeface="+mj-ea"/>
                <a:cs typeface="+mj-cs"/>
              </a:defRPr>
            </a:lvl1pPr>
          </a:lstStyle>
          <a:p>
            <a:r>
              <a:rPr lang="en-US"/>
              <a:t>Header.</a:t>
            </a:r>
          </a:p>
        </p:txBody>
      </p:sp>
    </p:spTree>
    <p:extLst>
      <p:ext uri="{BB962C8B-B14F-4D97-AF65-F5344CB8AC3E}">
        <p14:creationId xmlns:p14="http://schemas.microsoft.com/office/powerpoint/2010/main" val="579500010"/>
      </p:ext>
    </p:extLst>
  </p:cSld>
  <p:clrMapOvr>
    <a:overrideClrMapping bg1="lt1" tx1="dk1" bg2="lt2" tx2="dk2" accent1="accent1" accent2="accent2" accent3="accent3" accent4="accent4" accent5="accent5" accent6="accent6" hlink="hlink" folHlink="folHlink"/>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Header, Subheading, body 1 col">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0F13A179-AB6A-9449-B872-F5E774385FB5}"/>
              </a:ext>
            </a:extLst>
          </p:cNvPr>
          <p:cNvSpPr>
            <a:spLocks noGrp="1"/>
          </p:cNvSpPr>
          <p:nvPr>
            <p:ph type="sldNum" sz="quarter" idx="12"/>
          </p:nvPr>
        </p:nvSpPr>
        <p:spPr/>
        <p:txBody>
          <a:bodyPr/>
          <a:lstStyle/>
          <a:p>
            <a:fld id="{43810C2F-5A3B-334F-B32E-597B62ACB14E}" type="slidenum">
              <a:rPr lang="en-US" smtClean="0"/>
              <a:t>‹#›</a:t>
            </a:fld>
            <a:endParaRPr lang="en-US"/>
          </a:p>
        </p:txBody>
      </p:sp>
      <p:sp>
        <p:nvSpPr>
          <p:cNvPr id="7" name="Content Placeholder 6">
            <a:extLst>
              <a:ext uri="{FF2B5EF4-FFF2-40B4-BE49-F238E27FC236}">
                <a16:creationId xmlns:a16="http://schemas.microsoft.com/office/drawing/2014/main" id="{72A48076-DC05-416D-A57B-28233B9DA03F}"/>
              </a:ext>
            </a:extLst>
          </p:cNvPr>
          <p:cNvSpPr>
            <a:spLocks noGrp="1"/>
          </p:cNvSpPr>
          <p:nvPr>
            <p:ph sz="quarter" idx="16"/>
          </p:nvPr>
        </p:nvSpPr>
        <p:spPr>
          <a:xfrm>
            <a:off x="510798" y="2185261"/>
            <a:ext cx="11185902" cy="2107770"/>
          </a:xfrm>
          <a:prstGeom prst="rect">
            <a:avLst/>
          </a:prstGeom>
        </p:spPr>
        <p:txBody>
          <a:bodyPr/>
          <a:lstStyle>
            <a:lvl1pPr>
              <a:defRPr sz="1400">
                <a:latin typeface="Arial" panose="020B0604020202020204" pitchFamily="34" charset="0"/>
                <a:cs typeface="Arial" panose="020B0604020202020204" pitchFamily="34" charset="0"/>
              </a:defRPr>
            </a:lvl1pPr>
            <a:lvl2pPr>
              <a:defRPr sz="1400">
                <a:latin typeface="Arial" panose="020B0604020202020204" pitchFamily="34" charset="0"/>
                <a:cs typeface="Arial" panose="020B0604020202020204" pitchFamily="34" charset="0"/>
              </a:defRPr>
            </a:lvl2pPr>
            <a:lvl3pPr>
              <a:defRPr sz="14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sz="14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4">
            <a:extLst>
              <a:ext uri="{FF2B5EF4-FFF2-40B4-BE49-F238E27FC236}">
                <a16:creationId xmlns:a16="http://schemas.microsoft.com/office/drawing/2014/main" id="{1E8F3118-115D-A44E-B4F7-684676F039BF}"/>
              </a:ext>
            </a:extLst>
          </p:cNvPr>
          <p:cNvSpPr>
            <a:spLocks noGrp="1"/>
          </p:cNvSpPr>
          <p:nvPr>
            <p:ph type="title" hasCustomPrompt="1"/>
          </p:nvPr>
        </p:nvSpPr>
        <p:spPr>
          <a:xfrm>
            <a:off x="510798" y="583770"/>
            <a:ext cx="11236280" cy="457200"/>
          </a:xfrm>
        </p:spPr>
        <p:txBody>
          <a:bodyPr/>
          <a:lstStyle>
            <a:lvl1pPr algn="l" defTabSz="914377" rtl="0" eaLnBrk="1" latinLnBrk="0" hangingPunct="1">
              <a:lnSpc>
                <a:spcPct val="90000"/>
              </a:lnSpc>
              <a:spcBef>
                <a:spcPct val="0"/>
              </a:spcBef>
              <a:buNone/>
              <a:defRPr lang="en-US" sz="2400" b="1" i="0" kern="1200" spc="0" dirty="0">
                <a:solidFill>
                  <a:srgbClr val="5F285E"/>
                </a:solidFill>
                <a:latin typeface="Galano Grotesque" pitchFamily="2" charset="77"/>
                <a:ea typeface="+mj-ea"/>
                <a:cs typeface="+mj-cs"/>
              </a:defRPr>
            </a:lvl1pPr>
          </a:lstStyle>
          <a:p>
            <a:r>
              <a:rPr lang="en-US"/>
              <a:t>Header goes here, can be up to two lines.</a:t>
            </a:r>
          </a:p>
        </p:txBody>
      </p:sp>
      <p:sp>
        <p:nvSpPr>
          <p:cNvPr id="9" name="Text Placeholder 6">
            <a:extLst>
              <a:ext uri="{FF2B5EF4-FFF2-40B4-BE49-F238E27FC236}">
                <a16:creationId xmlns:a16="http://schemas.microsoft.com/office/drawing/2014/main" id="{ACBDEBB4-2DC0-9E4B-A71B-1FCBD2C4E45C}"/>
              </a:ext>
            </a:extLst>
          </p:cNvPr>
          <p:cNvSpPr>
            <a:spLocks noGrp="1"/>
          </p:cNvSpPr>
          <p:nvPr>
            <p:ph type="body" sz="quarter" idx="15" hasCustomPrompt="1"/>
          </p:nvPr>
        </p:nvSpPr>
        <p:spPr>
          <a:xfrm>
            <a:off x="510799" y="1211657"/>
            <a:ext cx="4203700" cy="690562"/>
          </a:xfrm>
          <a:prstGeom prst="rect">
            <a:avLst/>
          </a:prstGeom>
        </p:spPr>
        <p:txBody>
          <a:bodyPr/>
          <a:lstStyle>
            <a:lvl1pPr marL="0" indent="0">
              <a:buNone/>
              <a:defRPr lang="en-US" sz="1800" b="0" i="0" kern="1200" dirty="0">
                <a:solidFill>
                  <a:srgbClr val="5F285E"/>
                </a:solidFill>
                <a:latin typeface="Galano Grotesque Medium" pitchFamily="2" charset="77"/>
                <a:ea typeface="+mn-ea"/>
                <a:cs typeface="+mn-cs"/>
              </a:defRPr>
            </a:lvl1pPr>
          </a:lstStyle>
          <a:p>
            <a:pPr marL="0" lvl="0" indent="0" algn="l" defTabSz="914377" rtl="0" eaLnBrk="1" latinLnBrk="0" hangingPunct="1">
              <a:lnSpc>
                <a:spcPct val="90000"/>
              </a:lnSpc>
              <a:spcBef>
                <a:spcPts val="1000"/>
              </a:spcBef>
              <a:buFont typeface="Arial" panose="020B0604020202020204" pitchFamily="34" charset="0"/>
              <a:buNone/>
            </a:pPr>
            <a:r>
              <a:rPr lang="en-US"/>
              <a:t>Subhead here.</a:t>
            </a:r>
          </a:p>
        </p:txBody>
      </p:sp>
    </p:spTree>
    <p:extLst>
      <p:ext uri="{BB962C8B-B14F-4D97-AF65-F5344CB8AC3E}">
        <p14:creationId xmlns:p14="http://schemas.microsoft.com/office/powerpoint/2010/main" val="1261683712"/>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Header, body 1 col">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0F13A179-AB6A-9449-B872-F5E774385FB5}"/>
              </a:ext>
            </a:extLst>
          </p:cNvPr>
          <p:cNvSpPr>
            <a:spLocks noGrp="1"/>
          </p:cNvSpPr>
          <p:nvPr>
            <p:ph type="sldNum" sz="quarter" idx="12"/>
          </p:nvPr>
        </p:nvSpPr>
        <p:spPr/>
        <p:txBody>
          <a:bodyPr/>
          <a:lstStyle/>
          <a:p>
            <a:fld id="{43810C2F-5A3B-334F-B32E-597B62ACB14E}" type="slidenum">
              <a:rPr lang="en-US" smtClean="0"/>
              <a:t>‹#›</a:t>
            </a:fld>
            <a:endParaRPr lang="en-US"/>
          </a:p>
        </p:txBody>
      </p:sp>
      <p:sp>
        <p:nvSpPr>
          <p:cNvPr id="7" name="Content Placeholder 6">
            <a:extLst>
              <a:ext uri="{FF2B5EF4-FFF2-40B4-BE49-F238E27FC236}">
                <a16:creationId xmlns:a16="http://schemas.microsoft.com/office/drawing/2014/main" id="{5807256F-2DF0-4A3E-AFDC-AF1A97062FD0}"/>
              </a:ext>
            </a:extLst>
          </p:cNvPr>
          <p:cNvSpPr>
            <a:spLocks noGrp="1"/>
          </p:cNvSpPr>
          <p:nvPr>
            <p:ph sz="quarter" idx="16"/>
          </p:nvPr>
        </p:nvSpPr>
        <p:spPr>
          <a:xfrm>
            <a:off x="510798" y="2247254"/>
            <a:ext cx="11185902" cy="3644064"/>
          </a:xfrm>
          <a:prstGeom prst="rect">
            <a:avLst/>
          </a:prstGeom>
        </p:spPr>
        <p:txBody>
          <a:bodyPr/>
          <a:lstStyle>
            <a:lvl1pPr>
              <a:defRPr sz="1400">
                <a:latin typeface="Arial" panose="020B0604020202020204" pitchFamily="34" charset="0"/>
                <a:cs typeface="Arial" panose="020B0604020202020204" pitchFamily="34" charset="0"/>
              </a:defRPr>
            </a:lvl1pPr>
            <a:lvl2pPr>
              <a:defRPr sz="1400">
                <a:latin typeface="Arial" panose="020B0604020202020204" pitchFamily="34" charset="0"/>
                <a:cs typeface="Arial" panose="020B0604020202020204" pitchFamily="34" charset="0"/>
              </a:defRPr>
            </a:lvl2pPr>
            <a:lvl3pPr>
              <a:defRPr sz="14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sz="14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4">
            <a:extLst>
              <a:ext uri="{FF2B5EF4-FFF2-40B4-BE49-F238E27FC236}">
                <a16:creationId xmlns:a16="http://schemas.microsoft.com/office/drawing/2014/main" id="{2B774E0E-415E-A44B-9279-B8180C012119}"/>
              </a:ext>
            </a:extLst>
          </p:cNvPr>
          <p:cNvSpPr>
            <a:spLocks noGrp="1"/>
          </p:cNvSpPr>
          <p:nvPr>
            <p:ph type="title" hasCustomPrompt="1"/>
          </p:nvPr>
        </p:nvSpPr>
        <p:spPr>
          <a:xfrm>
            <a:off x="510798" y="583770"/>
            <a:ext cx="11185902" cy="457200"/>
          </a:xfrm>
        </p:spPr>
        <p:txBody>
          <a:bodyPr/>
          <a:lstStyle>
            <a:lvl1pPr>
              <a:defRPr b="1" i="0" spc="0">
                <a:latin typeface="Galano Grotesque" pitchFamily="2" charset="77"/>
              </a:defRPr>
            </a:lvl1pPr>
          </a:lstStyle>
          <a:p>
            <a:r>
              <a:rPr lang="en-US"/>
              <a:t>Header goes here, can be up to two lines.</a:t>
            </a:r>
          </a:p>
        </p:txBody>
      </p:sp>
      <p:sp>
        <p:nvSpPr>
          <p:cNvPr id="9" name="Text Placeholder 6">
            <a:extLst>
              <a:ext uri="{FF2B5EF4-FFF2-40B4-BE49-F238E27FC236}">
                <a16:creationId xmlns:a16="http://schemas.microsoft.com/office/drawing/2014/main" id="{777FCABF-74F6-494A-9B96-C0C2E781D821}"/>
              </a:ext>
            </a:extLst>
          </p:cNvPr>
          <p:cNvSpPr>
            <a:spLocks noGrp="1"/>
          </p:cNvSpPr>
          <p:nvPr>
            <p:ph type="body" sz="quarter" idx="15" hasCustomPrompt="1"/>
          </p:nvPr>
        </p:nvSpPr>
        <p:spPr>
          <a:xfrm>
            <a:off x="510799" y="1211657"/>
            <a:ext cx="4203700" cy="690562"/>
          </a:xfrm>
          <a:prstGeom prst="rect">
            <a:avLst/>
          </a:prstGeom>
        </p:spPr>
        <p:txBody>
          <a:bodyPr/>
          <a:lstStyle>
            <a:lvl1pPr marL="0" indent="0">
              <a:buNone/>
              <a:defRPr lang="en-US" sz="1800" b="0" i="0" kern="1200" dirty="0">
                <a:solidFill>
                  <a:srgbClr val="5F285E"/>
                </a:solidFill>
                <a:latin typeface="Galano Grotesque Medium" pitchFamily="2" charset="77"/>
                <a:ea typeface="+mn-ea"/>
                <a:cs typeface="+mn-cs"/>
              </a:defRPr>
            </a:lvl1pPr>
          </a:lstStyle>
          <a:p>
            <a:pPr marL="0" lvl="0" indent="0" algn="l" defTabSz="914377" rtl="0" eaLnBrk="1" latinLnBrk="0" hangingPunct="1">
              <a:lnSpc>
                <a:spcPct val="90000"/>
              </a:lnSpc>
              <a:spcBef>
                <a:spcPts val="1000"/>
              </a:spcBef>
              <a:buFont typeface="Arial" panose="020B0604020202020204" pitchFamily="34" charset="0"/>
              <a:buNone/>
            </a:pPr>
            <a:r>
              <a:rPr lang="en-US"/>
              <a:t>Subhead here.</a:t>
            </a:r>
          </a:p>
        </p:txBody>
      </p:sp>
    </p:spTree>
    <p:extLst>
      <p:ext uri="{BB962C8B-B14F-4D97-AF65-F5344CB8AC3E}">
        <p14:creationId xmlns:p14="http://schemas.microsoft.com/office/powerpoint/2010/main" val="99243891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Header, Subheading, body 2 co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28844-31B5-EC49-8DF9-BA27EE0BB257}"/>
              </a:ext>
            </a:extLst>
          </p:cNvPr>
          <p:cNvSpPr>
            <a:spLocks noGrp="1"/>
          </p:cNvSpPr>
          <p:nvPr>
            <p:ph type="title" hasCustomPrompt="1"/>
          </p:nvPr>
        </p:nvSpPr>
        <p:spPr>
          <a:xfrm>
            <a:off x="800100" y="304801"/>
            <a:ext cx="10515600" cy="457200"/>
          </a:xfrm>
        </p:spPr>
        <p:txBody>
          <a:bodyPr/>
          <a:lstStyle>
            <a:lvl1pPr>
              <a:defRPr/>
            </a:lvl1pPr>
          </a:lstStyle>
          <a:p>
            <a:r>
              <a:rPr lang="en-US"/>
              <a:t>Header goes here.</a:t>
            </a:r>
          </a:p>
        </p:txBody>
      </p:sp>
      <p:sp>
        <p:nvSpPr>
          <p:cNvPr id="9" name="Slide Number Placeholder 8">
            <a:extLst>
              <a:ext uri="{FF2B5EF4-FFF2-40B4-BE49-F238E27FC236}">
                <a16:creationId xmlns:a16="http://schemas.microsoft.com/office/drawing/2014/main" id="{6F657573-2FC7-BE42-8D31-971ACDB64964}"/>
              </a:ext>
            </a:extLst>
          </p:cNvPr>
          <p:cNvSpPr>
            <a:spLocks noGrp="1"/>
          </p:cNvSpPr>
          <p:nvPr>
            <p:ph type="sldNum" sz="quarter" idx="12"/>
          </p:nvPr>
        </p:nvSpPr>
        <p:spPr/>
        <p:txBody>
          <a:bodyPr/>
          <a:lstStyle/>
          <a:p>
            <a:fld id="{43810C2F-5A3B-334F-B32E-597B62ACB14E}" type="slidenum">
              <a:rPr lang="en-US" smtClean="0"/>
              <a:t>‹#›</a:t>
            </a:fld>
            <a:endParaRPr lang="en-US"/>
          </a:p>
        </p:txBody>
      </p:sp>
      <p:sp>
        <p:nvSpPr>
          <p:cNvPr id="10" name="Content Placeholder 3">
            <a:extLst>
              <a:ext uri="{FF2B5EF4-FFF2-40B4-BE49-F238E27FC236}">
                <a16:creationId xmlns:a16="http://schemas.microsoft.com/office/drawing/2014/main" id="{324BD615-0D3D-4613-A3FB-89E18979AD1A}"/>
              </a:ext>
            </a:extLst>
          </p:cNvPr>
          <p:cNvSpPr>
            <a:spLocks noGrp="1"/>
          </p:cNvSpPr>
          <p:nvPr>
            <p:ph sz="quarter" idx="15" hasCustomPrompt="1"/>
          </p:nvPr>
        </p:nvSpPr>
        <p:spPr>
          <a:xfrm>
            <a:off x="800100" y="928690"/>
            <a:ext cx="5157787" cy="539115"/>
          </a:xfrm>
          <a:prstGeom prst="rect">
            <a:avLst/>
          </a:prstGeom>
        </p:spPr>
        <p:txBody>
          <a:bodyPr/>
          <a:lstStyle>
            <a:lvl1pPr>
              <a:defRPr lang="en-US" sz="1800" b="0" i="0" kern="1200" dirty="0">
                <a:solidFill>
                  <a:srgbClr val="5F285E"/>
                </a:solidFill>
                <a:latin typeface="Galano Grotesque Medium" pitchFamily="2" charset="77"/>
                <a:ea typeface="+mn-ea"/>
                <a:cs typeface="+mn-cs"/>
              </a:defRPr>
            </a:lvl1pPr>
            <a:lvl2pPr>
              <a:defRPr sz="1800" b="1"/>
            </a:lvl2pPr>
            <a:lvl3pPr>
              <a:defRPr sz="1800" b="1"/>
            </a:lvl3pPr>
            <a:lvl4pPr>
              <a:defRPr sz="1800" b="1"/>
            </a:lvl4pPr>
            <a:lvl5pPr>
              <a:defRPr sz="1800" b="1"/>
            </a:lvl5pPr>
          </a:lstStyle>
          <a:p>
            <a:pPr marL="0" lvl="0" indent="0" algn="l" defTabSz="914377" rtl="0" eaLnBrk="1" latinLnBrk="0" hangingPunct="1">
              <a:lnSpc>
                <a:spcPct val="90000"/>
              </a:lnSpc>
              <a:spcBef>
                <a:spcPts val="1000"/>
              </a:spcBef>
              <a:buFont typeface="Arial" panose="020B0604020202020204" pitchFamily="34" charset="0"/>
              <a:buNone/>
            </a:pPr>
            <a:r>
              <a:rPr lang="en-US"/>
              <a:t>Subhead here.</a:t>
            </a:r>
          </a:p>
        </p:txBody>
      </p:sp>
      <p:sp>
        <p:nvSpPr>
          <p:cNvPr id="11" name="Content Placeholder 6">
            <a:extLst>
              <a:ext uri="{FF2B5EF4-FFF2-40B4-BE49-F238E27FC236}">
                <a16:creationId xmlns:a16="http://schemas.microsoft.com/office/drawing/2014/main" id="{E2A1C334-C030-4F7D-9609-8438B84BAAE5}"/>
              </a:ext>
            </a:extLst>
          </p:cNvPr>
          <p:cNvSpPr>
            <a:spLocks noGrp="1"/>
          </p:cNvSpPr>
          <p:nvPr>
            <p:ph sz="quarter" idx="16"/>
          </p:nvPr>
        </p:nvSpPr>
        <p:spPr>
          <a:xfrm>
            <a:off x="800100" y="1611670"/>
            <a:ext cx="5157787" cy="4437995"/>
          </a:xfrm>
          <a:prstGeom prst="rect">
            <a:avLst/>
          </a:prstGeom>
        </p:spPr>
        <p:txBody>
          <a:bodyPr/>
          <a:lstStyle>
            <a:lvl1pPr>
              <a:defRPr sz="1400">
                <a:latin typeface="Arial" panose="020B0604020202020204" pitchFamily="34" charset="0"/>
                <a:cs typeface="Arial" panose="020B0604020202020204" pitchFamily="34" charset="0"/>
              </a:defRPr>
            </a:lvl1pPr>
            <a:lvl2pPr>
              <a:defRPr sz="1400">
                <a:latin typeface="Arial" panose="020B0604020202020204" pitchFamily="34" charset="0"/>
                <a:cs typeface="Arial" panose="020B0604020202020204" pitchFamily="34" charset="0"/>
              </a:defRPr>
            </a:lvl2pPr>
            <a:lvl3pPr>
              <a:defRPr sz="14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sz="14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a:extLst>
              <a:ext uri="{FF2B5EF4-FFF2-40B4-BE49-F238E27FC236}">
                <a16:creationId xmlns:a16="http://schemas.microsoft.com/office/drawing/2014/main" id="{CDE4DC65-ECCA-47FB-8337-4E7BDA9B18D8}"/>
              </a:ext>
            </a:extLst>
          </p:cNvPr>
          <p:cNvSpPr>
            <a:spLocks noGrp="1"/>
          </p:cNvSpPr>
          <p:nvPr>
            <p:ph sz="quarter" idx="17" hasCustomPrompt="1"/>
          </p:nvPr>
        </p:nvSpPr>
        <p:spPr>
          <a:xfrm>
            <a:off x="6157913" y="936445"/>
            <a:ext cx="5157787" cy="539115"/>
          </a:xfrm>
          <a:prstGeom prst="rect">
            <a:avLst/>
          </a:prstGeom>
        </p:spPr>
        <p:txBody>
          <a:bodyPr/>
          <a:lstStyle>
            <a:lvl1pPr>
              <a:defRPr lang="en-US" sz="1800" b="0" i="0" kern="1200" dirty="0">
                <a:solidFill>
                  <a:srgbClr val="5F285E"/>
                </a:solidFill>
                <a:latin typeface="Galano Grotesque Medium" pitchFamily="2" charset="77"/>
                <a:ea typeface="+mn-ea"/>
                <a:cs typeface="+mn-cs"/>
              </a:defRPr>
            </a:lvl1pPr>
            <a:lvl2pPr>
              <a:defRPr sz="1800" b="1"/>
            </a:lvl2pPr>
            <a:lvl3pPr>
              <a:defRPr sz="1800" b="1"/>
            </a:lvl3pPr>
            <a:lvl4pPr>
              <a:defRPr sz="1800" b="1"/>
            </a:lvl4pPr>
            <a:lvl5pPr>
              <a:defRPr sz="1800" b="1"/>
            </a:lvl5pPr>
          </a:lstStyle>
          <a:p>
            <a:pPr marL="0" lvl="0" indent="0" algn="l" defTabSz="914377" rtl="0" eaLnBrk="1" latinLnBrk="0" hangingPunct="1">
              <a:lnSpc>
                <a:spcPct val="90000"/>
              </a:lnSpc>
              <a:spcBef>
                <a:spcPts val="1000"/>
              </a:spcBef>
              <a:buFont typeface="Arial" panose="020B0604020202020204" pitchFamily="34" charset="0"/>
              <a:buNone/>
            </a:pPr>
            <a:r>
              <a:rPr lang="en-US"/>
              <a:t>Subhead here.</a:t>
            </a:r>
          </a:p>
        </p:txBody>
      </p:sp>
      <p:sp>
        <p:nvSpPr>
          <p:cNvPr id="13" name="Content Placeholder 6">
            <a:extLst>
              <a:ext uri="{FF2B5EF4-FFF2-40B4-BE49-F238E27FC236}">
                <a16:creationId xmlns:a16="http://schemas.microsoft.com/office/drawing/2014/main" id="{76332042-C0EC-41FE-8843-B45406DB3857}"/>
              </a:ext>
            </a:extLst>
          </p:cNvPr>
          <p:cNvSpPr>
            <a:spLocks noGrp="1"/>
          </p:cNvSpPr>
          <p:nvPr>
            <p:ph sz="quarter" idx="18"/>
          </p:nvPr>
        </p:nvSpPr>
        <p:spPr>
          <a:xfrm>
            <a:off x="6157913" y="1626741"/>
            <a:ext cx="5157787" cy="4437995"/>
          </a:xfrm>
          <a:prstGeom prst="rect">
            <a:avLst/>
          </a:prstGeom>
        </p:spPr>
        <p:txBody>
          <a:bodyPr/>
          <a:lstStyle>
            <a:lvl1pPr>
              <a:defRPr sz="1400">
                <a:latin typeface="Arial" panose="020B0604020202020204" pitchFamily="34" charset="0"/>
                <a:cs typeface="Arial" panose="020B0604020202020204" pitchFamily="34" charset="0"/>
              </a:defRPr>
            </a:lvl1pPr>
            <a:lvl2pPr>
              <a:defRPr sz="1400">
                <a:latin typeface="Arial" panose="020B0604020202020204" pitchFamily="34" charset="0"/>
                <a:cs typeface="Arial" panose="020B0604020202020204" pitchFamily="34" charset="0"/>
              </a:defRPr>
            </a:lvl2pPr>
            <a:lvl3pPr>
              <a:defRPr sz="14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sz="14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2320223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1_Header, Subheading, body 2 co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28844-31B5-EC49-8DF9-BA27EE0BB257}"/>
              </a:ext>
            </a:extLst>
          </p:cNvPr>
          <p:cNvSpPr>
            <a:spLocks noGrp="1"/>
          </p:cNvSpPr>
          <p:nvPr>
            <p:ph type="title" hasCustomPrompt="1"/>
          </p:nvPr>
        </p:nvSpPr>
        <p:spPr>
          <a:xfrm>
            <a:off x="800100" y="304801"/>
            <a:ext cx="10515600" cy="457200"/>
          </a:xfrm>
        </p:spPr>
        <p:txBody>
          <a:bodyPr/>
          <a:lstStyle/>
          <a:p>
            <a:r>
              <a:rPr lang="en-US"/>
              <a:t>Header goes here.</a:t>
            </a:r>
          </a:p>
        </p:txBody>
      </p:sp>
      <p:sp>
        <p:nvSpPr>
          <p:cNvPr id="9" name="Slide Number Placeholder 8">
            <a:extLst>
              <a:ext uri="{FF2B5EF4-FFF2-40B4-BE49-F238E27FC236}">
                <a16:creationId xmlns:a16="http://schemas.microsoft.com/office/drawing/2014/main" id="{6F657573-2FC7-BE42-8D31-971ACDB64964}"/>
              </a:ext>
            </a:extLst>
          </p:cNvPr>
          <p:cNvSpPr>
            <a:spLocks noGrp="1"/>
          </p:cNvSpPr>
          <p:nvPr>
            <p:ph type="sldNum" sz="quarter" idx="12"/>
          </p:nvPr>
        </p:nvSpPr>
        <p:spPr/>
        <p:txBody>
          <a:bodyPr/>
          <a:lstStyle/>
          <a:p>
            <a:fld id="{43810C2F-5A3B-334F-B32E-597B62ACB14E}" type="slidenum">
              <a:rPr lang="en-US" smtClean="0"/>
              <a:t>‹#›</a:t>
            </a:fld>
            <a:endParaRPr lang="en-US"/>
          </a:p>
        </p:txBody>
      </p:sp>
      <p:sp>
        <p:nvSpPr>
          <p:cNvPr id="11" name="Content Placeholder 6">
            <a:extLst>
              <a:ext uri="{FF2B5EF4-FFF2-40B4-BE49-F238E27FC236}">
                <a16:creationId xmlns:a16="http://schemas.microsoft.com/office/drawing/2014/main" id="{E2A1C334-C030-4F7D-9609-8438B84BAAE5}"/>
              </a:ext>
            </a:extLst>
          </p:cNvPr>
          <p:cNvSpPr>
            <a:spLocks noGrp="1"/>
          </p:cNvSpPr>
          <p:nvPr>
            <p:ph sz="quarter" idx="16"/>
          </p:nvPr>
        </p:nvSpPr>
        <p:spPr>
          <a:xfrm>
            <a:off x="800100" y="980903"/>
            <a:ext cx="5157787" cy="5068763"/>
          </a:xfrm>
          <a:prstGeom prst="rect">
            <a:avLst/>
          </a:prstGeom>
        </p:spPr>
        <p:txBody>
          <a:bodyPr/>
          <a:lstStyle>
            <a:lvl1pPr>
              <a:defRPr sz="1400">
                <a:latin typeface="Arial" panose="020B0604020202020204" pitchFamily="34" charset="0"/>
                <a:cs typeface="Arial" panose="020B0604020202020204" pitchFamily="34" charset="0"/>
              </a:defRPr>
            </a:lvl1pPr>
            <a:lvl2pPr>
              <a:defRPr sz="1400">
                <a:latin typeface="Arial" panose="020B0604020202020204" pitchFamily="34" charset="0"/>
                <a:cs typeface="Arial" panose="020B0604020202020204" pitchFamily="34" charset="0"/>
              </a:defRPr>
            </a:lvl2pPr>
            <a:lvl3pPr>
              <a:defRPr sz="14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sz="14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6">
            <a:extLst>
              <a:ext uri="{FF2B5EF4-FFF2-40B4-BE49-F238E27FC236}">
                <a16:creationId xmlns:a16="http://schemas.microsoft.com/office/drawing/2014/main" id="{76332042-C0EC-41FE-8843-B45406DB3857}"/>
              </a:ext>
            </a:extLst>
          </p:cNvPr>
          <p:cNvSpPr>
            <a:spLocks noGrp="1"/>
          </p:cNvSpPr>
          <p:nvPr>
            <p:ph sz="quarter" idx="18"/>
          </p:nvPr>
        </p:nvSpPr>
        <p:spPr>
          <a:xfrm>
            <a:off x="6157913" y="995973"/>
            <a:ext cx="5157787" cy="5068763"/>
          </a:xfrm>
          <a:prstGeom prst="rect">
            <a:avLst/>
          </a:prstGeom>
        </p:spPr>
        <p:txBody>
          <a:bodyPr/>
          <a:lstStyle>
            <a:lvl1pPr>
              <a:defRPr sz="1400">
                <a:latin typeface="Arial" panose="020B0604020202020204" pitchFamily="34" charset="0"/>
                <a:cs typeface="Arial" panose="020B0604020202020204" pitchFamily="34" charset="0"/>
              </a:defRPr>
            </a:lvl1pPr>
            <a:lvl2pPr>
              <a:defRPr sz="1400">
                <a:latin typeface="Arial" panose="020B0604020202020204" pitchFamily="34" charset="0"/>
                <a:cs typeface="Arial" panose="020B0604020202020204" pitchFamily="34" charset="0"/>
              </a:defRPr>
            </a:lvl2pPr>
            <a:lvl3pPr>
              <a:defRPr sz="14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sz="14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171704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Header, 2 Col - Left Aligne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82227A-0847-9241-BFC4-07394A192372}"/>
              </a:ext>
            </a:extLst>
          </p:cNvPr>
          <p:cNvSpPr>
            <a:spLocks noGrp="1"/>
          </p:cNvSpPr>
          <p:nvPr>
            <p:ph idx="1"/>
          </p:nvPr>
        </p:nvSpPr>
        <p:spPr>
          <a:xfrm>
            <a:off x="5183188" y="301752"/>
            <a:ext cx="6172200" cy="5644658"/>
          </a:xfrm>
          <a:prstGeom prst="rect">
            <a:avLst/>
          </a:prstGeom>
        </p:spPr>
        <p:txBody>
          <a:bodyPr>
            <a:normAutofit/>
          </a:bodyPr>
          <a:lstStyle>
            <a:lvl1pPr>
              <a:defRPr sz="1400">
                <a:latin typeface="Arial" panose="020B0604020202020204" pitchFamily="34" charset="0"/>
                <a:cs typeface="Arial" panose="020B0604020202020204" pitchFamily="34" charset="0"/>
              </a:defRPr>
            </a:lvl1pPr>
            <a:lvl2pPr>
              <a:defRPr sz="1400">
                <a:latin typeface="Arial" panose="020B0604020202020204" pitchFamily="34" charset="0"/>
                <a:cs typeface="Arial" panose="020B0604020202020204" pitchFamily="34" charset="0"/>
              </a:defRPr>
            </a:lvl2pPr>
            <a:lvl3pPr>
              <a:defRPr sz="14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sz="1400">
                <a:latin typeface="Arial" panose="020B0604020202020204" pitchFamily="34" charset="0"/>
                <a:cs typeface="Arial" panose="020B0604020202020204"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8949D582-9E1A-C14D-A6AC-3B669600EEF7}"/>
              </a:ext>
            </a:extLst>
          </p:cNvPr>
          <p:cNvSpPr>
            <a:spLocks noGrp="1"/>
          </p:cNvSpPr>
          <p:nvPr>
            <p:ph type="sldNum" sz="quarter" idx="12"/>
          </p:nvPr>
        </p:nvSpPr>
        <p:spPr/>
        <p:txBody>
          <a:bodyPr/>
          <a:lstStyle/>
          <a:p>
            <a:fld id="{43810C2F-5A3B-334F-B32E-597B62ACB14E}" type="slidenum">
              <a:rPr lang="en-US" smtClean="0"/>
              <a:t>‹#›</a:t>
            </a:fld>
            <a:endParaRPr lang="en-US"/>
          </a:p>
        </p:txBody>
      </p:sp>
      <p:sp>
        <p:nvSpPr>
          <p:cNvPr id="8" name="Title 1">
            <a:extLst>
              <a:ext uri="{FF2B5EF4-FFF2-40B4-BE49-F238E27FC236}">
                <a16:creationId xmlns:a16="http://schemas.microsoft.com/office/drawing/2014/main" id="{7B33FA40-8B36-4FF9-817B-1D3B8B8528CC}"/>
              </a:ext>
            </a:extLst>
          </p:cNvPr>
          <p:cNvSpPr>
            <a:spLocks noGrp="1"/>
          </p:cNvSpPr>
          <p:nvPr>
            <p:ph type="title" hasCustomPrompt="1"/>
          </p:nvPr>
        </p:nvSpPr>
        <p:spPr>
          <a:xfrm>
            <a:off x="800100" y="304800"/>
            <a:ext cx="3932237" cy="457200"/>
          </a:xfrm>
        </p:spPr>
        <p:txBody>
          <a:bodyPr/>
          <a:lstStyle>
            <a:lvl1pPr>
              <a:defRPr/>
            </a:lvl1pPr>
          </a:lstStyle>
          <a:p>
            <a:r>
              <a:rPr lang="en-US"/>
              <a:t>Header goes here.</a:t>
            </a:r>
          </a:p>
        </p:txBody>
      </p:sp>
      <p:sp>
        <p:nvSpPr>
          <p:cNvPr id="6" name="Content Placeholder 5">
            <a:extLst>
              <a:ext uri="{FF2B5EF4-FFF2-40B4-BE49-F238E27FC236}">
                <a16:creationId xmlns:a16="http://schemas.microsoft.com/office/drawing/2014/main" id="{0E5E6F30-6781-4B9D-813E-2B22F0312616}"/>
              </a:ext>
            </a:extLst>
          </p:cNvPr>
          <p:cNvSpPr>
            <a:spLocks noGrp="1"/>
          </p:cNvSpPr>
          <p:nvPr>
            <p:ph sz="quarter" idx="14"/>
          </p:nvPr>
        </p:nvSpPr>
        <p:spPr>
          <a:xfrm>
            <a:off x="800099" y="922603"/>
            <a:ext cx="3932239" cy="4991100"/>
          </a:xfrm>
          <a:prstGeom prst="rect">
            <a:avLst/>
          </a:prstGeom>
        </p:spPr>
        <p:txBody>
          <a:bodyPr/>
          <a:lstStyle>
            <a:lvl1pPr>
              <a:defRPr sz="1400">
                <a:latin typeface="Arial" panose="020B0604020202020204" pitchFamily="34" charset="0"/>
                <a:cs typeface="Arial" panose="020B0604020202020204" pitchFamily="34" charset="0"/>
              </a:defRPr>
            </a:lvl1pPr>
            <a:lvl2pPr>
              <a:defRPr sz="1400">
                <a:latin typeface="Arial" panose="020B0604020202020204" pitchFamily="34" charset="0"/>
                <a:cs typeface="Arial" panose="020B0604020202020204" pitchFamily="34" charset="0"/>
              </a:defRPr>
            </a:lvl2pPr>
            <a:lvl3pPr>
              <a:defRPr sz="14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sz="14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6334182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Header, 2 Col - Right Aligne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F629E-AF46-7A4C-BBD1-D700DD386356}"/>
              </a:ext>
            </a:extLst>
          </p:cNvPr>
          <p:cNvSpPr>
            <a:spLocks noGrp="1"/>
          </p:cNvSpPr>
          <p:nvPr>
            <p:ph type="title" hasCustomPrompt="1"/>
          </p:nvPr>
        </p:nvSpPr>
        <p:spPr>
          <a:xfrm>
            <a:off x="7327062" y="301752"/>
            <a:ext cx="3932237" cy="446768"/>
          </a:xfrm>
        </p:spPr>
        <p:txBody>
          <a:bodyPr anchor="b"/>
          <a:lstStyle>
            <a:lvl1pPr>
              <a:defRPr sz="2400" b="1" i="0">
                <a:latin typeface="Galano Grotesque" pitchFamily="2" charset="77"/>
              </a:defRPr>
            </a:lvl1pPr>
          </a:lstStyle>
          <a:p>
            <a:r>
              <a:rPr lang="en-US"/>
              <a:t>Header goes here.</a:t>
            </a:r>
          </a:p>
        </p:txBody>
      </p:sp>
      <p:sp>
        <p:nvSpPr>
          <p:cNvPr id="3" name="Content Placeholder 2">
            <a:extLst>
              <a:ext uri="{FF2B5EF4-FFF2-40B4-BE49-F238E27FC236}">
                <a16:creationId xmlns:a16="http://schemas.microsoft.com/office/drawing/2014/main" id="{0B82227A-0847-9241-BFC4-07394A192372}"/>
              </a:ext>
            </a:extLst>
          </p:cNvPr>
          <p:cNvSpPr>
            <a:spLocks noGrp="1"/>
          </p:cNvSpPr>
          <p:nvPr>
            <p:ph idx="1"/>
          </p:nvPr>
        </p:nvSpPr>
        <p:spPr>
          <a:xfrm>
            <a:off x="804672" y="301754"/>
            <a:ext cx="6172200" cy="5545817"/>
          </a:xfrm>
          <a:prstGeom prst="rect">
            <a:avLst/>
          </a:prstGeom>
        </p:spPr>
        <p:txBody>
          <a:bodyPr>
            <a:normAutofit/>
          </a:bodyPr>
          <a:lstStyle>
            <a:lvl1pPr>
              <a:defRPr sz="1400">
                <a:latin typeface="Arial" panose="020B0604020202020204" pitchFamily="34" charset="0"/>
                <a:cs typeface="Arial" panose="020B0604020202020204" pitchFamily="34" charset="0"/>
              </a:defRPr>
            </a:lvl1pPr>
            <a:lvl2pPr>
              <a:defRPr sz="1400">
                <a:latin typeface="Arial" panose="020B0604020202020204" pitchFamily="34" charset="0"/>
                <a:cs typeface="Arial" panose="020B0604020202020204" pitchFamily="34" charset="0"/>
              </a:defRPr>
            </a:lvl2pPr>
            <a:lvl3pPr>
              <a:defRPr sz="14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sz="1400">
                <a:latin typeface="Arial" panose="020B0604020202020204" pitchFamily="34" charset="0"/>
                <a:cs typeface="Arial" panose="020B0604020202020204"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8949D582-9E1A-C14D-A6AC-3B669600EEF7}"/>
              </a:ext>
            </a:extLst>
          </p:cNvPr>
          <p:cNvSpPr>
            <a:spLocks noGrp="1"/>
          </p:cNvSpPr>
          <p:nvPr>
            <p:ph type="sldNum" sz="quarter" idx="12"/>
          </p:nvPr>
        </p:nvSpPr>
        <p:spPr/>
        <p:txBody>
          <a:bodyPr/>
          <a:lstStyle/>
          <a:p>
            <a:fld id="{43810C2F-5A3B-334F-B32E-597B62ACB14E}" type="slidenum">
              <a:rPr lang="en-US" smtClean="0"/>
              <a:t>‹#›</a:t>
            </a:fld>
            <a:endParaRPr lang="en-US"/>
          </a:p>
        </p:txBody>
      </p:sp>
      <p:sp>
        <p:nvSpPr>
          <p:cNvPr id="8" name="Content Placeholder 5">
            <a:extLst>
              <a:ext uri="{FF2B5EF4-FFF2-40B4-BE49-F238E27FC236}">
                <a16:creationId xmlns:a16="http://schemas.microsoft.com/office/drawing/2014/main" id="{F61B7951-B53D-4F47-95C8-5EB6A50501B7}"/>
              </a:ext>
            </a:extLst>
          </p:cNvPr>
          <p:cNvSpPr>
            <a:spLocks noGrp="1"/>
          </p:cNvSpPr>
          <p:nvPr>
            <p:ph sz="quarter" idx="14"/>
          </p:nvPr>
        </p:nvSpPr>
        <p:spPr>
          <a:xfrm>
            <a:off x="7329457" y="856469"/>
            <a:ext cx="3932239" cy="4991100"/>
          </a:xfrm>
          <a:prstGeom prst="rect">
            <a:avLst/>
          </a:prstGeom>
        </p:spPr>
        <p:txBody>
          <a:bodyPr/>
          <a:lstStyle>
            <a:lvl1pPr>
              <a:defRPr sz="1400">
                <a:latin typeface="Arial" panose="020B0604020202020204" pitchFamily="34" charset="0"/>
                <a:cs typeface="Arial" panose="020B0604020202020204" pitchFamily="34" charset="0"/>
              </a:defRPr>
            </a:lvl1pPr>
            <a:lvl2pPr>
              <a:defRPr sz="1400">
                <a:latin typeface="Arial" panose="020B0604020202020204" pitchFamily="34" charset="0"/>
                <a:cs typeface="Arial" panose="020B0604020202020204" pitchFamily="34" charset="0"/>
              </a:defRPr>
            </a:lvl2pPr>
            <a:lvl3pPr>
              <a:defRPr sz="14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sz="14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0074702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1_Header, Body, Picture - 2 col - chart left">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51C508C-5B02-2840-A25A-1EADB8716721}"/>
              </a:ext>
            </a:extLst>
          </p:cNvPr>
          <p:cNvSpPr>
            <a:spLocks noGrp="1"/>
          </p:cNvSpPr>
          <p:nvPr>
            <p:ph type="sldNum" sz="quarter" idx="12"/>
          </p:nvPr>
        </p:nvSpPr>
        <p:spPr/>
        <p:txBody>
          <a:bodyPr/>
          <a:lstStyle/>
          <a:p>
            <a:fld id="{43810C2F-5A3B-334F-B32E-597B62ACB14E}" type="slidenum">
              <a:rPr lang="en-US" smtClean="0"/>
              <a:t>‹#›</a:t>
            </a:fld>
            <a:endParaRPr lang="en-US"/>
          </a:p>
        </p:txBody>
      </p:sp>
    </p:spTree>
    <p:extLst>
      <p:ext uri="{BB962C8B-B14F-4D97-AF65-F5344CB8AC3E}">
        <p14:creationId xmlns:p14="http://schemas.microsoft.com/office/powerpoint/2010/main" val="1371116915"/>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Close">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CB62A78D-2EF7-E148-BDD5-6BD30BD07B13}"/>
              </a:ext>
            </a:extLst>
          </p:cNvPr>
          <p:cNvPicPr>
            <a:picLocks noChangeAspect="1"/>
          </p:cNvPicPr>
          <p:nvPr userDrawn="1"/>
        </p:nvPicPr>
        <p:blipFill>
          <a:blip r:embed="rId2"/>
          <a:stretch>
            <a:fillRect/>
          </a:stretch>
        </p:blipFill>
        <p:spPr>
          <a:xfrm>
            <a:off x="4580029" y="2638588"/>
            <a:ext cx="2672723" cy="1597685"/>
          </a:xfrm>
          <a:prstGeom prst="rect">
            <a:avLst/>
          </a:prstGeom>
        </p:spPr>
      </p:pic>
    </p:spTree>
    <p:extLst>
      <p:ext uri="{BB962C8B-B14F-4D97-AF65-F5344CB8AC3E}">
        <p14:creationId xmlns:p14="http://schemas.microsoft.com/office/powerpoint/2010/main" val="3950988732"/>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18_Title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18B340D-094A-9343-B557-3DBEB3F7D156}"/>
              </a:ext>
            </a:extLst>
          </p:cNvPr>
          <p:cNvSpPr/>
          <p:nvPr userDrawn="1"/>
        </p:nvSpPr>
        <p:spPr>
          <a:xfrm>
            <a:off x="0" y="0"/>
            <a:ext cx="12192000" cy="685800"/>
          </a:xfrm>
          <a:prstGeom prst="rect">
            <a:avLst/>
          </a:prstGeom>
          <a:solidFill>
            <a:srgbClr val="3714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9" name="Picture 8">
            <a:extLst>
              <a:ext uri="{FF2B5EF4-FFF2-40B4-BE49-F238E27FC236}">
                <a16:creationId xmlns:a16="http://schemas.microsoft.com/office/drawing/2014/main" id="{6CC33B6E-842C-9640-A1E8-A3EF5E4314EC}"/>
              </a:ext>
            </a:extLst>
          </p:cNvPr>
          <p:cNvPicPr>
            <a:picLocks noChangeAspect="1"/>
          </p:cNvPicPr>
          <p:nvPr userDrawn="1"/>
        </p:nvPicPr>
        <p:blipFill>
          <a:blip r:embed="rId2"/>
          <a:stretch>
            <a:fillRect/>
          </a:stretch>
        </p:blipFill>
        <p:spPr>
          <a:xfrm>
            <a:off x="1" y="125730"/>
            <a:ext cx="1088391" cy="434340"/>
          </a:xfrm>
          <a:prstGeom prst="rect">
            <a:avLst/>
          </a:prstGeom>
        </p:spPr>
      </p:pic>
    </p:spTree>
    <p:extLst>
      <p:ext uri="{BB962C8B-B14F-4D97-AF65-F5344CB8AC3E}">
        <p14:creationId xmlns:p14="http://schemas.microsoft.com/office/powerpoint/2010/main" val="2711091911"/>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5_Custom Layout">
    <p:spTree>
      <p:nvGrpSpPr>
        <p:cNvPr id="1" name=""/>
        <p:cNvGrpSpPr/>
        <p:nvPr/>
      </p:nvGrpSpPr>
      <p:grpSpPr>
        <a:xfrm>
          <a:off x="0" y="0"/>
          <a:ext cx="0" cy="0"/>
          <a:chOff x="0" y="0"/>
          <a:chExt cx="0" cy="0"/>
        </a:xfrm>
      </p:grpSpPr>
      <p:sp>
        <p:nvSpPr>
          <p:cNvPr id="3" name="Rectangle 2"/>
          <p:cNvSpPr/>
          <p:nvPr userDrawn="1"/>
        </p:nvSpPr>
        <p:spPr>
          <a:xfrm>
            <a:off x="0" y="6387436"/>
            <a:ext cx="12192000" cy="470565"/>
          </a:xfrm>
          <a:prstGeom prst="rect">
            <a:avLst/>
          </a:prstGeom>
          <a:solidFill>
            <a:srgbClr val="420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4" name="Picture 3" descr="ally_sig_1cs.eps"/>
          <p:cNvPicPr>
            <a:picLocks noChangeAspect="1"/>
          </p:cNvPicPr>
          <p:nvPr userDrawn="1"/>
        </p:nvPicPr>
        <p:blipFill rotWithShape="1">
          <a:blip r:embed="rId2">
            <a:extLst>
              <a:ext uri="{28A0092B-C50C-407E-A947-70E740481C1C}">
                <a14:useLocalDpi xmlns:a14="http://schemas.microsoft.com/office/drawing/2010/main" val="0"/>
              </a:ext>
            </a:extLst>
          </a:blip>
          <a:srcRect l="19541" t="35616" r="59565" b="35486"/>
          <a:stretch/>
        </p:blipFill>
        <p:spPr>
          <a:xfrm>
            <a:off x="243361" y="6516791"/>
            <a:ext cx="259659" cy="198756"/>
          </a:xfrm>
          <a:prstGeom prst="rect">
            <a:avLst/>
          </a:prstGeom>
        </p:spPr>
      </p:pic>
      <p:cxnSp>
        <p:nvCxnSpPr>
          <p:cNvPr id="5" name="Straight Connector 4"/>
          <p:cNvCxnSpPr/>
          <p:nvPr userDrawn="1"/>
        </p:nvCxnSpPr>
        <p:spPr>
          <a:xfrm>
            <a:off x="664787" y="6485211"/>
            <a:ext cx="0" cy="261919"/>
          </a:xfrm>
          <a:prstGeom prst="line">
            <a:avLst/>
          </a:prstGeom>
          <a:ln w="12700" cmpd="sng">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sp>
        <p:nvSpPr>
          <p:cNvPr id="6" name="Text Placeholder 11"/>
          <p:cNvSpPr>
            <a:spLocks noGrp="1"/>
          </p:cNvSpPr>
          <p:nvPr>
            <p:ph type="body" sz="quarter" idx="10" hasCustomPrompt="1"/>
          </p:nvPr>
        </p:nvSpPr>
        <p:spPr>
          <a:xfrm>
            <a:off x="753467" y="6462395"/>
            <a:ext cx="4767975" cy="284618"/>
          </a:xfrm>
          <a:prstGeom prst="rect">
            <a:avLst/>
          </a:prstGeom>
        </p:spPr>
        <p:txBody>
          <a:bodyPr vert="horz"/>
          <a:lstStyle>
            <a:lvl1pPr marL="0" indent="0">
              <a:buNone/>
              <a:defRPr sz="1400">
                <a:solidFill>
                  <a:schemeClr val="bg1"/>
                </a:solidFill>
                <a:latin typeface="Montserrat" panose="00000800000000000000" pitchFamily="2" charset="0"/>
                <a:cs typeface="Montserrat" panose="00000800000000000000" pitchFamily="2" charset="0"/>
              </a:defRPr>
            </a:lvl1pPr>
          </a:lstStyle>
          <a:p>
            <a:pPr lvl="0"/>
            <a:r>
              <a:rPr lang="en-US"/>
              <a:t>Title</a:t>
            </a:r>
          </a:p>
        </p:txBody>
      </p:sp>
      <p:sp>
        <p:nvSpPr>
          <p:cNvPr id="8" name="Slide Number Placeholder 2">
            <a:extLst>
              <a:ext uri="{FF2B5EF4-FFF2-40B4-BE49-F238E27FC236}">
                <a16:creationId xmlns:a16="http://schemas.microsoft.com/office/drawing/2014/main" id="{9C37292F-4B8F-4D6C-8732-99A911510901}"/>
              </a:ext>
            </a:extLst>
          </p:cNvPr>
          <p:cNvSpPr>
            <a:spLocks noGrp="1"/>
          </p:cNvSpPr>
          <p:nvPr>
            <p:ph type="sldNum" sz="quarter" idx="4"/>
          </p:nvPr>
        </p:nvSpPr>
        <p:spPr>
          <a:xfrm>
            <a:off x="9292082" y="6433984"/>
            <a:ext cx="2743200" cy="365125"/>
          </a:xfrm>
          <a:prstGeom prst="rect">
            <a:avLst/>
          </a:prstGeom>
        </p:spPr>
        <p:txBody>
          <a:bodyPr vert="horz" lIns="91440" tIns="45720" rIns="91440" bIns="45720" rtlCol="0" anchor="ctr"/>
          <a:lstStyle>
            <a:lvl1pPr algn="r">
              <a:defRPr sz="1400">
                <a:solidFill>
                  <a:schemeClr val="bg1"/>
                </a:solidFill>
                <a:latin typeface="Montserrat" panose="00000800000000000000" pitchFamily="2" charset="0"/>
              </a:defRPr>
            </a:lvl1pPr>
          </a:lstStyle>
          <a:p>
            <a:fld id="{49CDB35D-251C-4FCD-8F16-C6254532B10E}" type="slidenum">
              <a:rPr lang="en-US" smtClean="0"/>
              <a:pPr/>
              <a:t>‹#›</a:t>
            </a:fld>
            <a:endParaRPr lang="en-US"/>
          </a:p>
        </p:txBody>
      </p:sp>
    </p:spTree>
    <p:extLst>
      <p:ext uri="{BB962C8B-B14F-4D97-AF65-F5344CB8AC3E}">
        <p14:creationId xmlns:p14="http://schemas.microsoft.com/office/powerpoint/2010/main" val="2542667851"/>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CFFED1BC-DDBC-461D-9E68-E04F23CD43CF}"/>
              </a:ext>
            </a:extLst>
          </p:cNvPr>
          <p:cNvGraphicFramePr>
            <a:graphicFrameLocks noChangeAspect="1"/>
          </p:cNvGraphicFramePr>
          <p:nvPr userDrawn="1">
            <p:custDataLst>
              <p:tags r:id="rId1"/>
            </p:custDataLst>
            <p:extLst>
              <p:ext uri="{D42A27DB-BD31-4B8C-83A1-F6EECF244321}">
                <p14:modId xmlns:p14="http://schemas.microsoft.com/office/powerpoint/2010/main" val="6727350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7" imgH="288" progId="TCLayout.ActiveDocument.1">
                  <p:embed/>
                </p:oleObj>
              </mc:Choice>
              <mc:Fallback>
                <p:oleObj name="think-cell Slide" r:id="rId4" imgW="287" imgH="288" progId="TCLayout.ActiveDocument.1">
                  <p:embed/>
                  <p:pic>
                    <p:nvPicPr>
                      <p:cNvPr id="15" name="Object 14" hidden="1">
                        <a:extLst>
                          <a:ext uri="{FF2B5EF4-FFF2-40B4-BE49-F238E27FC236}">
                            <a16:creationId xmlns:a16="http://schemas.microsoft.com/office/drawing/2014/main" id="{CFFED1BC-DDBC-461D-9E68-E04F23CD43C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Rectangle 5" hidden="1">
            <a:extLst>
              <a:ext uri="{FF2B5EF4-FFF2-40B4-BE49-F238E27FC236}">
                <a16:creationId xmlns:a16="http://schemas.microsoft.com/office/drawing/2014/main" id="{5CF67C3E-ED54-418D-B394-EE606B77CBBC}"/>
              </a:ext>
            </a:extLst>
          </p:cNvPr>
          <p:cNvSpPr/>
          <p:nvPr userDrawn="1">
            <p:custDataLst>
              <p:tags r:id="rId2"/>
            </p:custDataLst>
          </p:nvPr>
        </p:nvSpPr>
        <p:spPr>
          <a:xfrm>
            <a:off x="0" y="0"/>
            <a:ext cx="158750" cy="158750"/>
          </a:xfrm>
          <a:prstGeom prst="rect">
            <a:avLst/>
          </a:prstGeom>
        </p:spPr>
        <p:style>
          <a:lnRef idx="1">
            <a:schemeClr val="accent1"/>
          </a:lnRef>
          <a:fillRef idx="3">
            <a:schemeClr val="accent1"/>
          </a:fillRef>
          <a:effectRef idx="2">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2400" b="0" i="0" baseline="0">
              <a:latin typeface="Montserrat" panose="00000800000000000000" pitchFamily="2" charset="0"/>
              <a:ea typeface="+mn-ea"/>
              <a:cs typeface="+mj-cs"/>
              <a:sym typeface="Montserrat" panose="00000800000000000000" pitchFamily="2" charset="0"/>
            </a:endParaRPr>
          </a:p>
        </p:txBody>
      </p:sp>
      <p:sp>
        <p:nvSpPr>
          <p:cNvPr id="10" name="Title 1">
            <a:extLst>
              <a:ext uri="{FF2B5EF4-FFF2-40B4-BE49-F238E27FC236}">
                <a16:creationId xmlns:a16="http://schemas.microsoft.com/office/drawing/2014/main" id="{EBD07FE2-E1A0-4212-913A-06829AEFAE38}"/>
              </a:ext>
            </a:extLst>
          </p:cNvPr>
          <p:cNvSpPr>
            <a:spLocks noGrp="1"/>
          </p:cNvSpPr>
          <p:nvPr>
            <p:ph type="title"/>
          </p:nvPr>
        </p:nvSpPr>
        <p:spPr>
          <a:xfrm>
            <a:off x="33529" y="58167"/>
            <a:ext cx="11887200" cy="640080"/>
          </a:xfrm>
        </p:spPr>
        <p:txBody>
          <a:bodyPr/>
          <a:lstStyle/>
          <a:p>
            <a:r>
              <a:rPr lang="en-US"/>
              <a:t>Click to edit Master title style</a:t>
            </a:r>
          </a:p>
        </p:txBody>
      </p:sp>
      <p:sp>
        <p:nvSpPr>
          <p:cNvPr id="5" name="Text Placeholder 4">
            <a:extLst>
              <a:ext uri="{FF2B5EF4-FFF2-40B4-BE49-F238E27FC236}">
                <a16:creationId xmlns:a16="http://schemas.microsoft.com/office/drawing/2014/main" id="{1EB23F96-4B29-4D03-981E-847907674681}"/>
              </a:ext>
            </a:extLst>
          </p:cNvPr>
          <p:cNvSpPr>
            <a:spLocks noGrp="1"/>
          </p:cNvSpPr>
          <p:nvPr>
            <p:ph type="body" sz="quarter" idx="11" hasCustomPrompt="1"/>
          </p:nvPr>
        </p:nvSpPr>
        <p:spPr>
          <a:xfrm>
            <a:off x="33528" y="6634140"/>
            <a:ext cx="8388351" cy="164592"/>
          </a:xfrm>
          <a:prstGeom prst="rect">
            <a:avLst/>
          </a:prstGeom>
        </p:spPr>
        <p:txBody>
          <a:bodyPr>
            <a:noAutofit/>
          </a:bodyPr>
          <a:lstStyle>
            <a:lvl1pPr marL="0" indent="0">
              <a:buNone/>
              <a:defRPr sz="900">
                <a:solidFill>
                  <a:schemeClr val="accent6">
                    <a:lumMod val="50000"/>
                  </a:schemeClr>
                </a:solidFill>
                <a:latin typeface="+mj-lt"/>
              </a:defRPr>
            </a:lvl1pPr>
          </a:lstStyle>
          <a:p>
            <a:pPr lvl="0"/>
            <a:r>
              <a:rPr lang="en-US"/>
              <a:t>Presentation Title and/or “confidential” tag </a:t>
            </a:r>
          </a:p>
        </p:txBody>
      </p:sp>
    </p:spTree>
    <p:extLst>
      <p:ext uri="{BB962C8B-B14F-4D97-AF65-F5344CB8AC3E}">
        <p14:creationId xmlns:p14="http://schemas.microsoft.com/office/powerpoint/2010/main" val="1691052037"/>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030D6588-7FB2-4844-8F19-3A5E95893FF4}"/>
              </a:ext>
            </a:extLst>
          </p:cNvPr>
          <p:cNvGraphicFramePr>
            <a:graphicFrameLocks noChangeAspect="1"/>
          </p:cNvGraphicFramePr>
          <p:nvPr userDrawn="1">
            <p:custDataLst>
              <p:tags r:id="rId1"/>
            </p:custDataLst>
          </p:nvPr>
        </p:nvGraphicFramePr>
        <p:xfrm>
          <a:off x="2120" y="1588"/>
          <a:ext cx="2117" cy="1588"/>
        </p:xfrm>
        <a:graphic>
          <a:graphicData uri="http://schemas.openxmlformats.org/presentationml/2006/ole">
            <mc:AlternateContent xmlns:mc="http://schemas.openxmlformats.org/markup-compatibility/2006">
              <mc:Choice xmlns:v="urn:schemas-microsoft-com:vml" Requires="v">
                <p:oleObj name="think-cell Slide" r:id="rId4" imgW="287" imgH="288" progId="TCLayout.ActiveDocument.1">
                  <p:embed/>
                </p:oleObj>
              </mc:Choice>
              <mc:Fallback>
                <p:oleObj name="think-cell Slide" r:id="rId4" imgW="287" imgH="288" progId="TCLayout.ActiveDocument.1">
                  <p:embed/>
                  <p:pic>
                    <p:nvPicPr>
                      <p:cNvPr id="4" name="Object 3" hidden="1">
                        <a:extLst>
                          <a:ext uri="{FF2B5EF4-FFF2-40B4-BE49-F238E27FC236}">
                            <a16:creationId xmlns:a16="http://schemas.microsoft.com/office/drawing/2014/main" id="{030D6588-7FB2-4844-8F19-3A5E95893FF4}"/>
                          </a:ext>
                        </a:extLst>
                      </p:cNvPr>
                      <p:cNvPicPr/>
                      <p:nvPr/>
                    </p:nvPicPr>
                    <p:blipFill>
                      <a:blip r:embed="rId5"/>
                      <a:stretch>
                        <a:fillRect/>
                      </a:stretch>
                    </p:blipFill>
                    <p:spPr>
                      <a:xfrm>
                        <a:off x="2120" y="1588"/>
                        <a:ext cx="2117"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626D865F-73CC-46B0-A8B4-E948A50DFF01}"/>
              </a:ext>
            </a:extLst>
          </p:cNvPr>
          <p:cNvSpPr/>
          <p:nvPr userDrawn="1">
            <p:custDataLst>
              <p:tags r:id="rId2"/>
            </p:custDataLst>
          </p:nvPr>
        </p:nvSpPr>
        <p:spPr>
          <a:xfrm>
            <a:off x="1" y="0"/>
            <a:ext cx="211667" cy="1587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l" eaLnBrk="1">
              <a:lnSpc>
                <a:spcPct val="100000"/>
              </a:lnSpc>
              <a:spcBef>
                <a:spcPct val="0"/>
              </a:spcBef>
              <a:spcAft>
                <a:spcPct val="0"/>
              </a:spcAft>
            </a:pPr>
            <a:endParaRPr lang="en-US" sz="1351" b="0" i="0" baseline="0">
              <a:solidFill>
                <a:schemeClr val="bg1"/>
              </a:solidFill>
              <a:latin typeface="Montserrat" panose="00000800000000000000" pitchFamily="2" charset="0"/>
              <a:ea typeface="+mn-ea"/>
              <a:cs typeface="+mj-cs"/>
              <a:sym typeface="Montserrat" panose="00000800000000000000" pitchFamily="2" charset="0"/>
            </a:endParaRPr>
          </a:p>
        </p:txBody>
      </p:sp>
      <p:sp>
        <p:nvSpPr>
          <p:cNvPr id="10" name="Title 1">
            <a:extLst>
              <a:ext uri="{FF2B5EF4-FFF2-40B4-BE49-F238E27FC236}">
                <a16:creationId xmlns:a16="http://schemas.microsoft.com/office/drawing/2014/main" id="{EBD07FE2-E1A0-4212-913A-06829AEFAE38}"/>
              </a:ext>
            </a:extLst>
          </p:cNvPr>
          <p:cNvSpPr>
            <a:spLocks noGrp="1"/>
          </p:cNvSpPr>
          <p:nvPr>
            <p:ph type="title"/>
          </p:nvPr>
        </p:nvSpPr>
        <p:spPr>
          <a:xfrm>
            <a:off x="114303" y="49023"/>
            <a:ext cx="11907012" cy="640080"/>
          </a:xfrm>
        </p:spPr>
        <p:txBody>
          <a:bodyPr/>
          <a:lstStyle/>
          <a:p>
            <a:r>
              <a:rPr lang="en-US"/>
              <a:t>Click to edit Master title style</a:t>
            </a:r>
          </a:p>
        </p:txBody>
      </p:sp>
    </p:spTree>
    <p:extLst>
      <p:ext uri="{BB962C8B-B14F-4D97-AF65-F5344CB8AC3E}">
        <p14:creationId xmlns:p14="http://schemas.microsoft.com/office/powerpoint/2010/main" val="3192556329"/>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1D367-663E-4CCE-9F71-DDB93BACD218}"/>
              </a:ext>
            </a:extLst>
          </p:cNvPr>
          <p:cNvSpPr>
            <a:spLocks noGrp="1"/>
          </p:cNvSpPr>
          <p:nvPr>
            <p:ph type="title" hasCustomPrompt="1"/>
          </p:nvPr>
        </p:nvSpPr>
        <p:spPr>
          <a:xfrm>
            <a:off x="4023360" y="1729247"/>
            <a:ext cx="7504917" cy="1452792"/>
          </a:xfrm>
        </p:spPr>
        <p:txBody>
          <a:bodyPr/>
          <a:lstStyle>
            <a:lvl1pPr>
              <a:defRPr sz="2400" b="1">
                <a:solidFill>
                  <a:schemeClr val="tx2"/>
                </a:solidFill>
                <a:latin typeface="Galano Grotesque ExtraBold" panose="00000900000000000000" pitchFamily="50" charset="0"/>
              </a:defRPr>
            </a:lvl1pPr>
          </a:lstStyle>
          <a:p>
            <a:r>
              <a:rPr lang="en-US"/>
              <a:t>Header goes here, can be up to two lines.</a:t>
            </a:r>
          </a:p>
        </p:txBody>
      </p:sp>
      <p:sp>
        <p:nvSpPr>
          <p:cNvPr id="3" name="Slide Number Placeholder 2">
            <a:extLst>
              <a:ext uri="{FF2B5EF4-FFF2-40B4-BE49-F238E27FC236}">
                <a16:creationId xmlns:a16="http://schemas.microsoft.com/office/drawing/2014/main" id="{95118CF4-C06A-46FD-8A47-4ADA9D152CB9}"/>
              </a:ext>
            </a:extLst>
          </p:cNvPr>
          <p:cNvSpPr>
            <a:spLocks noGrp="1"/>
          </p:cNvSpPr>
          <p:nvPr>
            <p:ph type="sldNum" sz="quarter" idx="10"/>
          </p:nvPr>
        </p:nvSpPr>
        <p:spPr/>
        <p:txBody>
          <a:bodyPr/>
          <a:lstStyle/>
          <a:p>
            <a:fld id="{43810C2F-5A3B-334F-B32E-597B62ACB14E}" type="slidenum">
              <a:rPr lang="en-US" smtClean="0"/>
              <a:pPr/>
              <a:t>‹#›</a:t>
            </a:fld>
            <a:endParaRPr lang="en-US"/>
          </a:p>
        </p:txBody>
      </p:sp>
      <p:sp>
        <p:nvSpPr>
          <p:cNvPr id="5" name="Rectangle 4">
            <a:extLst>
              <a:ext uri="{FF2B5EF4-FFF2-40B4-BE49-F238E27FC236}">
                <a16:creationId xmlns:a16="http://schemas.microsoft.com/office/drawing/2014/main" id="{2EA7675E-4B05-4EDA-A7EC-CA313C1B23F1}"/>
              </a:ext>
            </a:extLst>
          </p:cNvPr>
          <p:cNvSpPr/>
          <p:nvPr userDrawn="1"/>
        </p:nvSpPr>
        <p:spPr>
          <a:xfrm>
            <a:off x="249383" y="6242860"/>
            <a:ext cx="2196637" cy="4786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a:latin typeface="Galano Grotesque" pitchFamily="2" charset="77"/>
            </a:endParaRPr>
          </a:p>
        </p:txBody>
      </p:sp>
      <p:sp>
        <p:nvSpPr>
          <p:cNvPr id="10" name="Text Placeholder 9">
            <a:extLst>
              <a:ext uri="{FF2B5EF4-FFF2-40B4-BE49-F238E27FC236}">
                <a16:creationId xmlns:a16="http://schemas.microsoft.com/office/drawing/2014/main" id="{C86D46D9-82FE-4F5E-8C81-164A05CFAD71}"/>
              </a:ext>
            </a:extLst>
          </p:cNvPr>
          <p:cNvSpPr>
            <a:spLocks noGrp="1"/>
          </p:cNvSpPr>
          <p:nvPr>
            <p:ph type="body" sz="quarter" idx="13" hasCustomPrompt="1"/>
          </p:nvPr>
        </p:nvSpPr>
        <p:spPr>
          <a:xfrm>
            <a:off x="4022726" y="3216275"/>
            <a:ext cx="7505700" cy="668338"/>
          </a:xfrm>
          <a:prstGeom prst="rect">
            <a:avLst/>
          </a:prstGeom>
        </p:spPr>
        <p:txBody>
          <a:bodyPr/>
          <a:lstStyle>
            <a:lvl1pPr>
              <a:defRPr lang="en-US" sz="1800" b="0" i="0" kern="1200" dirty="0">
                <a:solidFill>
                  <a:schemeClr val="tx2"/>
                </a:solidFill>
                <a:latin typeface="Galano Grotesque" pitchFamily="2" charset="77"/>
                <a:ea typeface="+mn-ea"/>
                <a:cs typeface="+mn-cs"/>
              </a:defRPr>
            </a:lvl1pPr>
            <a:lvl2pPr>
              <a:defRPr sz="2400"/>
            </a:lvl2pPr>
            <a:lvl3pPr>
              <a:defRPr sz="2400"/>
            </a:lvl3pPr>
            <a:lvl4pPr>
              <a:defRPr sz="2400"/>
            </a:lvl4pPr>
            <a:lvl5pPr>
              <a:defRPr sz="2400"/>
            </a:lvl5pPr>
          </a:lstStyle>
          <a:p>
            <a:pPr marL="0" lvl="0" indent="0" algn="l" defTabSz="914377" rtl="0" eaLnBrk="1" latinLnBrk="0" hangingPunct="1">
              <a:lnSpc>
                <a:spcPct val="90000"/>
              </a:lnSpc>
              <a:spcBef>
                <a:spcPts val="1000"/>
              </a:spcBef>
              <a:buFont typeface="Arial" panose="020B0604020202020204" pitchFamily="34" charset="0"/>
              <a:buNone/>
            </a:pPr>
            <a:r>
              <a:rPr lang="en-US"/>
              <a:t>Sub heading here.</a:t>
            </a:r>
          </a:p>
        </p:txBody>
      </p:sp>
      <p:pic>
        <p:nvPicPr>
          <p:cNvPr id="9" name="Picture 8" descr="Icon&#10;&#10;Description automatically generated">
            <a:extLst>
              <a:ext uri="{FF2B5EF4-FFF2-40B4-BE49-F238E27FC236}">
                <a16:creationId xmlns:a16="http://schemas.microsoft.com/office/drawing/2014/main" id="{F447E032-B611-9719-83F7-3CE16773C7DF}"/>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11407" b="2162"/>
          <a:stretch/>
        </p:blipFill>
        <p:spPr>
          <a:xfrm>
            <a:off x="0" y="2595155"/>
            <a:ext cx="3925820" cy="4262845"/>
          </a:xfrm>
          <a:prstGeom prst="rect">
            <a:avLst/>
          </a:prstGeom>
        </p:spPr>
      </p:pic>
    </p:spTree>
    <p:extLst>
      <p:ext uri="{BB962C8B-B14F-4D97-AF65-F5344CB8AC3E}">
        <p14:creationId xmlns:p14="http://schemas.microsoft.com/office/powerpoint/2010/main" val="3496428873"/>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EA7675E-4B05-4EDA-A7EC-CA313C1B23F1}"/>
              </a:ext>
            </a:extLst>
          </p:cNvPr>
          <p:cNvSpPr/>
          <p:nvPr userDrawn="1"/>
        </p:nvSpPr>
        <p:spPr>
          <a:xfrm>
            <a:off x="249383" y="6242860"/>
            <a:ext cx="2196637" cy="4786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a:latin typeface="Galano Grotesque" pitchFamily="2" charset="77"/>
            </a:endParaRPr>
          </a:p>
        </p:txBody>
      </p:sp>
      <p:pic>
        <p:nvPicPr>
          <p:cNvPr id="6" name="Picture 5">
            <a:extLst>
              <a:ext uri="{FF2B5EF4-FFF2-40B4-BE49-F238E27FC236}">
                <a16:creationId xmlns:a16="http://schemas.microsoft.com/office/drawing/2014/main" id="{9D509472-FFF9-3AD6-4B02-A4DD80038D60}"/>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39524" t="18735" b="38890"/>
          <a:stretch/>
        </p:blipFill>
        <p:spPr>
          <a:xfrm>
            <a:off x="0" y="0"/>
            <a:ext cx="10111629" cy="6858000"/>
          </a:xfrm>
          <a:prstGeom prst="rect">
            <a:avLst/>
          </a:prstGeom>
        </p:spPr>
      </p:pic>
      <p:sp>
        <p:nvSpPr>
          <p:cNvPr id="7" name="Rectangle 6">
            <a:extLst>
              <a:ext uri="{FF2B5EF4-FFF2-40B4-BE49-F238E27FC236}">
                <a16:creationId xmlns:a16="http://schemas.microsoft.com/office/drawing/2014/main" id="{D3EEE056-4297-6918-8B16-D5B742C60854}"/>
              </a:ext>
            </a:extLst>
          </p:cNvPr>
          <p:cNvSpPr/>
          <p:nvPr userDrawn="1"/>
        </p:nvSpPr>
        <p:spPr>
          <a:xfrm>
            <a:off x="3171463" y="0"/>
            <a:ext cx="9020537" cy="6858000"/>
          </a:xfrm>
          <a:prstGeom prst="rect">
            <a:avLst/>
          </a:prstGeom>
          <a:gradFill>
            <a:gsLst>
              <a:gs pos="99000">
                <a:schemeClr val="bg1">
                  <a:alpha val="0"/>
                </a:schemeClr>
              </a:gs>
              <a:gs pos="71000">
                <a:schemeClr val="bg1"/>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Galano Grotesque" pitchFamily="2" charset="77"/>
            </a:endParaRPr>
          </a:p>
        </p:txBody>
      </p:sp>
      <p:sp>
        <p:nvSpPr>
          <p:cNvPr id="2" name="Title 1">
            <a:extLst>
              <a:ext uri="{FF2B5EF4-FFF2-40B4-BE49-F238E27FC236}">
                <a16:creationId xmlns:a16="http://schemas.microsoft.com/office/drawing/2014/main" id="{05D1D367-663E-4CCE-9F71-DDB93BACD218}"/>
              </a:ext>
            </a:extLst>
          </p:cNvPr>
          <p:cNvSpPr>
            <a:spLocks noGrp="1"/>
          </p:cNvSpPr>
          <p:nvPr>
            <p:ph type="title" hasCustomPrompt="1"/>
          </p:nvPr>
        </p:nvSpPr>
        <p:spPr>
          <a:xfrm>
            <a:off x="4023360" y="1729247"/>
            <a:ext cx="7504917" cy="1452792"/>
          </a:xfrm>
        </p:spPr>
        <p:txBody>
          <a:bodyPr/>
          <a:lstStyle>
            <a:lvl1pPr>
              <a:defRPr sz="2400" b="1">
                <a:solidFill>
                  <a:schemeClr val="tx2"/>
                </a:solidFill>
                <a:latin typeface="Galano Grotesque ExtraBold" panose="00000900000000000000" pitchFamily="50" charset="0"/>
              </a:defRPr>
            </a:lvl1pPr>
          </a:lstStyle>
          <a:p>
            <a:r>
              <a:rPr lang="en-US"/>
              <a:t>Header goes here, can be up to two lines.</a:t>
            </a:r>
          </a:p>
        </p:txBody>
      </p:sp>
      <p:sp>
        <p:nvSpPr>
          <p:cNvPr id="3" name="Slide Number Placeholder 2">
            <a:extLst>
              <a:ext uri="{FF2B5EF4-FFF2-40B4-BE49-F238E27FC236}">
                <a16:creationId xmlns:a16="http://schemas.microsoft.com/office/drawing/2014/main" id="{95118CF4-C06A-46FD-8A47-4ADA9D152CB9}"/>
              </a:ext>
            </a:extLst>
          </p:cNvPr>
          <p:cNvSpPr>
            <a:spLocks noGrp="1"/>
          </p:cNvSpPr>
          <p:nvPr>
            <p:ph type="sldNum" sz="quarter" idx="10"/>
          </p:nvPr>
        </p:nvSpPr>
        <p:spPr/>
        <p:txBody>
          <a:bodyPr/>
          <a:lstStyle/>
          <a:p>
            <a:fld id="{43810C2F-5A3B-334F-B32E-597B62ACB14E}" type="slidenum">
              <a:rPr lang="en-US" smtClean="0"/>
              <a:pPr/>
              <a:t>‹#›</a:t>
            </a:fld>
            <a:endParaRPr lang="en-US"/>
          </a:p>
        </p:txBody>
      </p:sp>
      <p:sp>
        <p:nvSpPr>
          <p:cNvPr id="10" name="Text Placeholder 9">
            <a:extLst>
              <a:ext uri="{FF2B5EF4-FFF2-40B4-BE49-F238E27FC236}">
                <a16:creationId xmlns:a16="http://schemas.microsoft.com/office/drawing/2014/main" id="{C86D46D9-82FE-4F5E-8C81-164A05CFAD71}"/>
              </a:ext>
            </a:extLst>
          </p:cNvPr>
          <p:cNvSpPr>
            <a:spLocks noGrp="1"/>
          </p:cNvSpPr>
          <p:nvPr>
            <p:ph type="body" sz="quarter" idx="13" hasCustomPrompt="1"/>
          </p:nvPr>
        </p:nvSpPr>
        <p:spPr>
          <a:xfrm>
            <a:off x="4022726" y="3216275"/>
            <a:ext cx="7505700" cy="668338"/>
          </a:xfrm>
          <a:prstGeom prst="rect">
            <a:avLst/>
          </a:prstGeom>
        </p:spPr>
        <p:txBody>
          <a:bodyPr/>
          <a:lstStyle>
            <a:lvl1pPr>
              <a:defRPr lang="en-US" sz="1800" b="0" i="0" kern="1200" dirty="0">
                <a:solidFill>
                  <a:schemeClr val="tx2"/>
                </a:solidFill>
                <a:latin typeface="Galano Grotesque" pitchFamily="2" charset="77"/>
                <a:ea typeface="+mn-ea"/>
                <a:cs typeface="+mn-cs"/>
              </a:defRPr>
            </a:lvl1pPr>
            <a:lvl2pPr>
              <a:defRPr sz="2400"/>
            </a:lvl2pPr>
            <a:lvl3pPr>
              <a:defRPr sz="2400"/>
            </a:lvl3pPr>
            <a:lvl4pPr>
              <a:defRPr sz="2400"/>
            </a:lvl4pPr>
            <a:lvl5pPr>
              <a:defRPr sz="2400"/>
            </a:lvl5pPr>
          </a:lstStyle>
          <a:p>
            <a:pPr marL="0" lvl="0" indent="0" algn="l" defTabSz="914377" rtl="0" eaLnBrk="1" latinLnBrk="0" hangingPunct="1">
              <a:lnSpc>
                <a:spcPct val="90000"/>
              </a:lnSpc>
              <a:spcBef>
                <a:spcPts val="1000"/>
              </a:spcBef>
              <a:buFont typeface="Arial" panose="020B0604020202020204" pitchFamily="34" charset="0"/>
              <a:buNone/>
            </a:pPr>
            <a:r>
              <a:rPr lang="en-US"/>
              <a:t>Sub heading here.</a:t>
            </a:r>
          </a:p>
        </p:txBody>
      </p:sp>
    </p:spTree>
    <p:extLst>
      <p:ext uri="{BB962C8B-B14F-4D97-AF65-F5344CB8AC3E}">
        <p14:creationId xmlns:p14="http://schemas.microsoft.com/office/powerpoint/2010/main" val="2982298237"/>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1D367-663E-4CCE-9F71-DDB93BACD218}"/>
              </a:ext>
            </a:extLst>
          </p:cNvPr>
          <p:cNvSpPr>
            <a:spLocks noGrp="1"/>
          </p:cNvSpPr>
          <p:nvPr>
            <p:ph type="title" hasCustomPrompt="1"/>
          </p:nvPr>
        </p:nvSpPr>
        <p:spPr>
          <a:xfrm>
            <a:off x="4023360" y="1729247"/>
            <a:ext cx="7504917" cy="1452792"/>
          </a:xfrm>
        </p:spPr>
        <p:txBody>
          <a:bodyPr/>
          <a:lstStyle>
            <a:lvl1pPr>
              <a:defRPr sz="2400" b="1">
                <a:solidFill>
                  <a:schemeClr val="tx2"/>
                </a:solidFill>
                <a:latin typeface="Galano Grotesque ExtraBold" panose="00000900000000000000" pitchFamily="50" charset="0"/>
              </a:defRPr>
            </a:lvl1pPr>
          </a:lstStyle>
          <a:p>
            <a:r>
              <a:rPr lang="en-US"/>
              <a:t>Header goes here, can be up to two lines.</a:t>
            </a:r>
          </a:p>
        </p:txBody>
      </p:sp>
      <p:sp>
        <p:nvSpPr>
          <p:cNvPr id="3" name="Slide Number Placeholder 2">
            <a:extLst>
              <a:ext uri="{FF2B5EF4-FFF2-40B4-BE49-F238E27FC236}">
                <a16:creationId xmlns:a16="http://schemas.microsoft.com/office/drawing/2014/main" id="{95118CF4-C06A-46FD-8A47-4ADA9D152CB9}"/>
              </a:ext>
            </a:extLst>
          </p:cNvPr>
          <p:cNvSpPr>
            <a:spLocks noGrp="1"/>
          </p:cNvSpPr>
          <p:nvPr>
            <p:ph type="sldNum" sz="quarter" idx="10"/>
          </p:nvPr>
        </p:nvSpPr>
        <p:spPr/>
        <p:txBody>
          <a:bodyPr/>
          <a:lstStyle/>
          <a:p>
            <a:fld id="{43810C2F-5A3B-334F-B32E-597B62ACB14E}" type="slidenum">
              <a:rPr lang="en-US" smtClean="0"/>
              <a:pPr/>
              <a:t>‹#›</a:t>
            </a:fld>
            <a:endParaRPr lang="en-US"/>
          </a:p>
        </p:txBody>
      </p:sp>
      <p:sp>
        <p:nvSpPr>
          <p:cNvPr id="5" name="Rectangle 4">
            <a:extLst>
              <a:ext uri="{FF2B5EF4-FFF2-40B4-BE49-F238E27FC236}">
                <a16:creationId xmlns:a16="http://schemas.microsoft.com/office/drawing/2014/main" id="{2EA7675E-4B05-4EDA-A7EC-CA313C1B23F1}"/>
              </a:ext>
            </a:extLst>
          </p:cNvPr>
          <p:cNvSpPr/>
          <p:nvPr userDrawn="1"/>
        </p:nvSpPr>
        <p:spPr>
          <a:xfrm>
            <a:off x="249383" y="6242860"/>
            <a:ext cx="2196637" cy="4786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a:latin typeface="Galano Grotesque" pitchFamily="2" charset="77"/>
            </a:endParaRPr>
          </a:p>
        </p:txBody>
      </p:sp>
      <p:sp>
        <p:nvSpPr>
          <p:cNvPr id="10" name="Text Placeholder 9">
            <a:extLst>
              <a:ext uri="{FF2B5EF4-FFF2-40B4-BE49-F238E27FC236}">
                <a16:creationId xmlns:a16="http://schemas.microsoft.com/office/drawing/2014/main" id="{C86D46D9-82FE-4F5E-8C81-164A05CFAD71}"/>
              </a:ext>
            </a:extLst>
          </p:cNvPr>
          <p:cNvSpPr>
            <a:spLocks noGrp="1"/>
          </p:cNvSpPr>
          <p:nvPr>
            <p:ph type="body" sz="quarter" idx="13" hasCustomPrompt="1"/>
          </p:nvPr>
        </p:nvSpPr>
        <p:spPr>
          <a:xfrm>
            <a:off x="4022726" y="3216275"/>
            <a:ext cx="7505700" cy="668338"/>
          </a:xfrm>
          <a:prstGeom prst="rect">
            <a:avLst/>
          </a:prstGeom>
        </p:spPr>
        <p:txBody>
          <a:bodyPr/>
          <a:lstStyle>
            <a:lvl1pPr>
              <a:defRPr lang="en-US" sz="1800" b="0" i="0" kern="1200" dirty="0">
                <a:solidFill>
                  <a:schemeClr val="tx2"/>
                </a:solidFill>
                <a:latin typeface="Galano Grotesque" pitchFamily="2" charset="77"/>
                <a:ea typeface="+mn-ea"/>
                <a:cs typeface="+mn-cs"/>
              </a:defRPr>
            </a:lvl1pPr>
            <a:lvl2pPr>
              <a:defRPr sz="2400"/>
            </a:lvl2pPr>
            <a:lvl3pPr>
              <a:defRPr sz="2400"/>
            </a:lvl3pPr>
            <a:lvl4pPr>
              <a:defRPr sz="2400"/>
            </a:lvl4pPr>
            <a:lvl5pPr>
              <a:defRPr sz="2400"/>
            </a:lvl5pPr>
          </a:lstStyle>
          <a:p>
            <a:pPr marL="0" lvl="0" indent="0" algn="l" defTabSz="914377" rtl="0" eaLnBrk="1" latinLnBrk="0" hangingPunct="1">
              <a:lnSpc>
                <a:spcPct val="90000"/>
              </a:lnSpc>
              <a:spcBef>
                <a:spcPts val="1000"/>
              </a:spcBef>
              <a:buFont typeface="Arial" panose="020B0604020202020204" pitchFamily="34" charset="0"/>
              <a:buNone/>
            </a:pPr>
            <a:r>
              <a:rPr lang="en-US"/>
              <a:t>Sub heading here.</a:t>
            </a:r>
          </a:p>
        </p:txBody>
      </p:sp>
      <p:pic>
        <p:nvPicPr>
          <p:cNvPr id="4" name="Picture 3" descr="A purple and blue doted letter&#10;&#10;Description automatically generated">
            <a:extLst>
              <a:ext uri="{FF2B5EF4-FFF2-40B4-BE49-F238E27FC236}">
                <a16:creationId xmlns:a16="http://schemas.microsoft.com/office/drawing/2014/main" id="{AFA61CE2-E818-6068-343A-8B6AE551E342}"/>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9842"/>
          <a:stretch/>
        </p:blipFill>
        <p:spPr>
          <a:xfrm>
            <a:off x="0" y="2584803"/>
            <a:ext cx="3934116" cy="4297050"/>
          </a:xfrm>
          <a:prstGeom prst="rect">
            <a:avLst/>
          </a:prstGeom>
        </p:spPr>
      </p:pic>
    </p:spTree>
    <p:extLst>
      <p:ext uri="{BB962C8B-B14F-4D97-AF65-F5344CB8AC3E}">
        <p14:creationId xmlns:p14="http://schemas.microsoft.com/office/powerpoint/2010/main" val="2376570365"/>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1D367-663E-4CCE-9F71-DDB93BACD218}"/>
              </a:ext>
            </a:extLst>
          </p:cNvPr>
          <p:cNvSpPr>
            <a:spLocks noGrp="1"/>
          </p:cNvSpPr>
          <p:nvPr>
            <p:ph type="title" hasCustomPrompt="1"/>
          </p:nvPr>
        </p:nvSpPr>
        <p:spPr>
          <a:xfrm>
            <a:off x="4023360" y="1729247"/>
            <a:ext cx="7504917" cy="1452792"/>
          </a:xfrm>
        </p:spPr>
        <p:txBody>
          <a:bodyPr/>
          <a:lstStyle>
            <a:lvl1pPr>
              <a:defRPr sz="2400" b="1">
                <a:solidFill>
                  <a:schemeClr val="tx2"/>
                </a:solidFill>
                <a:latin typeface="Galano Grotesque ExtraBold" panose="00000900000000000000" pitchFamily="50" charset="0"/>
              </a:defRPr>
            </a:lvl1pPr>
          </a:lstStyle>
          <a:p>
            <a:r>
              <a:rPr lang="en-US"/>
              <a:t>Header goes here, can be up to two lines.</a:t>
            </a:r>
          </a:p>
        </p:txBody>
      </p:sp>
      <p:sp>
        <p:nvSpPr>
          <p:cNvPr id="3" name="Slide Number Placeholder 2">
            <a:extLst>
              <a:ext uri="{FF2B5EF4-FFF2-40B4-BE49-F238E27FC236}">
                <a16:creationId xmlns:a16="http://schemas.microsoft.com/office/drawing/2014/main" id="{95118CF4-C06A-46FD-8A47-4ADA9D152CB9}"/>
              </a:ext>
            </a:extLst>
          </p:cNvPr>
          <p:cNvSpPr>
            <a:spLocks noGrp="1"/>
          </p:cNvSpPr>
          <p:nvPr>
            <p:ph type="sldNum" sz="quarter" idx="10"/>
          </p:nvPr>
        </p:nvSpPr>
        <p:spPr/>
        <p:txBody>
          <a:bodyPr/>
          <a:lstStyle/>
          <a:p>
            <a:fld id="{43810C2F-5A3B-334F-B32E-597B62ACB14E}" type="slidenum">
              <a:rPr lang="en-US" smtClean="0"/>
              <a:pPr/>
              <a:t>‹#›</a:t>
            </a:fld>
            <a:endParaRPr lang="en-US"/>
          </a:p>
        </p:txBody>
      </p:sp>
      <p:sp>
        <p:nvSpPr>
          <p:cNvPr id="5" name="Rectangle 4">
            <a:extLst>
              <a:ext uri="{FF2B5EF4-FFF2-40B4-BE49-F238E27FC236}">
                <a16:creationId xmlns:a16="http://schemas.microsoft.com/office/drawing/2014/main" id="{2EA7675E-4B05-4EDA-A7EC-CA313C1B23F1}"/>
              </a:ext>
            </a:extLst>
          </p:cNvPr>
          <p:cNvSpPr/>
          <p:nvPr userDrawn="1"/>
        </p:nvSpPr>
        <p:spPr>
          <a:xfrm>
            <a:off x="249383" y="6242860"/>
            <a:ext cx="2196637" cy="4786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a:latin typeface="Galano Grotesque" pitchFamily="2" charset="77"/>
            </a:endParaRPr>
          </a:p>
        </p:txBody>
      </p:sp>
      <p:sp>
        <p:nvSpPr>
          <p:cNvPr id="10" name="Text Placeholder 9">
            <a:extLst>
              <a:ext uri="{FF2B5EF4-FFF2-40B4-BE49-F238E27FC236}">
                <a16:creationId xmlns:a16="http://schemas.microsoft.com/office/drawing/2014/main" id="{C86D46D9-82FE-4F5E-8C81-164A05CFAD71}"/>
              </a:ext>
            </a:extLst>
          </p:cNvPr>
          <p:cNvSpPr>
            <a:spLocks noGrp="1"/>
          </p:cNvSpPr>
          <p:nvPr>
            <p:ph type="body" sz="quarter" idx="13" hasCustomPrompt="1"/>
          </p:nvPr>
        </p:nvSpPr>
        <p:spPr>
          <a:xfrm>
            <a:off x="4022726" y="3216275"/>
            <a:ext cx="7505700" cy="668338"/>
          </a:xfrm>
          <a:prstGeom prst="rect">
            <a:avLst/>
          </a:prstGeom>
        </p:spPr>
        <p:txBody>
          <a:bodyPr/>
          <a:lstStyle>
            <a:lvl1pPr>
              <a:defRPr lang="en-US" sz="1800" b="0" i="0" kern="1200" dirty="0">
                <a:solidFill>
                  <a:schemeClr val="tx2"/>
                </a:solidFill>
                <a:latin typeface="Galano Grotesque" pitchFamily="2" charset="77"/>
                <a:ea typeface="+mn-ea"/>
                <a:cs typeface="+mn-cs"/>
              </a:defRPr>
            </a:lvl1pPr>
            <a:lvl2pPr>
              <a:defRPr sz="2400"/>
            </a:lvl2pPr>
            <a:lvl3pPr>
              <a:defRPr sz="2400"/>
            </a:lvl3pPr>
            <a:lvl4pPr>
              <a:defRPr sz="2400"/>
            </a:lvl4pPr>
            <a:lvl5pPr>
              <a:defRPr sz="2400"/>
            </a:lvl5pPr>
          </a:lstStyle>
          <a:p>
            <a:pPr marL="0" lvl="0" indent="0" algn="l" defTabSz="914377" rtl="0" eaLnBrk="1" latinLnBrk="0" hangingPunct="1">
              <a:lnSpc>
                <a:spcPct val="90000"/>
              </a:lnSpc>
              <a:spcBef>
                <a:spcPts val="1000"/>
              </a:spcBef>
              <a:buFont typeface="Arial" panose="020B0604020202020204" pitchFamily="34" charset="0"/>
              <a:buNone/>
            </a:pPr>
            <a:r>
              <a:rPr lang="en-US"/>
              <a:t>Sub heading here.</a:t>
            </a:r>
          </a:p>
        </p:txBody>
      </p:sp>
      <p:pic>
        <p:nvPicPr>
          <p:cNvPr id="6" name="Picture 5" descr="A purple and black letter&#10;&#10;Description automatically generated">
            <a:extLst>
              <a:ext uri="{FF2B5EF4-FFF2-40B4-BE49-F238E27FC236}">
                <a16:creationId xmlns:a16="http://schemas.microsoft.com/office/drawing/2014/main" id="{04196917-D258-8F85-9366-E961FE39BEFB}"/>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9721"/>
          <a:stretch/>
        </p:blipFill>
        <p:spPr>
          <a:xfrm>
            <a:off x="0" y="2584801"/>
            <a:ext cx="3939416" cy="4297051"/>
          </a:xfrm>
          <a:prstGeom prst="rect">
            <a:avLst/>
          </a:prstGeom>
        </p:spPr>
      </p:pic>
    </p:spTree>
    <p:extLst>
      <p:ext uri="{BB962C8B-B14F-4D97-AF65-F5344CB8AC3E}">
        <p14:creationId xmlns:p14="http://schemas.microsoft.com/office/powerpoint/2010/main" val="3242258147"/>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1D367-663E-4CCE-9F71-DDB93BACD218}"/>
              </a:ext>
            </a:extLst>
          </p:cNvPr>
          <p:cNvSpPr>
            <a:spLocks noGrp="1"/>
          </p:cNvSpPr>
          <p:nvPr>
            <p:ph type="title" hasCustomPrompt="1"/>
          </p:nvPr>
        </p:nvSpPr>
        <p:spPr>
          <a:xfrm>
            <a:off x="4023360" y="1729247"/>
            <a:ext cx="7504917" cy="1452792"/>
          </a:xfrm>
        </p:spPr>
        <p:txBody>
          <a:bodyPr/>
          <a:lstStyle>
            <a:lvl1pPr>
              <a:defRPr sz="2400" b="1">
                <a:solidFill>
                  <a:schemeClr val="tx2"/>
                </a:solidFill>
                <a:latin typeface="Galano Grotesque ExtraBold" panose="00000900000000000000" pitchFamily="50" charset="0"/>
              </a:defRPr>
            </a:lvl1pPr>
          </a:lstStyle>
          <a:p>
            <a:r>
              <a:rPr lang="en-US"/>
              <a:t>Header goes here, can be up to two lines.</a:t>
            </a:r>
          </a:p>
        </p:txBody>
      </p:sp>
      <p:sp>
        <p:nvSpPr>
          <p:cNvPr id="3" name="Slide Number Placeholder 2">
            <a:extLst>
              <a:ext uri="{FF2B5EF4-FFF2-40B4-BE49-F238E27FC236}">
                <a16:creationId xmlns:a16="http://schemas.microsoft.com/office/drawing/2014/main" id="{95118CF4-C06A-46FD-8A47-4ADA9D152CB9}"/>
              </a:ext>
            </a:extLst>
          </p:cNvPr>
          <p:cNvSpPr>
            <a:spLocks noGrp="1"/>
          </p:cNvSpPr>
          <p:nvPr>
            <p:ph type="sldNum" sz="quarter" idx="10"/>
          </p:nvPr>
        </p:nvSpPr>
        <p:spPr/>
        <p:txBody>
          <a:bodyPr/>
          <a:lstStyle/>
          <a:p>
            <a:fld id="{43810C2F-5A3B-334F-B32E-597B62ACB14E}" type="slidenum">
              <a:rPr lang="en-US" smtClean="0"/>
              <a:pPr/>
              <a:t>‹#›</a:t>
            </a:fld>
            <a:endParaRPr lang="en-US"/>
          </a:p>
        </p:txBody>
      </p:sp>
      <p:sp>
        <p:nvSpPr>
          <p:cNvPr id="5" name="Rectangle 4">
            <a:extLst>
              <a:ext uri="{FF2B5EF4-FFF2-40B4-BE49-F238E27FC236}">
                <a16:creationId xmlns:a16="http://schemas.microsoft.com/office/drawing/2014/main" id="{2EA7675E-4B05-4EDA-A7EC-CA313C1B23F1}"/>
              </a:ext>
            </a:extLst>
          </p:cNvPr>
          <p:cNvSpPr/>
          <p:nvPr userDrawn="1"/>
        </p:nvSpPr>
        <p:spPr>
          <a:xfrm>
            <a:off x="249383" y="6242860"/>
            <a:ext cx="2196637" cy="4786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a:latin typeface="Galano Grotesque" pitchFamily="2" charset="77"/>
            </a:endParaRPr>
          </a:p>
        </p:txBody>
      </p:sp>
      <p:sp>
        <p:nvSpPr>
          <p:cNvPr id="10" name="Text Placeholder 9">
            <a:extLst>
              <a:ext uri="{FF2B5EF4-FFF2-40B4-BE49-F238E27FC236}">
                <a16:creationId xmlns:a16="http://schemas.microsoft.com/office/drawing/2014/main" id="{C86D46D9-82FE-4F5E-8C81-164A05CFAD71}"/>
              </a:ext>
            </a:extLst>
          </p:cNvPr>
          <p:cNvSpPr>
            <a:spLocks noGrp="1"/>
          </p:cNvSpPr>
          <p:nvPr>
            <p:ph type="body" sz="quarter" idx="13" hasCustomPrompt="1"/>
          </p:nvPr>
        </p:nvSpPr>
        <p:spPr>
          <a:xfrm>
            <a:off x="4022726" y="3216275"/>
            <a:ext cx="7505700" cy="668338"/>
          </a:xfrm>
          <a:prstGeom prst="rect">
            <a:avLst/>
          </a:prstGeom>
        </p:spPr>
        <p:txBody>
          <a:bodyPr/>
          <a:lstStyle>
            <a:lvl1pPr>
              <a:defRPr lang="en-US" sz="1800" b="0" i="0" kern="1200" dirty="0">
                <a:solidFill>
                  <a:schemeClr val="tx2"/>
                </a:solidFill>
                <a:latin typeface="Galano Grotesque" pitchFamily="2" charset="77"/>
                <a:ea typeface="+mn-ea"/>
                <a:cs typeface="+mn-cs"/>
              </a:defRPr>
            </a:lvl1pPr>
            <a:lvl2pPr>
              <a:defRPr sz="2400"/>
            </a:lvl2pPr>
            <a:lvl3pPr>
              <a:defRPr sz="2400"/>
            </a:lvl3pPr>
            <a:lvl4pPr>
              <a:defRPr sz="2400"/>
            </a:lvl4pPr>
            <a:lvl5pPr>
              <a:defRPr sz="2400"/>
            </a:lvl5pPr>
          </a:lstStyle>
          <a:p>
            <a:pPr marL="0" lvl="0" indent="0" algn="l" defTabSz="914377" rtl="0" eaLnBrk="1" latinLnBrk="0" hangingPunct="1">
              <a:lnSpc>
                <a:spcPct val="90000"/>
              </a:lnSpc>
              <a:spcBef>
                <a:spcPts val="1000"/>
              </a:spcBef>
              <a:buFont typeface="Arial" panose="020B0604020202020204" pitchFamily="34" charset="0"/>
              <a:buNone/>
            </a:pPr>
            <a:r>
              <a:rPr lang="en-US"/>
              <a:t>Sub heading here.</a:t>
            </a:r>
          </a:p>
        </p:txBody>
      </p:sp>
      <p:pic>
        <p:nvPicPr>
          <p:cNvPr id="4" name="Picture 3" descr="A purple and pink dot pattern&#10;&#10;Description automatically generated">
            <a:extLst>
              <a:ext uri="{FF2B5EF4-FFF2-40B4-BE49-F238E27FC236}">
                <a16:creationId xmlns:a16="http://schemas.microsoft.com/office/drawing/2014/main" id="{F1A4B45C-EB94-E7F1-A090-F8B59ACED13A}"/>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9721"/>
          <a:stretch/>
        </p:blipFill>
        <p:spPr>
          <a:xfrm>
            <a:off x="0" y="2584801"/>
            <a:ext cx="3939416" cy="4297051"/>
          </a:xfrm>
          <a:prstGeom prst="rect">
            <a:avLst/>
          </a:prstGeom>
        </p:spPr>
      </p:pic>
    </p:spTree>
    <p:extLst>
      <p:ext uri="{BB962C8B-B14F-4D97-AF65-F5344CB8AC3E}">
        <p14:creationId xmlns:p14="http://schemas.microsoft.com/office/powerpoint/2010/main" val="2978992192"/>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1D367-663E-4CCE-9F71-DDB93BACD218}"/>
              </a:ext>
            </a:extLst>
          </p:cNvPr>
          <p:cNvSpPr>
            <a:spLocks noGrp="1"/>
          </p:cNvSpPr>
          <p:nvPr>
            <p:ph type="title" hasCustomPrompt="1"/>
          </p:nvPr>
        </p:nvSpPr>
        <p:spPr>
          <a:xfrm>
            <a:off x="3925821" y="1704873"/>
            <a:ext cx="7770880" cy="1452792"/>
          </a:xfrm>
        </p:spPr>
        <p:txBody>
          <a:bodyPr/>
          <a:lstStyle>
            <a:lvl1pPr>
              <a:defRPr sz="2400" b="1">
                <a:solidFill>
                  <a:schemeClr val="tx2"/>
                </a:solidFill>
                <a:latin typeface="Galano Grotesque ExtraBold" panose="00000900000000000000" pitchFamily="50" charset="0"/>
              </a:defRPr>
            </a:lvl1pPr>
          </a:lstStyle>
          <a:p>
            <a:r>
              <a:rPr lang="en-US"/>
              <a:t>Header goes here, can be up to two lines.</a:t>
            </a:r>
          </a:p>
        </p:txBody>
      </p:sp>
      <p:sp>
        <p:nvSpPr>
          <p:cNvPr id="3" name="Slide Number Placeholder 2">
            <a:extLst>
              <a:ext uri="{FF2B5EF4-FFF2-40B4-BE49-F238E27FC236}">
                <a16:creationId xmlns:a16="http://schemas.microsoft.com/office/drawing/2014/main" id="{95118CF4-C06A-46FD-8A47-4ADA9D152CB9}"/>
              </a:ext>
            </a:extLst>
          </p:cNvPr>
          <p:cNvSpPr>
            <a:spLocks noGrp="1"/>
          </p:cNvSpPr>
          <p:nvPr>
            <p:ph type="sldNum" sz="quarter" idx="10"/>
          </p:nvPr>
        </p:nvSpPr>
        <p:spPr/>
        <p:txBody>
          <a:bodyPr/>
          <a:lstStyle/>
          <a:p>
            <a:fld id="{43810C2F-5A3B-334F-B32E-597B62ACB14E}" type="slidenum">
              <a:rPr lang="en-US" smtClean="0"/>
              <a:pPr/>
              <a:t>‹#›</a:t>
            </a:fld>
            <a:endParaRPr lang="en-US"/>
          </a:p>
        </p:txBody>
      </p:sp>
      <p:sp>
        <p:nvSpPr>
          <p:cNvPr id="6" name="Rectangle 5">
            <a:extLst>
              <a:ext uri="{FF2B5EF4-FFF2-40B4-BE49-F238E27FC236}">
                <a16:creationId xmlns:a16="http://schemas.microsoft.com/office/drawing/2014/main" id="{AAB82784-2AE3-4938-9FF1-DCD97773AE59}"/>
              </a:ext>
            </a:extLst>
          </p:cNvPr>
          <p:cNvSpPr/>
          <p:nvPr userDrawn="1"/>
        </p:nvSpPr>
        <p:spPr>
          <a:xfrm>
            <a:off x="224444" y="6284424"/>
            <a:ext cx="2198716" cy="4370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a:latin typeface="Galano Grotesque" pitchFamily="2" charset="77"/>
            </a:endParaRPr>
          </a:p>
        </p:txBody>
      </p:sp>
      <p:pic>
        <p:nvPicPr>
          <p:cNvPr id="8" name="Picture 7" descr="Icon&#10;&#10;Description automatically generated">
            <a:extLst>
              <a:ext uri="{FF2B5EF4-FFF2-40B4-BE49-F238E27FC236}">
                <a16:creationId xmlns:a16="http://schemas.microsoft.com/office/drawing/2014/main" id="{F2F2C7D9-813D-B1AF-2508-C54E6ABBCA19}"/>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11407" b="2162"/>
          <a:stretch/>
        </p:blipFill>
        <p:spPr>
          <a:xfrm>
            <a:off x="0" y="2595155"/>
            <a:ext cx="3925820" cy="4262845"/>
          </a:xfrm>
          <a:prstGeom prst="rect">
            <a:avLst/>
          </a:prstGeom>
        </p:spPr>
      </p:pic>
    </p:spTree>
    <p:extLst>
      <p:ext uri="{BB962C8B-B14F-4D97-AF65-F5344CB8AC3E}">
        <p14:creationId xmlns:p14="http://schemas.microsoft.com/office/powerpoint/2010/main" val="1495391315"/>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B0425EA-64C5-4BE9-EC1D-4293DE3E3C25}"/>
              </a:ext>
            </a:extLst>
          </p:cNvPr>
          <p:cNvSpPr/>
          <p:nvPr userDrawn="1"/>
        </p:nvSpPr>
        <p:spPr>
          <a:xfrm>
            <a:off x="460579" y="6166933"/>
            <a:ext cx="2297051" cy="6910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black background with many colorful letters&#10;&#10;Description automatically generated">
            <a:extLst>
              <a:ext uri="{FF2B5EF4-FFF2-40B4-BE49-F238E27FC236}">
                <a16:creationId xmlns:a16="http://schemas.microsoft.com/office/drawing/2014/main" id="{53FE80DB-8537-DFE3-BBA9-F4313DAC0748}"/>
              </a:ext>
            </a:extLst>
          </p:cNvPr>
          <p:cNvPicPr>
            <a:picLocks noChangeAspect="1"/>
          </p:cNvPicPr>
          <p:nvPr userDrawn="1"/>
        </p:nvPicPr>
        <p:blipFill rotWithShape="1">
          <a:blip r:embed="rId2"/>
          <a:srcRect l="-4363" t="6339" r="33410" b="3382"/>
          <a:stretch/>
        </p:blipFill>
        <p:spPr>
          <a:xfrm>
            <a:off x="4565089" y="0"/>
            <a:ext cx="7641425" cy="6858001"/>
          </a:xfrm>
          <a:prstGeom prst="rect">
            <a:avLst/>
          </a:prstGeom>
        </p:spPr>
      </p:pic>
      <p:sp>
        <p:nvSpPr>
          <p:cNvPr id="6" name="Slide Number Placeholder 2">
            <a:extLst>
              <a:ext uri="{FF2B5EF4-FFF2-40B4-BE49-F238E27FC236}">
                <a16:creationId xmlns:a16="http://schemas.microsoft.com/office/drawing/2014/main" id="{9056898F-95A0-D87E-96B2-E13927DF2DAD}"/>
              </a:ext>
            </a:extLst>
          </p:cNvPr>
          <p:cNvSpPr>
            <a:spLocks noGrp="1"/>
          </p:cNvSpPr>
          <p:nvPr>
            <p:ph type="sldNum" sz="quarter" idx="10"/>
          </p:nvPr>
        </p:nvSpPr>
        <p:spPr>
          <a:xfrm>
            <a:off x="504022" y="6356352"/>
            <a:ext cx="2743200" cy="365125"/>
          </a:xfrm>
        </p:spPr>
        <p:txBody>
          <a:bodyPr/>
          <a:lstStyle>
            <a:lvl1pPr algn="l">
              <a:defRPr/>
            </a:lvl1pPr>
          </a:lstStyle>
          <a:p>
            <a:fld id="{43810C2F-5A3B-334F-B32E-597B62ACB14E}" type="slidenum">
              <a:rPr lang="en-US" smtClean="0"/>
              <a:pPr/>
              <a:t>‹#›</a:t>
            </a:fld>
            <a:endParaRPr lang="en-US"/>
          </a:p>
        </p:txBody>
      </p:sp>
      <p:sp>
        <p:nvSpPr>
          <p:cNvPr id="2" name="Title 1">
            <a:extLst>
              <a:ext uri="{FF2B5EF4-FFF2-40B4-BE49-F238E27FC236}">
                <a16:creationId xmlns:a16="http://schemas.microsoft.com/office/drawing/2014/main" id="{9BEFE8BA-BB68-A486-C7DB-19178E825A60}"/>
              </a:ext>
            </a:extLst>
          </p:cNvPr>
          <p:cNvSpPr>
            <a:spLocks noGrp="1"/>
          </p:cNvSpPr>
          <p:nvPr>
            <p:ph type="title" hasCustomPrompt="1"/>
          </p:nvPr>
        </p:nvSpPr>
        <p:spPr>
          <a:xfrm>
            <a:off x="386669" y="1729247"/>
            <a:ext cx="7504917" cy="1452792"/>
          </a:xfrm>
        </p:spPr>
        <p:txBody>
          <a:bodyPr/>
          <a:lstStyle>
            <a:lvl1pPr>
              <a:defRPr sz="2400" b="1">
                <a:solidFill>
                  <a:schemeClr val="tx2"/>
                </a:solidFill>
                <a:latin typeface="Galano Grotesque ExtraBold" panose="00000900000000000000" pitchFamily="50" charset="0"/>
              </a:defRPr>
            </a:lvl1pPr>
          </a:lstStyle>
          <a:p>
            <a:r>
              <a:rPr lang="en-US"/>
              <a:t>Header goes here, can be up to two lines.</a:t>
            </a:r>
          </a:p>
        </p:txBody>
      </p:sp>
      <p:sp>
        <p:nvSpPr>
          <p:cNvPr id="3" name="Text Placeholder 9">
            <a:extLst>
              <a:ext uri="{FF2B5EF4-FFF2-40B4-BE49-F238E27FC236}">
                <a16:creationId xmlns:a16="http://schemas.microsoft.com/office/drawing/2014/main" id="{5453C25F-F928-6188-A9F3-363A1ADF51FD}"/>
              </a:ext>
            </a:extLst>
          </p:cNvPr>
          <p:cNvSpPr>
            <a:spLocks noGrp="1"/>
          </p:cNvSpPr>
          <p:nvPr>
            <p:ph type="body" sz="quarter" idx="13" hasCustomPrompt="1"/>
          </p:nvPr>
        </p:nvSpPr>
        <p:spPr>
          <a:xfrm>
            <a:off x="386035" y="3216275"/>
            <a:ext cx="7505700" cy="668338"/>
          </a:xfrm>
          <a:prstGeom prst="rect">
            <a:avLst/>
          </a:prstGeom>
        </p:spPr>
        <p:txBody>
          <a:bodyPr/>
          <a:lstStyle>
            <a:lvl1pPr>
              <a:defRPr lang="en-US" sz="1800" b="0" i="0" kern="1200" dirty="0">
                <a:solidFill>
                  <a:schemeClr val="tx2"/>
                </a:solidFill>
                <a:latin typeface="Galano Grotesque" pitchFamily="2" charset="77"/>
                <a:ea typeface="+mn-ea"/>
                <a:cs typeface="+mn-cs"/>
              </a:defRPr>
            </a:lvl1pPr>
            <a:lvl2pPr>
              <a:defRPr sz="2400"/>
            </a:lvl2pPr>
            <a:lvl3pPr>
              <a:defRPr sz="2400"/>
            </a:lvl3pPr>
            <a:lvl4pPr>
              <a:defRPr sz="2400"/>
            </a:lvl4pPr>
            <a:lvl5pPr>
              <a:defRPr sz="2400"/>
            </a:lvl5pPr>
          </a:lstStyle>
          <a:p>
            <a:pPr marL="0" lvl="0" indent="0" algn="l" defTabSz="914377" rtl="0" eaLnBrk="1" latinLnBrk="0" hangingPunct="1">
              <a:lnSpc>
                <a:spcPct val="90000"/>
              </a:lnSpc>
              <a:spcBef>
                <a:spcPts val="1000"/>
              </a:spcBef>
              <a:buFont typeface="Arial" panose="020B0604020202020204" pitchFamily="34" charset="0"/>
              <a:buNone/>
            </a:pPr>
            <a:r>
              <a:rPr lang="en-US"/>
              <a:t>Sub heading here.</a:t>
            </a:r>
          </a:p>
        </p:txBody>
      </p:sp>
    </p:spTree>
    <p:extLst>
      <p:ext uri="{BB962C8B-B14F-4D97-AF65-F5344CB8AC3E}">
        <p14:creationId xmlns:p14="http://schemas.microsoft.com/office/powerpoint/2010/main" val="417427437"/>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20_Custom Layou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27EEF53-0C21-D638-D747-AC79C41A05C9}"/>
              </a:ext>
            </a:extLst>
          </p:cNvPr>
          <p:cNvPicPr>
            <a:picLocks noChangeAspect="1"/>
          </p:cNvPicPr>
          <p:nvPr userDrawn="1"/>
        </p:nvPicPr>
        <p:blipFill rotWithShape="1">
          <a:blip r:embed="rId2"/>
          <a:srcRect l="14026" r="14847"/>
          <a:stretch/>
        </p:blipFill>
        <p:spPr>
          <a:xfrm>
            <a:off x="3510939" y="-104503"/>
            <a:ext cx="8681062" cy="7053871"/>
          </a:xfrm>
          <a:prstGeom prst="rect">
            <a:avLst/>
          </a:prstGeom>
        </p:spPr>
      </p:pic>
      <p:sp>
        <p:nvSpPr>
          <p:cNvPr id="4" name="Title 1">
            <a:extLst>
              <a:ext uri="{FF2B5EF4-FFF2-40B4-BE49-F238E27FC236}">
                <a16:creationId xmlns:a16="http://schemas.microsoft.com/office/drawing/2014/main" id="{3F37070B-98BF-ADBB-3E9C-D3D9E4374922}"/>
              </a:ext>
            </a:extLst>
          </p:cNvPr>
          <p:cNvSpPr>
            <a:spLocks noGrp="1"/>
          </p:cNvSpPr>
          <p:nvPr>
            <p:ph type="title" hasCustomPrompt="1"/>
          </p:nvPr>
        </p:nvSpPr>
        <p:spPr>
          <a:xfrm>
            <a:off x="386669" y="1729247"/>
            <a:ext cx="7504917" cy="1452792"/>
          </a:xfrm>
        </p:spPr>
        <p:txBody>
          <a:bodyPr/>
          <a:lstStyle>
            <a:lvl1pPr>
              <a:defRPr sz="2400" b="1">
                <a:solidFill>
                  <a:schemeClr val="tx2"/>
                </a:solidFill>
                <a:latin typeface="Galano Grotesque ExtraBold" panose="00000900000000000000" pitchFamily="50" charset="0"/>
              </a:defRPr>
            </a:lvl1pPr>
          </a:lstStyle>
          <a:p>
            <a:r>
              <a:rPr lang="en-US"/>
              <a:t>Header goes here, can be up to two lines.</a:t>
            </a:r>
          </a:p>
        </p:txBody>
      </p:sp>
      <p:sp>
        <p:nvSpPr>
          <p:cNvPr id="7" name="Text Placeholder 9">
            <a:extLst>
              <a:ext uri="{FF2B5EF4-FFF2-40B4-BE49-F238E27FC236}">
                <a16:creationId xmlns:a16="http://schemas.microsoft.com/office/drawing/2014/main" id="{C81B0269-0A69-479B-4D57-16846E57EFF2}"/>
              </a:ext>
            </a:extLst>
          </p:cNvPr>
          <p:cNvSpPr>
            <a:spLocks noGrp="1"/>
          </p:cNvSpPr>
          <p:nvPr>
            <p:ph type="body" sz="quarter" idx="13" hasCustomPrompt="1"/>
          </p:nvPr>
        </p:nvSpPr>
        <p:spPr>
          <a:xfrm>
            <a:off x="386035" y="3216275"/>
            <a:ext cx="7505700" cy="668338"/>
          </a:xfrm>
          <a:prstGeom prst="rect">
            <a:avLst/>
          </a:prstGeom>
        </p:spPr>
        <p:txBody>
          <a:bodyPr/>
          <a:lstStyle>
            <a:lvl1pPr>
              <a:defRPr lang="en-US" sz="1800" b="0" i="0" kern="1200" dirty="0">
                <a:solidFill>
                  <a:schemeClr val="tx2"/>
                </a:solidFill>
                <a:latin typeface="Galano Grotesque" pitchFamily="2" charset="77"/>
                <a:ea typeface="+mn-ea"/>
                <a:cs typeface="+mn-cs"/>
              </a:defRPr>
            </a:lvl1pPr>
            <a:lvl2pPr>
              <a:defRPr sz="2400"/>
            </a:lvl2pPr>
            <a:lvl3pPr>
              <a:defRPr sz="2400"/>
            </a:lvl3pPr>
            <a:lvl4pPr>
              <a:defRPr sz="2400"/>
            </a:lvl4pPr>
            <a:lvl5pPr>
              <a:defRPr sz="2400"/>
            </a:lvl5pPr>
          </a:lstStyle>
          <a:p>
            <a:pPr marL="0" lvl="0" indent="0" algn="l" defTabSz="914377" rtl="0" eaLnBrk="1" latinLnBrk="0" hangingPunct="1">
              <a:lnSpc>
                <a:spcPct val="90000"/>
              </a:lnSpc>
              <a:spcBef>
                <a:spcPts val="1000"/>
              </a:spcBef>
              <a:buFont typeface="Arial" panose="020B0604020202020204" pitchFamily="34" charset="0"/>
              <a:buNone/>
            </a:pPr>
            <a:r>
              <a:rPr lang="en-US"/>
              <a:t>Sub heading here.</a:t>
            </a:r>
          </a:p>
        </p:txBody>
      </p:sp>
    </p:spTree>
    <p:extLst>
      <p:ext uri="{BB962C8B-B14F-4D97-AF65-F5344CB8AC3E}">
        <p14:creationId xmlns:p14="http://schemas.microsoft.com/office/powerpoint/2010/main" val="3261793768"/>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21_Custom Layou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27EEF53-0C21-D638-D747-AC79C41A05C9}"/>
              </a:ext>
            </a:extLst>
          </p:cNvPr>
          <p:cNvPicPr>
            <a:picLocks noChangeAspect="1"/>
          </p:cNvPicPr>
          <p:nvPr userDrawn="1"/>
        </p:nvPicPr>
        <p:blipFill rotWithShape="1">
          <a:blip r:embed="rId2"/>
          <a:srcRect l="14436" r="14971"/>
          <a:stretch/>
        </p:blipFill>
        <p:spPr>
          <a:xfrm>
            <a:off x="3576254" y="-104503"/>
            <a:ext cx="8615746" cy="7053871"/>
          </a:xfrm>
          <a:prstGeom prst="rect">
            <a:avLst/>
          </a:prstGeom>
        </p:spPr>
      </p:pic>
      <p:sp>
        <p:nvSpPr>
          <p:cNvPr id="2" name="Title 1">
            <a:extLst>
              <a:ext uri="{FF2B5EF4-FFF2-40B4-BE49-F238E27FC236}">
                <a16:creationId xmlns:a16="http://schemas.microsoft.com/office/drawing/2014/main" id="{22E3C55D-4DAB-A91C-8B7F-6307D19F9D01}"/>
              </a:ext>
            </a:extLst>
          </p:cNvPr>
          <p:cNvSpPr>
            <a:spLocks noGrp="1"/>
          </p:cNvSpPr>
          <p:nvPr>
            <p:ph type="title" hasCustomPrompt="1"/>
          </p:nvPr>
        </p:nvSpPr>
        <p:spPr>
          <a:xfrm>
            <a:off x="386669" y="1729247"/>
            <a:ext cx="7504917" cy="1452792"/>
          </a:xfrm>
        </p:spPr>
        <p:txBody>
          <a:bodyPr/>
          <a:lstStyle>
            <a:lvl1pPr>
              <a:defRPr sz="2400" b="1">
                <a:solidFill>
                  <a:schemeClr val="tx2"/>
                </a:solidFill>
                <a:latin typeface="Galano Grotesque ExtraBold" panose="00000900000000000000" pitchFamily="50" charset="0"/>
              </a:defRPr>
            </a:lvl1pPr>
          </a:lstStyle>
          <a:p>
            <a:r>
              <a:rPr lang="en-US"/>
              <a:t>Header goes here, can be up to two lines.</a:t>
            </a:r>
          </a:p>
        </p:txBody>
      </p:sp>
      <p:sp>
        <p:nvSpPr>
          <p:cNvPr id="3" name="Text Placeholder 9">
            <a:extLst>
              <a:ext uri="{FF2B5EF4-FFF2-40B4-BE49-F238E27FC236}">
                <a16:creationId xmlns:a16="http://schemas.microsoft.com/office/drawing/2014/main" id="{DA0C21BC-D472-8C83-B547-BBEFA22CC053}"/>
              </a:ext>
            </a:extLst>
          </p:cNvPr>
          <p:cNvSpPr>
            <a:spLocks noGrp="1"/>
          </p:cNvSpPr>
          <p:nvPr>
            <p:ph type="body" sz="quarter" idx="13" hasCustomPrompt="1"/>
          </p:nvPr>
        </p:nvSpPr>
        <p:spPr>
          <a:xfrm>
            <a:off x="386035" y="3216275"/>
            <a:ext cx="7505700" cy="668338"/>
          </a:xfrm>
          <a:prstGeom prst="rect">
            <a:avLst/>
          </a:prstGeom>
        </p:spPr>
        <p:txBody>
          <a:bodyPr/>
          <a:lstStyle>
            <a:lvl1pPr>
              <a:defRPr lang="en-US" sz="1800" b="0" i="0" kern="1200" dirty="0">
                <a:solidFill>
                  <a:schemeClr val="tx2"/>
                </a:solidFill>
                <a:latin typeface="Galano Grotesque" pitchFamily="2" charset="77"/>
                <a:ea typeface="+mn-ea"/>
                <a:cs typeface="+mn-cs"/>
              </a:defRPr>
            </a:lvl1pPr>
            <a:lvl2pPr>
              <a:defRPr sz="2400"/>
            </a:lvl2pPr>
            <a:lvl3pPr>
              <a:defRPr sz="2400"/>
            </a:lvl3pPr>
            <a:lvl4pPr>
              <a:defRPr sz="2400"/>
            </a:lvl4pPr>
            <a:lvl5pPr>
              <a:defRPr sz="2400"/>
            </a:lvl5pPr>
          </a:lstStyle>
          <a:p>
            <a:pPr marL="0" lvl="0" indent="0" algn="l" defTabSz="914377" rtl="0" eaLnBrk="1" latinLnBrk="0" hangingPunct="1">
              <a:lnSpc>
                <a:spcPct val="90000"/>
              </a:lnSpc>
              <a:spcBef>
                <a:spcPts val="1000"/>
              </a:spcBef>
              <a:buFont typeface="Arial" panose="020B0604020202020204" pitchFamily="34" charset="0"/>
              <a:buNone/>
            </a:pPr>
            <a:r>
              <a:rPr lang="en-US"/>
              <a:t>Sub heading here.</a:t>
            </a:r>
          </a:p>
        </p:txBody>
      </p:sp>
    </p:spTree>
    <p:extLst>
      <p:ext uri="{BB962C8B-B14F-4D97-AF65-F5344CB8AC3E}">
        <p14:creationId xmlns:p14="http://schemas.microsoft.com/office/powerpoint/2010/main" val="1150425740"/>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1D367-663E-4CCE-9F71-DDB93BACD218}"/>
              </a:ext>
            </a:extLst>
          </p:cNvPr>
          <p:cNvSpPr>
            <a:spLocks noGrp="1"/>
          </p:cNvSpPr>
          <p:nvPr>
            <p:ph type="title" hasCustomPrompt="1"/>
          </p:nvPr>
        </p:nvSpPr>
        <p:spPr>
          <a:xfrm>
            <a:off x="5581816" y="2520817"/>
            <a:ext cx="5946461" cy="1452792"/>
          </a:xfrm>
        </p:spPr>
        <p:txBody>
          <a:bodyPr/>
          <a:lstStyle>
            <a:lvl1pPr>
              <a:defRPr sz="2400" b="1">
                <a:solidFill>
                  <a:schemeClr val="tx2"/>
                </a:solidFill>
                <a:latin typeface="Galano Grotesque ExtraBold" panose="00000900000000000000" pitchFamily="50" charset="0"/>
              </a:defRPr>
            </a:lvl1pPr>
          </a:lstStyle>
          <a:p>
            <a:r>
              <a:rPr lang="en-US"/>
              <a:t>Header goes here, can be up to two lines.</a:t>
            </a:r>
          </a:p>
        </p:txBody>
      </p:sp>
      <p:sp>
        <p:nvSpPr>
          <p:cNvPr id="3" name="Slide Number Placeholder 2">
            <a:extLst>
              <a:ext uri="{FF2B5EF4-FFF2-40B4-BE49-F238E27FC236}">
                <a16:creationId xmlns:a16="http://schemas.microsoft.com/office/drawing/2014/main" id="{95118CF4-C06A-46FD-8A47-4ADA9D152CB9}"/>
              </a:ext>
            </a:extLst>
          </p:cNvPr>
          <p:cNvSpPr>
            <a:spLocks noGrp="1"/>
          </p:cNvSpPr>
          <p:nvPr>
            <p:ph type="sldNum" sz="quarter" idx="10"/>
          </p:nvPr>
        </p:nvSpPr>
        <p:spPr/>
        <p:txBody>
          <a:bodyPr/>
          <a:lstStyle/>
          <a:p>
            <a:fld id="{43810C2F-5A3B-334F-B32E-597B62ACB14E}" type="slidenum">
              <a:rPr lang="en-US" smtClean="0"/>
              <a:pPr/>
              <a:t>‹#›</a:t>
            </a:fld>
            <a:endParaRPr lang="en-US"/>
          </a:p>
        </p:txBody>
      </p:sp>
      <p:sp>
        <p:nvSpPr>
          <p:cNvPr id="5" name="Rectangle 4">
            <a:extLst>
              <a:ext uri="{FF2B5EF4-FFF2-40B4-BE49-F238E27FC236}">
                <a16:creationId xmlns:a16="http://schemas.microsoft.com/office/drawing/2014/main" id="{2EA7675E-4B05-4EDA-A7EC-CA313C1B23F1}"/>
              </a:ext>
            </a:extLst>
          </p:cNvPr>
          <p:cNvSpPr/>
          <p:nvPr userDrawn="1"/>
        </p:nvSpPr>
        <p:spPr>
          <a:xfrm>
            <a:off x="249383" y="6242860"/>
            <a:ext cx="2196637" cy="4786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a:latin typeface="Galano Grotesque" pitchFamily="2" charset="77"/>
            </a:endParaRPr>
          </a:p>
        </p:txBody>
      </p:sp>
      <p:sp>
        <p:nvSpPr>
          <p:cNvPr id="10" name="Text Placeholder 9">
            <a:extLst>
              <a:ext uri="{FF2B5EF4-FFF2-40B4-BE49-F238E27FC236}">
                <a16:creationId xmlns:a16="http://schemas.microsoft.com/office/drawing/2014/main" id="{C86D46D9-82FE-4F5E-8C81-164A05CFAD71}"/>
              </a:ext>
            </a:extLst>
          </p:cNvPr>
          <p:cNvSpPr>
            <a:spLocks noGrp="1"/>
          </p:cNvSpPr>
          <p:nvPr>
            <p:ph type="body" sz="quarter" idx="13" hasCustomPrompt="1"/>
          </p:nvPr>
        </p:nvSpPr>
        <p:spPr>
          <a:xfrm>
            <a:off x="5581816" y="4007845"/>
            <a:ext cx="5946461" cy="668338"/>
          </a:xfrm>
          <a:prstGeom prst="rect">
            <a:avLst/>
          </a:prstGeom>
        </p:spPr>
        <p:txBody>
          <a:bodyPr/>
          <a:lstStyle>
            <a:lvl1pPr>
              <a:defRPr lang="en-US" sz="1800" b="0" i="0" kern="1200" dirty="0">
                <a:solidFill>
                  <a:schemeClr val="tx2"/>
                </a:solidFill>
                <a:latin typeface="Galano Grotesque" pitchFamily="2" charset="77"/>
                <a:ea typeface="+mn-ea"/>
                <a:cs typeface="+mn-cs"/>
              </a:defRPr>
            </a:lvl1pPr>
            <a:lvl2pPr>
              <a:defRPr sz="2400"/>
            </a:lvl2pPr>
            <a:lvl3pPr>
              <a:defRPr sz="2400"/>
            </a:lvl3pPr>
            <a:lvl4pPr>
              <a:defRPr sz="2400"/>
            </a:lvl4pPr>
            <a:lvl5pPr>
              <a:defRPr sz="2400"/>
            </a:lvl5pPr>
          </a:lstStyle>
          <a:p>
            <a:pPr marL="0" lvl="0" indent="0" algn="l" defTabSz="914377" rtl="0" eaLnBrk="1" latinLnBrk="0" hangingPunct="1">
              <a:lnSpc>
                <a:spcPct val="90000"/>
              </a:lnSpc>
              <a:spcBef>
                <a:spcPts val="1000"/>
              </a:spcBef>
              <a:buFont typeface="Arial" panose="020B0604020202020204" pitchFamily="34" charset="0"/>
              <a:buNone/>
            </a:pPr>
            <a:r>
              <a:rPr lang="en-US"/>
              <a:t>Sub heading here.</a:t>
            </a:r>
          </a:p>
        </p:txBody>
      </p:sp>
      <p:pic>
        <p:nvPicPr>
          <p:cNvPr id="6" name="Picture 5" descr="A pink circle with a black background&#10;&#10;Description automatically generated">
            <a:extLst>
              <a:ext uri="{FF2B5EF4-FFF2-40B4-BE49-F238E27FC236}">
                <a16:creationId xmlns:a16="http://schemas.microsoft.com/office/drawing/2014/main" id="{829370E7-25F9-DA38-6318-78BCCC43DA79}"/>
              </a:ext>
            </a:extLst>
          </p:cNvPr>
          <p:cNvPicPr>
            <a:picLocks noChangeAspect="1"/>
          </p:cNvPicPr>
          <p:nvPr userDrawn="1"/>
        </p:nvPicPr>
        <p:blipFill rotWithShape="1">
          <a:blip r:embed="rId2">
            <a:extLst>
              <a:ext uri="{28A0092B-C50C-407E-A947-70E740481C1C}">
                <a14:useLocalDpi xmlns:a14="http://schemas.microsoft.com/office/drawing/2010/main"/>
              </a:ext>
            </a:extLst>
          </a:blip>
          <a:srcRect t="7870" b="7870"/>
          <a:stretch/>
        </p:blipFill>
        <p:spPr>
          <a:xfrm>
            <a:off x="873663" y="1"/>
            <a:ext cx="4394371" cy="6858000"/>
          </a:xfrm>
          <a:prstGeom prst="rect">
            <a:avLst/>
          </a:prstGeom>
        </p:spPr>
      </p:pic>
    </p:spTree>
    <p:extLst>
      <p:ext uri="{BB962C8B-B14F-4D97-AF65-F5344CB8AC3E}">
        <p14:creationId xmlns:p14="http://schemas.microsoft.com/office/powerpoint/2010/main" val="974678401"/>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1D367-663E-4CCE-9F71-DDB93BACD218}"/>
              </a:ext>
            </a:extLst>
          </p:cNvPr>
          <p:cNvSpPr>
            <a:spLocks noGrp="1"/>
          </p:cNvSpPr>
          <p:nvPr>
            <p:ph type="title" hasCustomPrompt="1"/>
          </p:nvPr>
        </p:nvSpPr>
        <p:spPr>
          <a:xfrm>
            <a:off x="5581816" y="2520817"/>
            <a:ext cx="5946461" cy="1452792"/>
          </a:xfrm>
        </p:spPr>
        <p:txBody>
          <a:bodyPr/>
          <a:lstStyle>
            <a:lvl1pPr>
              <a:defRPr sz="2400" b="1">
                <a:solidFill>
                  <a:schemeClr val="tx2"/>
                </a:solidFill>
                <a:latin typeface="Galano Grotesque ExtraBold" panose="00000900000000000000" pitchFamily="50" charset="0"/>
              </a:defRPr>
            </a:lvl1pPr>
          </a:lstStyle>
          <a:p>
            <a:r>
              <a:rPr lang="en-US"/>
              <a:t>Header goes here, can be up to two lines.</a:t>
            </a:r>
          </a:p>
        </p:txBody>
      </p:sp>
      <p:sp>
        <p:nvSpPr>
          <p:cNvPr id="3" name="Slide Number Placeholder 2">
            <a:extLst>
              <a:ext uri="{FF2B5EF4-FFF2-40B4-BE49-F238E27FC236}">
                <a16:creationId xmlns:a16="http://schemas.microsoft.com/office/drawing/2014/main" id="{95118CF4-C06A-46FD-8A47-4ADA9D152CB9}"/>
              </a:ext>
            </a:extLst>
          </p:cNvPr>
          <p:cNvSpPr>
            <a:spLocks noGrp="1"/>
          </p:cNvSpPr>
          <p:nvPr>
            <p:ph type="sldNum" sz="quarter" idx="10"/>
          </p:nvPr>
        </p:nvSpPr>
        <p:spPr/>
        <p:txBody>
          <a:bodyPr/>
          <a:lstStyle/>
          <a:p>
            <a:fld id="{43810C2F-5A3B-334F-B32E-597B62ACB14E}" type="slidenum">
              <a:rPr lang="en-US" smtClean="0"/>
              <a:pPr/>
              <a:t>‹#›</a:t>
            </a:fld>
            <a:endParaRPr lang="en-US"/>
          </a:p>
        </p:txBody>
      </p:sp>
      <p:sp>
        <p:nvSpPr>
          <p:cNvPr id="5" name="Rectangle 4">
            <a:extLst>
              <a:ext uri="{FF2B5EF4-FFF2-40B4-BE49-F238E27FC236}">
                <a16:creationId xmlns:a16="http://schemas.microsoft.com/office/drawing/2014/main" id="{2EA7675E-4B05-4EDA-A7EC-CA313C1B23F1}"/>
              </a:ext>
            </a:extLst>
          </p:cNvPr>
          <p:cNvSpPr/>
          <p:nvPr userDrawn="1"/>
        </p:nvSpPr>
        <p:spPr>
          <a:xfrm>
            <a:off x="249383" y="6242860"/>
            <a:ext cx="2196637" cy="4786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a:latin typeface="Galano Grotesque" pitchFamily="2" charset="77"/>
            </a:endParaRPr>
          </a:p>
        </p:txBody>
      </p:sp>
      <p:sp>
        <p:nvSpPr>
          <p:cNvPr id="10" name="Text Placeholder 9">
            <a:extLst>
              <a:ext uri="{FF2B5EF4-FFF2-40B4-BE49-F238E27FC236}">
                <a16:creationId xmlns:a16="http://schemas.microsoft.com/office/drawing/2014/main" id="{C86D46D9-82FE-4F5E-8C81-164A05CFAD71}"/>
              </a:ext>
            </a:extLst>
          </p:cNvPr>
          <p:cNvSpPr>
            <a:spLocks noGrp="1"/>
          </p:cNvSpPr>
          <p:nvPr>
            <p:ph type="body" sz="quarter" idx="13" hasCustomPrompt="1"/>
          </p:nvPr>
        </p:nvSpPr>
        <p:spPr>
          <a:xfrm>
            <a:off x="5581816" y="4007845"/>
            <a:ext cx="5946461" cy="668338"/>
          </a:xfrm>
          <a:prstGeom prst="rect">
            <a:avLst/>
          </a:prstGeom>
        </p:spPr>
        <p:txBody>
          <a:bodyPr/>
          <a:lstStyle>
            <a:lvl1pPr>
              <a:defRPr lang="en-US" sz="1800" b="0" i="0" kern="1200" dirty="0">
                <a:solidFill>
                  <a:schemeClr val="tx2"/>
                </a:solidFill>
                <a:latin typeface="Galano Grotesque" pitchFamily="2" charset="77"/>
                <a:ea typeface="+mn-ea"/>
                <a:cs typeface="+mn-cs"/>
              </a:defRPr>
            </a:lvl1pPr>
            <a:lvl2pPr>
              <a:defRPr sz="2400"/>
            </a:lvl2pPr>
            <a:lvl3pPr>
              <a:defRPr sz="2400"/>
            </a:lvl3pPr>
            <a:lvl4pPr>
              <a:defRPr sz="2400"/>
            </a:lvl4pPr>
            <a:lvl5pPr>
              <a:defRPr sz="2400"/>
            </a:lvl5pPr>
          </a:lstStyle>
          <a:p>
            <a:pPr marL="0" lvl="0" indent="0" algn="l" defTabSz="914377" rtl="0" eaLnBrk="1" latinLnBrk="0" hangingPunct="1">
              <a:lnSpc>
                <a:spcPct val="90000"/>
              </a:lnSpc>
              <a:spcBef>
                <a:spcPts val="1000"/>
              </a:spcBef>
              <a:buFont typeface="Arial" panose="020B0604020202020204" pitchFamily="34" charset="0"/>
              <a:buNone/>
            </a:pPr>
            <a:r>
              <a:rPr lang="en-US"/>
              <a:t>Sub heading here.</a:t>
            </a:r>
          </a:p>
        </p:txBody>
      </p:sp>
      <p:pic>
        <p:nvPicPr>
          <p:cNvPr id="4" name="Picture 3">
            <a:extLst>
              <a:ext uri="{FF2B5EF4-FFF2-40B4-BE49-F238E27FC236}">
                <a16:creationId xmlns:a16="http://schemas.microsoft.com/office/drawing/2014/main" id="{7005707E-488B-584D-3428-1A94E6AA4366}"/>
              </a:ext>
            </a:extLst>
          </p:cNvPr>
          <p:cNvPicPr>
            <a:picLocks noChangeAspect="1"/>
          </p:cNvPicPr>
          <p:nvPr userDrawn="1"/>
        </p:nvPicPr>
        <p:blipFill rotWithShape="1">
          <a:blip r:embed="rId2">
            <a:extLst>
              <a:ext uri="{28A0092B-C50C-407E-A947-70E740481C1C}">
                <a14:useLocalDpi xmlns:a14="http://schemas.microsoft.com/office/drawing/2010/main"/>
              </a:ext>
            </a:extLst>
          </a:blip>
          <a:srcRect t="7774" b="8097"/>
          <a:stretch/>
        </p:blipFill>
        <p:spPr>
          <a:xfrm>
            <a:off x="870173" y="-1"/>
            <a:ext cx="4394371" cy="6858001"/>
          </a:xfrm>
          <a:prstGeom prst="rect">
            <a:avLst/>
          </a:prstGeom>
        </p:spPr>
      </p:pic>
    </p:spTree>
    <p:extLst>
      <p:ext uri="{BB962C8B-B14F-4D97-AF65-F5344CB8AC3E}">
        <p14:creationId xmlns:p14="http://schemas.microsoft.com/office/powerpoint/2010/main" val="945415563"/>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1D367-663E-4CCE-9F71-DDB93BACD218}"/>
              </a:ext>
            </a:extLst>
          </p:cNvPr>
          <p:cNvSpPr>
            <a:spLocks noGrp="1"/>
          </p:cNvSpPr>
          <p:nvPr>
            <p:ph type="title" hasCustomPrompt="1"/>
          </p:nvPr>
        </p:nvSpPr>
        <p:spPr>
          <a:xfrm>
            <a:off x="5581816" y="2520817"/>
            <a:ext cx="5946461" cy="1452792"/>
          </a:xfrm>
        </p:spPr>
        <p:txBody>
          <a:bodyPr/>
          <a:lstStyle>
            <a:lvl1pPr>
              <a:defRPr sz="2400" b="1">
                <a:solidFill>
                  <a:schemeClr val="tx2"/>
                </a:solidFill>
                <a:latin typeface="Galano Grotesque ExtraBold" panose="00000900000000000000" pitchFamily="50" charset="0"/>
              </a:defRPr>
            </a:lvl1pPr>
          </a:lstStyle>
          <a:p>
            <a:r>
              <a:rPr lang="en-US"/>
              <a:t>Header goes here, can be up to two lines.</a:t>
            </a:r>
          </a:p>
        </p:txBody>
      </p:sp>
      <p:sp>
        <p:nvSpPr>
          <p:cNvPr id="3" name="Slide Number Placeholder 2">
            <a:extLst>
              <a:ext uri="{FF2B5EF4-FFF2-40B4-BE49-F238E27FC236}">
                <a16:creationId xmlns:a16="http://schemas.microsoft.com/office/drawing/2014/main" id="{95118CF4-C06A-46FD-8A47-4ADA9D152CB9}"/>
              </a:ext>
            </a:extLst>
          </p:cNvPr>
          <p:cNvSpPr>
            <a:spLocks noGrp="1"/>
          </p:cNvSpPr>
          <p:nvPr>
            <p:ph type="sldNum" sz="quarter" idx="10"/>
          </p:nvPr>
        </p:nvSpPr>
        <p:spPr/>
        <p:txBody>
          <a:bodyPr/>
          <a:lstStyle/>
          <a:p>
            <a:fld id="{43810C2F-5A3B-334F-B32E-597B62ACB14E}" type="slidenum">
              <a:rPr lang="en-US" smtClean="0"/>
              <a:pPr/>
              <a:t>‹#›</a:t>
            </a:fld>
            <a:endParaRPr lang="en-US"/>
          </a:p>
        </p:txBody>
      </p:sp>
      <p:sp>
        <p:nvSpPr>
          <p:cNvPr id="5" name="Rectangle 4">
            <a:extLst>
              <a:ext uri="{FF2B5EF4-FFF2-40B4-BE49-F238E27FC236}">
                <a16:creationId xmlns:a16="http://schemas.microsoft.com/office/drawing/2014/main" id="{2EA7675E-4B05-4EDA-A7EC-CA313C1B23F1}"/>
              </a:ext>
            </a:extLst>
          </p:cNvPr>
          <p:cNvSpPr/>
          <p:nvPr userDrawn="1"/>
        </p:nvSpPr>
        <p:spPr>
          <a:xfrm>
            <a:off x="249383" y="6242860"/>
            <a:ext cx="2196637" cy="4786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a:latin typeface="Galano Grotesque" pitchFamily="2" charset="77"/>
            </a:endParaRPr>
          </a:p>
        </p:txBody>
      </p:sp>
      <p:sp>
        <p:nvSpPr>
          <p:cNvPr id="10" name="Text Placeholder 9">
            <a:extLst>
              <a:ext uri="{FF2B5EF4-FFF2-40B4-BE49-F238E27FC236}">
                <a16:creationId xmlns:a16="http://schemas.microsoft.com/office/drawing/2014/main" id="{C86D46D9-82FE-4F5E-8C81-164A05CFAD71}"/>
              </a:ext>
            </a:extLst>
          </p:cNvPr>
          <p:cNvSpPr>
            <a:spLocks noGrp="1"/>
          </p:cNvSpPr>
          <p:nvPr>
            <p:ph type="body" sz="quarter" idx="13" hasCustomPrompt="1"/>
          </p:nvPr>
        </p:nvSpPr>
        <p:spPr>
          <a:xfrm>
            <a:off x="5581816" y="4007845"/>
            <a:ext cx="5946461" cy="668338"/>
          </a:xfrm>
          <a:prstGeom prst="rect">
            <a:avLst/>
          </a:prstGeom>
        </p:spPr>
        <p:txBody>
          <a:bodyPr/>
          <a:lstStyle>
            <a:lvl1pPr>
              <a:defRPr lang="en-US" sz="1800" b="0" i="0" kern="1200" dirty="0">
                <a:solidFill>
                  <a:schemeClr val="tx2"/>
                </a:solidFill>
                <a:latin typeface="Galano Grotesque" pitchFamily="2" charset="77"/>
                <a:ea typeface="+mn-ea"/>
                <a:cs typeface="+mn-cs"/>
              </a:defRPr>
            </a:lvl1pPr>
            <a:lvl2pPr>
              <a:defRPr sz="2400"/>
            </a:lvl2pPr>
            <a:lvl3pPr>
              <a:defRPr sz="2400"/>
            </a:lvl3pPr>
            <a:lvl4pPr>
              <a:defRPr sz="2400"/>
            </a:lvl4pPr>
            <a:lvl5pPr>
              <a:defRPr sz="2400"/>
            </a:lvl5pPr>
          </a:lstStyle>
          <a:p>
            <a:pPr marL="0" lvl="0" indent="0" algn="l" defTabSz="914377" rtl="0" eaLnBrk="1" latinLnBrk="0" hangingPunct="1">
              <a:lnSpc>
                <a:spcPct val="90000"/>
              </a:lnSpc>
              <a:spcBef>
                <a:spcPts val="1000"/>
              </a:spcBef>
              <a:buFont typeface="Arial" panose="020B0604020202020204" pitchFamily="34" charset="0"/>
              <a:buNone/>
            </a:pPr>
            <a:r>
              <a:rPr lang="en-US"/>
              <a:t>Sub heading here.</a:t>
            </a:r>
          </a:p>
        </p:txBody>
      </p:sp>
      <p:pic>
        <p:nvPicPr>
          <p:cNvPr id="6" name="Picture 5">
            <a:extLst>
              <a:ext uri="{FF2B5EF4-FFF2-40B4-BE49-F238E27FC236}">
                <a16:creationId xmlns:a16="http://schemas.microsoft.com/office/drawing/2014/main" id="{35A76872-EA7C-2F5A-ADD4-AEBE133D0251}"/>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36417"/>
          <a:stretch/>
        </p:blipFill>
        <p:spPr>
          <a:xfrm>
            <a:off x="-3" y="-2"/>
            <a:ext cx="5337316" cy="6858002"/>
          </a:xfrm>
          <a:prstGeom prst="rect">
            <a:avLst/>
          </a:prstGeom>
        </p:spPr>
      </p:pic>
    </p:spTree>
    <p:extLst>
      <p:ext uri="{BB962C8B-B14F-4D97-AF65-F5344CB8AC3E}">
        <p14:creationId xmlns:p14="http://schemas.microsoft.com/office/powerpoint/2010/main" val="1537046123"/>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1D367-663E-4CCE-9F71-DDB93BACD218}"/>
              </a:ext>
            </a:extLst>
          </p:cNvPr>
          <p:cNvSpPr>
            <a:spLocks noGrp="1"/>
          </p:cNvSpPr>
          <p:nvPr>
            <p:ph type="title" hasCustomPrompt="1"/>
          </p:nvPr>
        </p:nvSpPr>
        <p:spPr>
          <a:xfrm>
            <a:off x="5581816" y="2520817"/>
            <a:ext cx="5946461" cy="1452792"/>
          </a:xfrm>
        </p:spPr>
        <p:txBody>
          <a:bodyPr/>
          <a:lstStyle>
            <a:lvl1pPr>
              <a:defRPr sz="2400" b="1">
                <a:solidFill>
                  <a:schemeClr val="tx2"/>
                </a:solidFill>
                <a:latin typeface="Galano Grotesque ExtraBold" panose="00000900000000000000" pitchFamily="50" charset="0"/>
              </a:defRPr>
            </a:lvl1pPr>
          </a:lstStyle>
          <a:p>
            <a:r>
              <a:rPr lang="en-US"/>
              <a:t>Header goes here, can be up to two lines.</a:t>
            </a:r>
          </a:p>
        </p:txBody>
      </p:sp>
      <p:sp>
        <p:nvSpPr>
          <p:cNvPr id="3" name="Slide Number Placeholder 2">
            <a:extLst>
              <a:ext uri="{FF2B5EF4-FFF2-40B4-BE49-F238E27FC236}">
                <a16:creationId xmlns:a16="http://schemas.microsoft.com/office/drawing/2014/main" id="{95118CF4-C06A-46FD-8A47-4ADA9D152CB9}"/>
              </a:ext>
            </a:extLst>
          </p:cNvPr>
          <p:cNvSpPr>
            <a:spLocks noGrp="1"/>
          </p:cNvSpPr>
          <p:nvPr>
            <p:ph type="sldNum" sz="quarter" idx="10"/>
          </p:nvPr>
        </p:nvSpPr>
        <p:spPr/>
        <p:txBody>
          <a:bodyPr/>
          <a:lstStyle/>
          <a:p>
            <a:fld id="{43810C2F-5A3B-334F-B32E-597B62ACB14E}" type="slidenum">
              <a:rPr lang="en-US" smtClean="0"/>
              <a:pPr/>
              <a:t>‹#›</a:t>
            </a:fld>
            <a:endParaRPr lang="en-US"/>
          </a:p>
        </p:txBody>
      </p:sp>
      <p:sp>
        <p:nvSpPr>
          <p:cNvPr id="5" name="Rectangle 4">
            <a:extLst>
              <a:ext uri="{FF2B5EF4-FFF2-40B4-BE49-F238E27FC236}">
                <a16:creationId xmlns:a16="http://schemas.microsoft.com/office/drawing/2014/main" id="{2EA7675E-4B05-4EDA-A7EC-CA313C1B23F1}"/>
              </a:ext>
            </a:extLst>
          </p:cNvPr>
          <p:cNvSpPr/>
          <p:nvPr userDrawn="1"/>
        </p:nvSpPr>
        <p:spPr>
          <a:xfrm>
            <a:off x="249383" y="6242860"/>
            <a:ext cx="2196637" cy="4786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a:latin typeface="Galano Grotesque" pitchFamily="2" charset="77"/>
            </a:endParaRPr>
          </a:p>
        </p:txBody>
      </p:sp>
      <p:sp>
        <p:nvSpPr>
          <p:cNvPr id="10" name="Text Placeholder 9">
            <a:extLst>
              <a:ext uri="{FF2B5EF4-FFF2-40B4-BE49-F238E27FC236}">
                <a16:creationId xmlns:a16="http://schemas.microsoft.com/office/drawing/2014/main" id="{C86D46D9-82FE-4F5E-8C81-164A05CFAD71}"/>
              </a:ext>
            </a:extLst>
          </p:cNvPr>
          <p:cNvSpPr>
            <a:spLocks noGrp="1"/>
          </p:cNvSpPr>
          <p:nvPr>
            <p:ph type="body" sz="quarter" idx="13" hasCustomPrompt="1"/>
          </p:nvPr>
        </p:nvSpPr>
        <p:spPr>
          <a:xfrm>
            <a:off x="5581816" y="4007845"/>
            <a:ext cx="5946461" cy="668338"/>
          </a:xfrm>
          <a:prstGeom prst="rect">
            <a:avLst/>
          </a:prstGeom>
        </p:spPr>
        <p:txBody>
          <a:bodyPr/>
          <a:lstStyle>
            <a:lvl1pPr>
              <a:defRPr lang="en-US" sz="1800" b="0" i="0" kern="1200" dirty="0">
                <a:solidFill>
                  <a:schemeClr val="tx2"/>
                </a:solidFill>
                <a:latin typeface="Galano Grotesque" pitchFamily="2" charset="77"/>
                <a:ea typeface="+mn-ea"/>
                <a:cs typeface="+mn-cs"/>
              </a:defRPr>
            </a:lvl1pPr>
            <a:lvl2pPr>
              <a:defRPr sz="2400"/>
            </a:lvl2pPr>
            <a:lvl3pPr>
              <a:defRPr sz="2400"/>
            </a:lvl3pPr>
            <a:lvl4pPr>
              <a:defRPr sz="2400"/>
            </a:lvl4pPr>
            <a:lvl5pPr>
              <a:defRPr sz="2400"/>
            </a:lvl5pPr>
          </a:lstStyle>
          <a:p>
            <a:pPr marL="0" lvl="0" indent="0" algn="l" defTabSz="914377" rtl="0" eaLnBrk="1" latinLnBrk="0" hangingPunct="1">
              <a:lnSpc>
                <a:spcPct val="90000"/>
              </a:lnSpc>
              <a:spcBef>
                <a:spcPts val="1000"/>
              </a:spcBef>
              <a:buFont typeface="Arial" panose="020B0604020202020204" pitchFamily="34" charset="0"/>
              <a:buNone/>
            </a:pPr>
            <a:r>
              <a:rPr lang="en-US"/>
              <a:t>Sub heading here.</a:t>
            </a:r>
          </a:p>
        </p:txBody>
      </p:sp>
      <p:pic>
        <p:nvPicPr>
          <p:cNvPr id="4" name="Picture 3">
            <a:extLst>
              <a:ext uri="{FF2B5EF4-FFF2-40B4-BE49-F238E27FC236}">
                <a16:creationId xmlns:a16="http://schemas.microsoft.com/office/drawing/2014/main" id="{0CA5D413-068A-C621-047A-6AE4AD9EB2B5}"/>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36223"/>
          <a:stretch/>
        </p:blipFill>
        <p:spPr>
          <a:xfrm>
            <a:off x="-1" y="12219"/>
            <a:ext cx="5337314" cy="6837180"/>
          </a:xfrm>
          <a:prstGeom prst="rect">
            <a:avLst/>
          </a:prstGeom>
        </p:spPr>
      </p:pic>
    </p:spTree>
    <p:extLst>
      <p:ext uri="{BB962C8B-B14F-4D97-AF65-F5344CB8AC3E}">
        <p14:creationId xmlns:p14="http://schemas.microsoft.com/office/powerpoint/2010/main" val="497004276"/>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1D367-663E-4CCE-9F71-DDB93BACD218}"/>
              </a:ext>
            </a:extLst>
          </p:cNvPr>
          <p:cNvSpPr>
            <a:spLocks noGrp="1"/>
          </p:cNvSpPr>
          <p:nvPr>
            <p:ph type="title" hasCustomPrompt="1"/>
          </p:nvPr>
        </p:nvSpPr>
        <p:spPr>
          <a:xfrm>
            <a:off x="2048933" y="1846827"/>
            <a:ext cx="9096905" cy="1452792"/>
          </a:xfrm>
        </p:spPr>
        <p:txBody>
          <a:bodyPr/>
          <a:lstStyle>
            <a:lvl1pPr>
              <a:defRPr sz="2400" b="1">
                <a:solidFill>
                  <a:schemeClr val="tx2"/>
                </a:solidFill>
                <a:latin typeface="Galano Grotesque ExtraBold" panose="00000900000000000000" pitchFamily="50" charset="0"/>
              </a:defRPr>
            </a:lvl1pPr>
          </a:lstStyle>
          <a:p>
            <a:r>
              <a:rPr lang="en-US"/>
              <a:t>Header goes here, can be up to two lines.</a:t>
            </a:r>
          </a:p>
        </p:txBody>
      </p:sp>
      <p:sp>
        <p:nvSpPr>
          <p:cNvPr id="3" name="Slide Number Placeholder 2">
            <a:extLst>
              <a:ext uri="{FF2B5EF4-FFF2-40B4-BE49-F238E27FC236}">
                <a16:creationId xmlns:a16="http://schemas.microsoft.com/office/drawing/2014/main" id="{95118CF4-C06A-46FD-8A47-4ADA9D152CB9}"/>
              </a:ext>
            </a:extLst>
          </p:cNvPr>
          <p:cNvSpPr>
            <a:spLocks noGrp="1"/>
          </p:cNvSpPr>
          <p:nvPr>
            <p:ph type="sldNum" sz="quarter" idx="10"/>
          </p:nvPr>
        </p:nvSpPr>
        <p:spPr/>
        <p:txBody>
          <a:bodyPr/>
          <a:lstStyle/>
          <a:p>
            <a:fld id="{43810C2F-5A3B-334F-B32E-597B62ACB14E}" type="slidenum">
              <a:rPr lang="en-US" smtClean="0"/>
              <a:pPr/>
              <a:t>‹#›</a:t>
            </a:fld>
            <a:endParaRPr lang="en-US"/>
          </a:p>
        </p:txBody>
      </p:sp>
      <p:sp>
        <p:nvSpPr>
          <p:cNvPr id="7" name="Text Placeholder 9">
            <a:extLst>
              <a:ext uri="{FF2B5EF4-FFF2-40B4-BE49-F238E27FC236}">
                <a16:creationId xmlns:a16="http://schemas.microsoft.com/office/drawing/2014/main" id="{501321F3-2820-4EF4-9456-A32246951DF9}"/>
              </a:ext>
            </a:extLst>
          </p:cNvPr>
          <p:cNvSpPr>
            <a:spLocks noGrp="1"/>
          </p:cNvSpPr>
          <p:nvPr>
            <p:ph type="body" sz="quarter" idx="13" hasCustomPrompt="1"/>
          </p:nvPr>
        </p:nvSpPr>
        <p:spPr>
          <a:xfrm>
            <a:off x="2048933" y="3299619"/>
            <a:ext cx="9096905" cy="668338"/>
          </a:xfrm>
          <a:prstGeom prst="rect">
            <a:avLst/>
          </a:prstGeom>
        </p:spPr>
        <p:txBody>
          <a:bodyPr/>
          <a:lstStyle>
            <a:lvl1pPr>
              <a:defRPr lang="en-US" sz="1800" b="0" i="0" kern="1200" dirty="0">
                <a:solidFill>
                  <a:schemeClr val="tx2"/>
                </a:solidFill>
                <a:latin typeface="Galano Grotesque" pitchFamily="2" charset="77"/>
                <a:ea typeface="+mn-ea"/>
                <a:cs typeface="+mn-cs"/>
              </a:defRPr>
            </a:lvl1pPr>
            <a:lvl2pPr>
              <a:defRPr sz="2400"/>
            </a:lvl2pPr>
            <a:lvl3pPr>
              <a:defRPr sz="2400"/>
            </a:lvl3pPr>
            <a:lvl4pPr>
              <a:defRPr sz="2400"/>
            </a:lvl4pPr>
            <a:lvl5pPr>
              <a:defRPr sz="2400"/>
            </a:lvl5pPr>
          </a:lstStyle>
          <a:p>
            <a:pPr marL="0" lvl="0" indent="0" algn="l" defTabSz="914377" rtl="0" eaLnBrk="1" latinLnBrk="0" hangingPunct="1">
              <a:lnSpc>
                <a:spcPct val="90000"/>
              </a:lnSpc>
              <a:spcBef>
                <a:spcPts val="1000"/>
              </a:spcBef>
              <a:buFont typeface="Arial" panose="020B0604020202020204" pitchFamily="34" charset="0"/>
              <a:buNone/>
            </a:pPr>
            <a:r>
              <a:rPr lang="en-US"/>
              <a:t>Sub heading here.</a:t>
            </a:r>
          </a:p>
        </p:txBody>
      </p:sp>
    </p:spTree>
    <p:extLst>
      <p:ext uri="{BB962C8B-B14F-4D97-AF65-F5344CB8AC3E}">
        <p14:creationId xmlns:p14="http://schemas.microsoft.com/office/powerpoint/2010/main" val="178034951"/>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1D367-663E-4CCE-9F71-DDB93BACD218}"/>
              </a:ext>
            </a:extLst>
          </p:cNvPr>
          <p:cNvSpPr>
            <a:spLocks noGrp="1"/>
          </p:cNvSpPr>
          <p:nvPr>
            <p:ph type="title" hasCustomPrompt="1"/>
          </p:nvPr>
        </p:nvSpPr>
        <p:spPr>
          <a:xfrm>
            <a:off x="495300" y="2425659"/>
            <a:ext cx="9096905" cy="1452792"/>
          </a:xfrm>
        </p:spPr>
        <p:txBody>
          <a:bodyPr/>
          <a:lstStyle>
            <a:lvl1pPr>
              <a:defRPr sz="2400" b="1">
                <a:latin typeface="Galano Grotesque ExtraBold" panose="00000900000000000000" pitchFamily="50" charset="0"/>
              </a:defRPr>
            </a:lvl1pPr>
          </a:lstStyle>
          <a:p>
            <a:r>
              <a:rPr lang="en-US"/>
              <a:t>Header goes here, can be up to two lines.</a:t>
            </a:r>
          </a:p>
        </p:txBody>
      </p:sp>
      <p:sp>
        <p:nvSpPr>
          <p:cNvPr id="3" name="Slide Number Placeholder 2">
            <a:extLst>
              <a:ext uri="{FF2B5EF4-FFF2-40B4-BE49-F238E27FC236}">
                <a16:creationId xmlns:a16="http://schemas.microsoft.com/office/drawing/2014/main" id="{95118CF4-C06A-46FD-8A47-4ADA9D152CB9}"/>
              </a:ext>
            </a:extLst>
          </p:cNvPr>
          <p:cNvSpPr>
            <a:spLocks noGrp="1"/>
          </p:cNvSpPr>
          <p:nvPr>
            <p:ph type="sldNum" sz="quarter" idx="10"/>
          </p:nvPr>
        </p:nvSpPr>
        <p:spPr/>
        <p:txBody>
          <a:bodyPr/>
          <a:lstStyle/>
          <a:p>
            <a:fld id="{43810C2F-5A3B-334F-B32E-597B62ACB14E}" type="slidenum">
              <a:rPr lang="en-US" smtClean="0"/>
              <a:pPr/>
              <a:t>‹#›</a:t>
            </a:fld>
            <a:endParaRPr lang="en-US"/>
          </a:p>
        </p:txBody>
      </p:sp>
    </p:spTree>
    <p:extLst>
      <p:ext uri="{BB962C8B-B14F-4D97-AF65-F5344CB8AC3E}">
        <p14:creationId xmlns:p14="http://schemas.microsoft.com/office/powerpoint/2010/main" val="3926800407"/>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 Slide - Sub heading">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5DCB5D1-8320-6049-9687-3557CEFF5F62}"/>
              </a:ext>
            </a:extLst>
          </p:cNvPr>
          <p:cNvSpPr>
            <a:spLocks noGrp="1"/>
          </p:cNvSpPr>
          <p:nvPr>
            <p:ph type="sldNum" sz="quarter" idx="12"/>
          </p:nvPr>
        </p:nvSpPr>
        <p:spPr/>
        <p:txBody>
          <a:bodyPr/>
          <a:lstStyle/>
          <a:p>
            <a:fld id="{43810C2F-5A3B-334F-B32E-597B62ACB14E}" type="slidenum">
              <a:rPr lang="en-US" smtClean="0"/>
              <a:t>‹#›</a:t>
            </a:fld>
            <a:endParaRPr lang="en-US"/>
          </a:p>
        </p:txBody>
      </p:sp>
      <p:sp>
        <p:nvSpPr>
          <p:cNvPr id="10" name="Title 4">
            <a:extLst>
              <a:ext uri="{FF2B5EF4-FFF2-40B4-BE49-F238E27FC236}">
                <a16:creationId xmlns:a16="http://schemas.microsoft.com/office/drawing/2014/main" id="{449DE73A-A9CE-9945-BF54-ECEE183FFE73}"/>
              </a:ext>
            </a:extLst>
          </p:cNvPr>
          <p:cNvSpPr>
            <a:spLocks noGrp="1"/>
          </p:cNvSpPr>
          <p:nvPr>
            <p:ph type="title" hasCustomPrompt="1"/>
          </p:nvPr>
        </p:nvSpPr>
        <p:spPr>
          <a:xfrm>
            <a:off x="510798" y="583770"/>
            <a:ext cx="11236280" cy="457200"/>
          </a:xfrm>
        </p:spPr>
        <p:txBody>
          <a:bodyPr/>
          <a:lstStyle>
            <a:lvl1pPr algn="l" defTabSz="914377" rtl="0" eaLnBrk="1" latinLnBrk="0" hangingPunct="1">
              <a:lnSpc>
                <a:spcPct val="90000"/>
              </a:lnSpc>
              <a:spcBef>
                <a:spcPct val="0"/>
              </a:spcBef>
              <a:buNone/>
              <a:defRPr lang="en-US" sz="2400" b="1" i="0" kern="1200" spc="0" dirty="0">
                <a:solidFill>
                  <a:schemeClr val="tx2"/>
                </a:solidFill>
                <a:latin typeface="Galano Grotesque ExtraBold" panose="00000900000000000000" pitchFamily="50" charset="0"/>
                <a:ea typeface="+mj-ea"/>
                <a:cs typeface="+mj-cs"/>
              </a:defRPr>
            </a:lvl1pPr>
          </a:lstStyle>
          <a:p>
            <a:r>
              <a:rPr lang="en-US"/>
              <a:t>Header goes here, can be up to two lines.</a:t>
            </a:r>
          </a:p>
        </p:txBody>
      </p:sp>
      <p:sp>
        <p:nvSpPr>
          <p:cNvPr id="7" name="Text Placeholder 6">
            <a:extLst>
              <a:ext uri="{FF2B5EF4-FFF2-40B4-BE49-F238E27FC236}">
                <a16:creationId xmlns:a16="http://schemas.microsoft.com/office/drawing/2014/main" id="{3B59FB2B-110A-7C41-8D2E-5F86F40F753D}"/>
              </a:ext>
            </a:extLst>
          </p:cNvPr>
          <p:cNvSpPr>
            <a:spLocks noGrp="1"/>
          </p:cNvSpPr>
          <p:nvPr>
            <p:ph type="body" sz="quarter" idx="15" hasCustomPrompt="1"/>
          </p:nvPr>
        </p:nvSpPr>
        <p:spPr>
          <a:xfrm>
            <a:off x="510799" y="1211657"/>
            <a:ext cx="4203700" cy="690562"/>
          </a:xfrm>
          <a:prstGeom prst="rect">
            <a:avLst/>
          </a:prstGeom>
        </p:spPr>
        <p:txBody>
          <a:bodyPr/>
          <a:lstStyle>
            <a:lvl1pPr marL="0" indent="0">
              <a:buNone/>
              <a:defRPr sz="1800" b="0" i="0">
                <a:solidFill>
                  <a:schemeClr val="tx2"/>
                </a:solidFill>
                <a:latin typeface="Galano Grotesque" panose="00000500000000000000" pitchFamily="50" charset="0"/>
              </a:defRPr>
            </a:lvl1pPr>
          </a:lstStyle>
          <a:p>
            <a:pPr lvl="0"/>
            <a:r>
              <a:rPr lang="en-US"/>
              <a:t>Subhead here.</a:t>
            </a:r>
          </a:p>
        </p:txBody>
      </p:sp>
    </p:spTree>
    <p:extLst>
      <p:ext uri="{BB962C8B-B14F-4D97-AF65-F5344CB8AC3E}">
        <p14:creationId xmlns:p14="http://schemas.microsoft.com/office/powerpoint/2010/main" val="1937780519"/>
      </p:ext>
    </p:extLst>
  </p:cSld>
  <p:clrMapOvr>
    <a:overrideClrMapping bg1="lt1" tx1="dk1" bg2="lt2" tx2="dk2" accent1="accent1" accent2="accent2" accent3="accent3" accent4="accent4" accent5="accent5" accent6="accent6" hlink="hlink" folHlink="folHlink"/>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Slide - No sub heading">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5DCB5D1-8320-6049-9687-3557CEFF5F62}"/>
              </a:ext>
            </a:extLst>
          </p:cNvPr>
          <p:cNvSpPr>
            <a:spLocks noGrp="1"/>
          </p:cNvSpPr>
          <p:nvPr>
            <p:ph type="sldNum" sz="quarter" idx="12"/>
          </p:nvPr>
        </p:nvSpPr>
        <p:spPr/>
        <p:txBody>
          <a:bodyPr/>
          <a:lstStyle/>
          <a:p>
            <a:fld id="{43810C2F-5A3B-334F-B32E-597B62ACB14E}" type="slidenum">
              <a:rPr lang="en-US" smtClean="0"/>
              <a:t>‹#›</a:t>
            </a:fld>
            <a:endParaRPr lang="en-US"/>
          </a:p>
        </p:txBody>
      </p:sp>
      <p:sp>
        <p:nvSpPr>
          <p:cNvPr id="5" name="Title 4">
            <a:extLst>
              <a:ext uri="{FF2B5EF4-FFF2-40B4-BE49-F238E27FC236}">
                <a16:creationId xmlns:a16="http://schemas.microsoft.com/office/drawing/2014/main" id="{E85F226C-43CE-594E-AD3C-C85FE1321C5D}"/>
              </a:ext>
            </a:extLst>
          </p:cNvPr>
          <p:cNvSpPr>
            <a:spLocks noGrp="1"/>
          </p:cNvSpPr>
          <p:nvPr>
            <p:ph type="title" hasCustomPrompt="1"/>
          </p:nvPr>
        </p:nvSpPr>
        <p:spPr>
          <a:xfrm>
            <a:off x="510798" y="583770"/>
            <a:ext cx="11236280" cy="457200"/>
          </a:xfrm>
        </p:spPr>
        <p:txBody>
          <a:bodyPr/>
          <a:lstStyle>
            <a:lvl1pPr>
              <a:defRPr b="1" i="0" spc="0">
                <a:solidFill>
                  <a:schemeClr val="tx2"/>
                </a:solidFill>
                <a:latin typeface="Galano Grotesque ExtraBold" panose="00000900000000000000" pitchFamily="50" charset="0"/>
              </a:defRPr>
            </a:lvl1pPr>
          </a:lstStyle>
          <a:p>
            <a:r>
              <a:rPr lang="en-US"/>
              <a:t>Header goes here, can be up to two lines.</a:t>
            </a:r>
          </a:p>
        </p:txBody>
      </p:sp>
    </p:spTree>
    <p:extLst>
      <p:ext uri="{BB962C8B-B14F-4D97-AF65-F5344CB8AC3E}">
        <p14:creationId xmlns:p14="http://schemas.microsoft.com/office/powerpoint/2010/main" val="1870735114"/>
      </p:ext>
    </p:extLst>
  </p:cSld>
  <p:clrMapOvr>
    <a:overrideClrMapping bg1="lt1" tx1="dk1" bg2="lt2" tx2="dk2" accent1="accent1" accent2="accent2" accent3="accent3" accent4="accent4" accent5="accent5" accent6="accent6" hlink="hlink" folHlink="folHlink"/>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18_Custom Layout">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0475DB48-571A-AA56-CF19-3845BC5C3CA6}"/>
              </a:ext>
            </a:extLst>
          </p:cNvPr>
          <p:cNvGrpSpPr/>
          <p:nvPr userDrawn="1"/>
        </p:nvGrpSpPr>
        <p:grpSpPr>
          <a:xfrm>
            <a:off x="3682093" y="350635"/>
            <a:ext cx="3245365" cy="5940164"/>
            <a:chOff x="3402845" y="350635"/>
            <a:chExt cx="4104859" cy="5940164"/>
          </a:xfrm>
        </p:grpSpPr>
        <p:sp>
          <p:nvSpPr>
            <p:cNvPr id="11" name="Rounded Rectangle 1">
              <a:extLst>
                <a:ext uri="{FF2B5EF4-FFF2-40B4-BE49-F238E27FC236}">
                  <a16:creationId xmlns:a16="http://schemas.microsoft.com/office/drawing/2014/main" id="{84F8862C-64D5-5505-53A6-ADBC900E4529}"/>
                </a:ext>
              </a:extLst>
            </p:cNvPr>
            <p:cNvSpPr/>
            <p:nvPr userDrawn="1"/>
          </p:nvSpPr>
          <p:spPr>
            <a:xfrm>
              <a:off x="3402845" y="350635"/>
              <a:ext cx="3219680" cy="873149"/>
            </a:xfrm>
            <a:custGeom>
              <a:avLst/>
              <a:gdLst>
                <a:gd name="connsiteX0" fmla="*/ 0 w 2481942"/>
                <a:gd name="connsiteY0" fmla="*/ 145528 h 873149"/>
                <a:gd name="connsiteX1" fmla="*/ 145528 w 2481942"/>
                <a:gd name="connsiteY1" fmla="*/ 0 h 873149"/>
                <a:gd name="connsiteX2" fmla="*/ 2336414 w 2481942"/>
                <a:gd name="connsiteY2" fmla="*/ 0 h 873149"/>
                <a:gd name="connsiteX3" fmla="*/ 2481942 w 2481942"/>
                <a:gd name="connsiteY3" fmla="*/ 145528 h 873149"/>
                <a:gd name="connsiteX4" fmla="*/ 2481942 w 2481942"/>
                <a:gd name="connsiteY4" fmla="*/ 727621 h 873149"/>
                <a:gd name="connsiteX5" fmla="*/ 2336414 w 2481942"/>
                <a:gd name="connsiteY5" fmla="*/ 873149 h 873149"/>
                <a:gd name="connsiteX6" fmla="*/ 145528 w 2481942"/>
                <a:gd name="connsiteY6" fmla="*/ 873149 h 873149"/>
                <a:gd name="connsiteX7" fmla="*/ 0 w 2481942"/>
                <a:gd name="connsiteY7" fmla="*/ 727621 h 873149"/>
                <a:gd name="connsiteX8" fmla="*/ 0 w 2481942"/>
                <a:gd name="connsiteY8" fmla="*/ 145528 h 873149"/>
                <a:gd name="connsiteX0" fmla="*/ 0 w 2481942"/>
                <a:gd name="connsiteY0" fmla="*/ 145528 h 873149"/>
                <a:gd name="connsiteX1" fmla="*/ 145528 w 2481942"/>
                <a:gd name="connsiteY1" fmla="*/ 0 h 873149"/>
                <a:gd name="connsiteX2" fmla="*/ 2336414 w 2481942"/>
                <a:gd name="connsiteY2" fmla="*/ 0 h 873149"/>
                <a:gd name="connsiteX3" fmla="*/ 2481942 w 2481942"/>
                <a:gd name="connsiteY3" fmla="*/ 145528 h 873149"/>
                <a:gd name="connsiteX4" fmla="*/ 2481942 w 2481942"/>
                <a:gd name="connsiteY4" fmla="*/ 727621 h 873149"/>
                <a:gd name="connsiteX5" fmla="*/ 2336414 w 2481942"/>
                <a:gd name="connsiteY5" fmla="*/ 873149 h 873149"/>
                <a:gd name="connsiteX6" fmla="*/ 461787 w 2481942"/>
                <a:gd name="connsiteY6" fmla="*/ 873149 h 873149"/>
                <a:gd name="connsiteX7" fmla="*/ 0 w 2481942"/>
                <a:gd name="connsiteY7" fmla="*/ 727621 h 873149"/>
                <a:gd name="connsiteX8" fmla="*/ 0 w 2481942"/>
                <a:gd name="connsiteY8" fmla="*/ 145528 h 873149"/>
                <a:gd name="connsiteX0" fmla="*/ 0 w 2481942"/>
                <a:gd name="connsiteY0" fmla="*/ 145528 h 873149"/>
                <a:gd name="connsiteX1" fmla="*/ 145528 w 2481942"/>
                <a:gd name="connsiteY1" fmla="*/ 0 h 873149"/>
                <a:gd name="connsiteX2" fmla="*/ 2336414 w 2481942"/>
                <a:gd name="connsiteY2" fmla="*/ 0 h 873149"/>
                <a:gd name="connsiteX3" fmla="*/ 2481942 w 2481942"/>
                <a:gd name="connsiteY3" fmla="*/ 145528 h 873149"/>
                <a:gd name="connsiteX4" fmla="*/ 2481942 w 2481942"/>
                <a:gd name="connsiteY4" fmla="*/ 727621 h 873149"/>
                <a:gd name="connsiteX5" fmla="*/ 2336414 w 2481942"/>
                <a:gd name="connsiteY5" fmla="*/ 873149 h 873149"/>
                <a:gd name="connsiteX6" fmla="*/ 461787 w 2481942"/>
                <a:gd name="connsiteY6" fmla="*/ 873149 h 873149"/>
                <a:gd name="connsiteX7" fmla="*/ 254382 w 2481942"/>
                <a:gd name="connsiteY7" fmla="*/ 672619 h 873149"/>
                <a:gd name="connsiteX8" fmla="*/ 0 w 2481942"/>
                <a:gd name="connsiteY8" fmla="*/ 145528 h 87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81942" h="873149">
                  <a:moveTo>
                    <a:pt x="0" y="145528"/>
                  </a:moveTo>
                  <a:cubicBezTo>
                    <a:pt x="0" y="65155"/>
                    <a:pt x="65155" y="0"/>
                    <a:pt x="145528" y="0"/>
                  </a:cubicBezTo>
                  <a:lnTo>
                    <a:pt x="2336414" y="0"/>
                  </a:lnTo>
                  <a:cubicBezTo>
                    <a:pt x="2416787" y="0"/>
                    <a:pt x="2481942" y="65155"/>
                    <a:pt x="2481942" y="145528"/>
                  </a:cubicBezTo>
                  <a:lnTo>
                    <a:pt x="2481942" y="727621"/>
                  </a:lnTo>
                  <a:cubicBezTo>
                    <a:pt x="2481942" y="807994"/>
                    <a:pt x="2416787" y="873149"/>
                    <a:pt x="2336414" y="873149"/>
                  </a:cubicBezTo>
                  <a:lnTo>
                    <a:pt x="461787" y="873149"/>
                  </a:lnTo>
                  <a:cubicBezTo>
                    <a:pt x="381414" y="873149"/>
                    <a:pt x="254382" y="752992"/>
                    <a:pt x="254382" y="672619"/>
                  </a:cubicBezTo>
                  <a:lnTo>
                    <a:pt x="0" y="145528"/>
                  </a:lnTo>
                  <a:close/>
                </a:path>
              </a:pathLst>
            </a:cu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1E567BDD-7C0E-3201-D76C-24D20DA01BD5}"/>
                </a:ext>
              </a:extLst>
            </p:cNvPr>
            <p:cNvSpPr/>
            <p:nvPr userDrawn="1"/>
          </p:nvSpPr>
          <p:spPr>
            <a:xfrm>
              <a:off x="4530750" y="1615670"/>
              <a:ext cx="2674447" cy="873149"/>
            </a:xfrm>
            <a:prstGeom prst="roundRect">
              <a:avLst/>
            </a:prstGeom>
            <a:solidFill>
              <a:srgbClr val="22D6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4AC08120-884E-EE3C-A1A3-D40895BC1403}"/>
                </a:ext>
              </a:extLst>
            </p:cNvPr>
            <p:cNvSpPr/>
            <p:nvPr userDrawn="1"/>
          </p:nvSpPr>
          <p:spPr>
            <a:xfrm>
              <a:off x="4833257" y="2880705"/>
              <a:ext cx="2674447" cy="873149"/>
            </a:xfrm>
            <a:prstGeom prst="round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a:extLst>
                <a:ext uri="{FF2B5EF4-FFF2-40B4-BE49-F238E27FC236}">
                  <a16:creationId xmlns:a16="http://schemas.microsoft.com/office/drawing/2014/main" id="{8FA7F4FA-3ADB-EB5B-9F5D-F07937079891}"/>
                </a:ext>
              </a:extLst>
            </p:cNvPr>
            <p:cNvSpPr/>
            <p:nvPr userDrawn="1"/>
          </p:nvSpPr>
          <p:spPr>
            <a:xfrm>
              <a:off x="4723255" y="4145740"/>
              <a:ext cx="2481942" cy="873149"/>
            </a:xfrm>
            <a:prstGeom prst="roundRect">
              <a:avLst/>
            </a:prstGeom>
            <a:solidFill>
              <a:srgbClr val="A6F2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7">
              <a:extLst>
                <a:ext uri="{FF2B5EF4-FFF2-40B4-BE49-F238E27FC236}">
                  <a16:creationId xmlns:a16="http://schemas.microsoft.com/office/drawing/2014/main" id="{0A5A8CA6-9CEE-812C-D378-F0C9AA2E47A6}"/>
                </a:ext>
              </a:extLst>
            </p:cNvPr>
            <p:cNvSpPr/>
            <p:nvPr userDrawn="1"/>
          </p:nvSpPr>
          <p:spPr>
            <a:xfrm>
              <a:off x="3755920" y="5410775"/>
              <a:ext cx="2866605" cy="880024"/>
            </a:xfrm>
            <a:custGeom>
              <a:avLst/>
              <a:gdLst>
                <a:gd name="connsiteX0" fmla="*/ 0 w 2866954"/>
                <a:gd name="connsiteY0" fmla="*/ 145528 h 873149"/>
                <a:gd name="connsiteX1" fmla="*/ 145528 w 2866954"/>
                <a:gd name="connsiteY1" fmla="*/ 0 h 873149"/>
                <a:gd name="connsiteX2" fmla="*/ 2721426 w 2866954"/>
                <a:gd name="connsiteY2" fmla="*/ 0 h 873149"/>
                <a:gd name="connsiteX3" fmla="*/ 2866954 w 2866954"/>
                <a:gd name="connsiteY3" fmla="*/ 145528 h 873149"/>
                <a:gd name="connsiteX4" fmla="*/ 2866954 w 2866954"/>
                <a:gd name="connsiteY4" fmla="*/ 727621 h 873149"/>
                <a:gd name="connsiteX5" fmla="*/ 2721426 w 2866954"/>
                <a:gd name="connsiteY5" fmla="*/ 873149 h 873149"/>
                <a:gd name="connsiteX6" fmla="*/ 145528 w 2866954"/>
                <a:gd name="connsiteY6" fmla="*/ 873149 h 873149"/>
                <a:gd name="connsiteX7" fmla="*/ 0 w 2866954"/>
                <a:gd name="connsiteY7" fmla="*/ 727621 h 873149"/>
                <a:gd name="connsiteX8" fmla="*/ 0 w 2866954"/>
                <a:gd name="connsiteY8" fmla="*/ 145528 h 873149"/>
                <a:gd name="connsiteX0" fmla="*/ 0 w 2866954"/>
                <a:gd name="connsiteY0" fmla="*/ 152403 h 880024"/>
                <a:gd name="connsiteX1" fmla="*/ 461787 w 2866954"/>
                <a:gd name="connsiteY1" fmla="*/ 0 h 880024"/>
                <a:gd name="connsiteX2" fmla="*/ 2721426 w 2866954"/>
                <a:gd name="connsiteY2" fmla="*/ 6875 h 880024"/>
                <a:gd name="connsiteX3" fmla="*/ 2866954 w 2866954"/>
                <a:gd name="connsiteY3" fmla="*/ 152403 h 880024"/>
                <a:gd name="connsiteX4" fmla="*/ 2866954 w 2866954"/>
                <a:gd name="connsiteY4" fmla="*/ 734496 h 880024"/>
                <a:gd name="connsiteX5" fmla="*/ 2721426 w 2866954"/>
                <a:gd name="connsiteY5" fmla="*/ 880024 h 880024"/>
                <a:gd name="connsiteX6" fmla="*/ 145528 w 2866954"/>
                <a:gd name="connsiteY6" fmla="*/ 880024 h 880024"/>
                <a:gd name="connsiteX7" fmla="*/ 0 w 2866954"/>
                <a:gd name="connsiteY7" fmla="*/ 734496 h 880024"/>
                <a:gd name="connsiteX8" fmla="*/ 0 w 2866954"/>
                <a:gd name="connsiteY8" fmla="*/ 152403 h 880024"/>
                <a:gd name="connsiteX0" fmla="*/ 302508 w 2866954"/>
                <a:gd name="connsiteY0" fmla="*/ 186779 h 880024"/>
                <a:gd name="connsiteX1" fmla="*/ 461787 w 2866954"/>
                <a:gd name="connsiteY1" fmla="*/ 0 h 880024"/>
                <a:gd name="connsiteX2" fmla="*/ 2721426 w 2866954"/>
                <a:gd name="connsiteY2" fmla="*/ 6875 h 880024"/>
                <a:gd name="connsiteX3" fmla="*/ 2866954 w 2866954"/>
                <a:gd name="connsiteY3" fmla="*/ 152403 h 880024"/>
                <a:gd name="connsiteX4" fmla="*/ 2866954 w 2866954"/>
                <a:gd name="connsiteY4" fmla="*/ 734496 h 880024"/>
                <a:gd name="connsiteX5" fmla="*/ 2721426 w 2866954"/>
                <a:gd name="connsiteY5" fmla="*/ 880024 h 880024"/>
                <a:gd name="connsiteX6" fmla="*/ 145528 w 2866954"/>
                <a:gd name="connsiteY6" fmla="*/ 880024 h 880024"/>
                <a:gd name="connsiteX7" fmla="*/ 0 w 2866954"/>
                <a:gd name="connsiteY7" fmla="*/ 734496 h 880024"/>
                <a:gd name="connsiteX8" fmla="*/ 302508 w 2866954"/>
                <a:gd name="connsiteY8" fmla="*/ 186779 h 880024"/>
                <a:gd name="connsiteX0" fmla="*/ 302508 w 2866954"/>
                <a:gd name="connsiteY0" fmla="*/ 186779 h 880024"/>
                <a:gd name="connsiteX1" fmla="*/ 735085 w 2866954"/>
                <a:gd name="connsiteY1" fmla="*/ 0 h 880024"/>
                <a:gd name="connsiteX2" fmla="*/ 2721426 w 2866954"/>
                <a:gd name="connsiteY2" fmla="*/ 6875 h 880024"/>
                <a:gd name="connsiteX3" fmla="*/ 2866954 w 2866954"/>
                <a:gd name="connsiteY3" fmla="*/ 152403 h 880024"/>
                <a:gd name="connsiteX4" fmla="*/ 2866954 w 2866954"/>
                <a:gd name="connsiteY4" fmla="*/ 734496 h 880024"/>
                <a:gd name="connsiteX5" fmla="*/ 2721426 w 2866954"/>
                <a:gd name="connsiteY5" fmla="*/ 880024 h 880024"/>
                <a:gd name="connsiteX6" fmla="*/ 145528 w 2866954"/>
                <a:gd name="connsiteY6" fmla="*/ 880024 h 880024"/>
                <a:gd name="connsiteX7" fmla="*/ 0 w 2866954"/>
                <a:gd name="connsiteY7" fmla="*/ 734496 h 880024"/>
                <a:gd name="connsiteX8" fmla="*/ 302508 w 2866954"/>
                <a:gd name="connsiteY8" fmla="*/ 186779 h 880024"/>
                <a:gd name="connsiteX0" fmla="*/ 536762 w 2866954"/>
                <a:gd name="connsiteY0" fmla="*/ 194943 h 880024"/>
                <a:gd name="connsiteX1" fmla="*/ 735085 w 2866954"/>
                <a:gd name="connsiteY1" fmla="*/ 0 h 880024"/>
                <a:gd name="connsiteX2" fmla="*/ 2721426 w 2866954"/>
                <a:gd name="connsiteY2" fmla="*/ 6875 h 880024"/>
                <a:gd name="connsiteX3" fmla="*/ 2866954 w 2866954"/>
                <a:gd name="connsiteY3" fmla="*/ 152403 h 880024"/>
                <a:gd name="connsiteX4" fmla="*/ 2866954 w 2866954"/>
                <a:gd name="connsiteY4" fmla="*/ 734496 h 880024"/>
                <a:gd name="connsiteX5" fmla="*/ 2721426 w 2866954"/>
                <a:gd name="connsiteY5" fmla="*/ 880024 h 880024"/>
                <a:gd name="connsiteX6" fmla="*/ 145528 w 2866954"/>
                <a:gd name="connsiteY6" fmla="*/ 880024 h 880024"/>
                <a:gd name="connsiteX7" fmla="*/ 0 w 2866954"/>
                <a:gd name="connsiteY7" fmla="*/ 734496 h 880024"/>
                <a:gd name="connsiteX8" fmla="*/ 536762 w 2866954"/>
                <a:gd name="connsiteY8" fmla="*/ 194943 h 880024"/>
                <a:gd name="connsiteX0" fmla="*/ 411493 w 2741685"/>
                <a:gd name="connsiteY0" fmla="*/ 194943 h 880024"/>
                <a:gd name="connsiteX1" fmla="*/ 609816 w 2741685"/>
                <a:gd name="connsiteY1" fmla="*/ 0 h 880024"/>
                <a:gd name="connsiteX2" fmla="*/ 2596157 w 2741685"/>
                <a:gd name="connsiteY2" fmla="*/ 6875 h 880024"/>
                <a:gd name="connsiteX3" fmla="*/ 2741685 w 2741685"/>
                <a:gd name="connsiteY3" fmla="*/ 152403 h 880024"/>
                <a:gd name="connsiteX4" fmla="*/ 2741685 w 2741685"/>
                <a:gd name="connsiteY4" fmla="*/ 734496 h 880024"/>
                <a:gd name="connsiteX5" fmla="*/ 2596157 w 2741685"/>
                <a:gd name="connsiteY5" fmla="*/ 880024 h 880024"/>
                <a:gd name="connsiteX6" fmla="*/ 20259 w 2741685"/>
                <a:gd name="connsiteY6" fmla="*/ 880024 h 880024"/>
                <a:gd name="connsiteX7" fmla="*/ 124603 w 2741685"/>
                <a:gd name="connsiteY7" fmla="*/ 693674 h 880024"/>
                <a:gd name="connsiteX8" fmla="*/ 411493 w 2741685"/>
                <a:gd name="connsiteY8" fmla="*/ 194943 h 880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1685" h="880024">
                  <a:moveTo>
                    <a:pt x="411493" y="194943"/>
                  </a:moveTo>
                  <a:cubicBezTo>
                    <a:pt x="411493" y="114570"/>
                    <a:pt x="529443" y="0"/>
                    <a:pt x="609816" y="0"/>
                  </a:cubicBezTo>
                  <a:lnTo>
                    <a:pt x="2596157" y="6875"/>
                  </a:lnTo>
                  <a:cubicBezTo>
                    <a:pt x="2676530" y="6875"/>
                    <a:pt x="2741685" y="72030"/>
                    <a:pt x="2741685" y="152403"/>
                  </a:cubicBezTo>
                  <a:lnTo>
                    <a:pt x="2741685" y="734496"/>
                  </a:lnTo>
                  <a:cubicBezTo>
                    <a:pt x="2741685" y="814869"/>
                    <a:pt x="2676530" y="880024"/>
                    <a:pt x="2596157" y="880024"/>
                  </a:cubicBezTo>
                  <a:lnTo>
                    <a:pt x="20259" y="880024"/>
                  </a:lnTo>
                  <a:cubicBezTo>
                    <a:pt x="-60114" y="880024"/>
                    <a:pt x="124603" y="774047"/>
                    <a:pt x="124603" y="693674"/>
                  </a:cubicBezTo>
                  <a:lnTo>
                    <a:pt x="411493" y="194943"/>
                  </a:lnTo>
                  <a:close/>
                </a:path>
              </a:pathLst>
            </a:custGeom>
            <a:solidFill>
              <a:srgbClr val="CCFA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Slide Number Placeholder 2">
            <a:extLst>
              <a:ext uri="{FF2B5EF4-FFF2-40B4-BE49-F238E27FC236}">
                <a16:creationId xmlns:a16="http://schemas.microsoft.com/office/drawing/2014/main" id="{95118CF4-C06A-46FD-8A47-4ADA9D152CB9}"/>
              </a:ext>
            </a:extLst>
          </p:cNvPr>
          <p:cNvSpPr>
            <a:spLocks noGrp="1"/>
          </p:cNvSpPr>
          <p:nvPr>
            <p:ph type="sldNum" sz="quarter" idx="10"/>
          </p:nvPr>
        </p:nvSpPr>
        <p:spPr/>
        <p:txBody>
          <a:bodyPr/>
          <a:lstStyle>
            <a:lvl1pPr marL="0" algn="r" defTabSz="914400" rtl="0" eaLnBrk="1" latinLnBrk="0" hangingPunct="1">
              <a:defRPr lang="en-US" sz="1200" b="0" i="0" kern="1200" smtClean="0">
                <a:solidFill>
                  <a:schemeClr val="tx2"/>
                </a:solidFill>
                <a:latin typeface="Galano Grotesque" pitchFamily="2" charset="77"/>
                <a:ea typeface="+mn-ea"/>
                <a:cs typeface="+mn-cs"/>
              </a:defRPr>
            </a:lvl1pPr>
          </a:lstStyle>
          <a:p>
            <a:fld id="{43810C2F-5A3B-334F-B32E-597B62ACB14E}" type="slidenum">
              <a:rPr lang="en-US" smtClean="0"/>
              <a:pPr/>
              <a:t>‹#›</a:t>
            </a:fld>
            <a:endParaRPr lang="en-US"/>
          </a:p>
        </p:txBody>
      </p:sp>
      <p:pic>
        <p:nvPicPr>
          <p:cNvPr id="2" name="Picture 1">
            <a:extLst>
              <a:ext uri="{FF2B5EF4-FFF2-40B4-BE49-F238E27FC236}">
                <a16:creationId xmlns:a16="http://schemas.microsoft.com/office/drawing/2014/main" id="{8A784CA6-FF08-B31C-7772-1A9E27D4D33F}"/>
              </a:ext>
            </a:extLst>
          </p:cNvPr>
          <p:cNvPicPr>
            <a:picLocks noChangeAspect="1"/>
          </p:cNvPicPr>
          <p:nvPr userDrawn="1"/>
        </p:nvPicPr>
        <p:blipFill rotWithShape="1">
          <a:blip r:embed="rId2">
            <a:extLst>
              <a:ext uri="{28A0092B-C50C-407E-A947-70E740481C1C}">
                <a14:useLocalDpi xmlns:a14="http://schemas.microsoft.com/office/drawing/2010/main"/>
              </a:ext>
            </a:extLst>
          </a:blip>
          <a:srcRect t="7774" b="8097"/>
          <a:stretch/>
        </p:blipFill>
        <p:spPr>
          <a:xfrm>
            <a:off x="870173" y="-1"/>
            <a:ext cx="4394371" cy="6858001"/>
          </a:xfrm>
          <a:prstGeom prst="rect">
            <a:avLst/>
          </a:prstGeom>
          <a:effectLst>
            <a:outerShdw blurRad="138223" dist="38100" sx="100206" sy="100206" algn="l" rotWithShape="0">
              <a:prstClr val="black">
                <a:alpha val="40000"/>
              </a:prstClr>
            </a:outerShdw>
          </a:effectLst>
        </p:spPr>
      </p:pic>
    </p:spTree>
    <p:extLst>
      <p:ext uri="{BB962C8B-B14F-4D97-AF65-F5344CB8AC3E}">
        <p14:creationId xmlns:p14="http://schemas.microsoft.com/office/powerpoint/2010/main" val="3347821317"/>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19_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118CF4-C06A-46FD-8A47-4ADA9D152CB9}"/>
              </a:ext>
            </a:extLst>
          </p:cNvPr>
          <p:cNvSpPr>
            <a:spLocks noGrp="1"/>
          </p:cNvSpPr>
          <p:nvPr>
            <p:ph type="sldNum" sz="quarter" idx="10"/>
          </p:nvPr>
        </p:nvSpPr>
        <p:spPr/>
        <p:txBody>
          <a:bodyPr/>
          <a:lstStyle>
            <a:lvl1pPr marL="0" algn="r" defTabSz="914400" rtl="0" eaLnBrk="1" latinLnBrk="0" hangingPunct="1">
              <a:defRPr lang="en-US" sz="1200" b="0" i="0" kern="1200" smtClean="0">
                <a:solidFill>
                  <a:schemeClr val="tx2"/>
                </a:solidFill>
                <a:latin typeface="Galano Grotesque" pitchFamily="2" charset="77"/>
                <a:ea typeface="+mn-ea"/>
                <a:cs typeface="+mn-cs"/>
              </a:defRPr>
            </a:lvl1pPr>
          </a:lstStyle>
          <a:p>
            <a:fld id="{43810C2F-5A3B-334F-B32E-597B62ACB14E}" type="slidenum">
              <a:rPr lang="en-US" smtClean="0"/>
              <a:pPr/>
              <a:t>‹#›</a:t>
            </a:fld>
            <a:endParaRPr lang="en-US"/>
          </a:p>
        </p:txBody>
      </p:sp>
      <p:grpSp>
        <p:nvGrpSpPr>
          <p:cNvPr id="19" name="Group 18">
            <a:extLst>
              <a:ext uri="{FF2B5EF4-FFF2-40B4-BE49-F238E27FC236}">
                <a16:creationId xmlns:a16="http://schemas.microsoft.com/office/drawing/2014/main" id="{495CDD9F-100D-265F-6821-DA78CE962750}"/>
              </a:ext>
            </a:extLst>
          </p:cNvPr>
          <p:cNvGrpSpPr/>
          <p:nvPr userDrawn="1"/>
        </p:nvGrpSpPr>
        <p:grpSpPr>
          <a:xfrm>
            <a:off x="3722911" y="350635"/>
            <a:ext cx="3217385" cy="5940164"/>
            <a:chOff x="3624943" y="350635"/>
            <a:chExt cx="3882761" cy="5940164"/>
          </a:xfrm>
        </p:grpSpPr>
        <p:sp>
          <p:nvSpPr>
            <p:cNvPr id="2" name="Rounded Rectangle 1">
              <a:extLst>
                <a:ext uri="{FF2B5EF4-FFF2-40B4-BE49-F238E27FC236}">
                  <a16:creationId xmlns:a16="http://schemas.microsoft.com/office/drawing/2014/main" id="{54833F3F-D1A4-550C-D41A-AD62838A6E22}"/>
                </a:ext>
              </a:extLst>
            </p:cNvPr>
            <p:cNvSpPr/>
            <p:nvPr userDrawn="1"/>
          </p:nvSpPr>
          <p:spPr>
            <a:xfrm>
              <a:off x="3624943" y="350635"/>
              <a:ext cx="2997582" cy="873149"/>
            </a:xfrm>
            <a:custGeom>
              <a:avLst/>
              <a:gdLst>
                <a:gd name="connsiteX0" fmla="*/ 0 w 2481942"/>
                <a:gd name="connsiteY0" fmla="*/ 145528 h 873149"/>
                <a:gd name="connsiteX1" fmla="*/ 145528 w 2481942"/>
                <a:gd name="connsiteY1" fmla="*/ 0 h 873149"/>
                <a:gd name="connsiteX2" fmla="*/ 2336414 w 2481942"/>
                <a:gd name="connsiteY2" fmla="*/ 0 h 873149"/>
                <a:gd name="connsiteX3" fmla="*/ 2481942 w 2481942"/>
                <a:gd name="connsiteY3" fmla="*/ 145528 h 873149"/>
                <a:gd name="connsiteX4" fmla="*/ 2481942 w 2481942"/>
                <a:gd name="connsiteY4" fmla="*/ 727621 h 873149"/>
                <a:gd name="connsiteX5" fmla="*/ 2336414 w 2481942"/>
                <a:gd name="connsiteY5" fmla="*/ 873149 h 873149"/>
                <a:gd name="connsiteX6" fmla="*/ 145528 w 2481942"/>
                <a:gd name="connsiteY6" fmla="*/ 873149 h 873149"/>
                <a:gd name="connsiteX7" fmla="*/ 0 w 2481942"/>
                <a:gd name="connsiteY7" fmla="*/ 727621 h 873149"/>
                <a:gd name="connsiteX8" fmla="*/ 0 w 2481942"/>
                <a:gd name="connsiteY8" fmla="*/ 145528 h 873149"/>
                <a:gd name="connsiteX0" fmla="*/ 0 w 2481942"/>
                <a:gd name="connsiteY0" fmla="*/ 145528 h 873149"/>
                <a:gd name="connsiteX1" fmla="*/ 145528 w 2481942"/>
                <a:gd name="connsiteY1" fmla="*/ 0 h 873149"/>
                <a:gd name="connsiteX2" fmla="*/ 2336414 w 2481942"/>
                <a:gd name="connsiteY2" fmla="*/ 0 h 873149"/>
                <a:gd name="connsiteX3" fmla="*/ 2481942 w 2481942"/>
                <a:gd name="connsiteY3" fmla="*/ 145528 h 873149"/>
                <a:gd name="connsiteX4" fmla="*/ 2481942 w 2481942"/>
                <a:gd name="connsiteY4" fmla="*/ 727621 h 873149"/>
                <a:gd name="connsiteX5" fmla="*/ 2336414 w 2481942"/>
                <a:gd name="connsiteY5" fmla="*/ 873149 h 873149"/>
                <a:gd name="connsiteX6" fmla="*/ 461787 w 2481942"/>
                <a:gd name="connsiteY6" fmla="*/ 873149 h 873149"/>
                <a:gd name="connsiteX7" fmla="*/ 0 w 2481942"/>
                <a:gd name="connsiteY7" fmla="*/ 727621 h 873149"/>
                <a:gd name="connsiteX8" fmla="*/ 0 w 2481942"/>
                <a:gd name="connsiteY8" fmla="*/ 145528 h 873149"/>
                <a:gd name="connsiteX0" fmla="*/ 0 w 2481942"/>
                <a:gd name="connsiteY0" fmla="*/ 145528 h 873149"/>
                <a:gd name="connsiteX1" fmla="*/ 145528 w 2481942"/>
                <a:gd name="connsiteY1" fmla="*/ 0 h 873149"/>
                <a:gd name="connsiteX2" fmla="*/ 2336414 w 2481942"/>
                <a:gd name="connsiteY2" fmla="*/ 0 h 873149"/>
                <a:gd name="connsiteX3" fmla="*/ 2481942 w 2481942"/>
                <a:gd name="connsiteY3" fmla="*/ 145528 h 873149"/>
                <a:gd name="connsiteX4" fmla="*/ 2481942 w 2481942"/>
                <a:gd name="connsiteY4" fmla="*/ 727621 h 873149"/>
                <a:gd name="connsiteX5" fmla="*/ 2336414 w 2481942"/>
                <a:gd name="connsiteY5" fmla="*/ 873149 h 873149"/>
                <a:gd name="connsiteX6" fmla="*/ 461787 w 2481942"/>
                <a:gd name="connsiteY6" fmla="*/ 873149 h 873149"/>
                <a:gd name="connsiteX7" fmla="*/ 254382 w 2481942"/>
                <a:gd name="connsiteY7" fmla="*/ 672619 h 873149"/>
                <a:gd name="connsiteX8" fmla="*/ 0 w 2481942"/>
                <a:gd name="connsiteY8" fmla="*/ 145528 h 87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81942" h="873149">
                  <a:moveTo>
                    <a:pt x="0" y="145528"/>
                  </a:moveTo>
                  <a:cubicBezTo>
                    <a:pt x="0" y="65155"/>
                    <a:pt x="65155" y="0"/>
                    <a:pt x="145528" y="0"/>
                  </a:cubicBezTo>
                  <a:lnTo>
                    <a:pt x="2336414" y="0"/>
                  </a:lnTo>
                  <a:cubicBezTo>
                    <a:pt x="2416787" y="0"/>
                    <a:pt x="2481942" y="65155"/>
                    <a:pt x="2481942" y="145528"/>
                  </a:cubicBezTo>
                  <a:lnTo>
                    <a:pt x="2481942" y="727621"/>
                  </a:lnTo>
                  <a:cubicBezTo>
                    <a:pt x="2481942" y="807994"/>
                    <a:pt x="2416787" y="873149"/>
                    <a:pt x="2336414" y="873149"/>
                  </a:cubicBezTo>
                  <a:lnTo>
                    <a:pt x="461787" y="873149"/>
                  </a:lnTo>
                  <a:cubicBezTo>
                    <a:pt x="381414" y="873149"/>
                    <a:pt x="254382" y="752992"/>
                    <a:pt x="254382" y="672619"/>
                  </a:cubicBezTo>
                  <a:lnTo>
                    <a:pt x="0" y="145528"/>
                  </a:lnTo>
                  <a:close/>
                </a:path>
              </a:pathLst>
            </a:custGeom>
            <a:solidFill>
              <a:srgbClr val="8224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4" name="Rounded Rectangle 3">
              <a:extLst>
                <a:ext uri="{FF2B5EF4-FFF2-40B4-BE49-F238E27FC236}">
                  <a16:creationId xmlns:a16="http://schemas.microsoft.com/office/drawing/2014/main" id="{23D31D1B-9F49-3D3A-D293-BCA42403881A}"/>
                </a:ext>
              </a:extLst>
            </p:cNvPr>
            <p:cNvSpPr/>
            <p:nvPr userDrawn="1"/>
          </p:nvSpPr>
          <p:spPr>
            <a:xfrm>
              <a:off x="4616851" y="1615670"/>
              <a:ext cx="2588345" cy="873149"/>
            </a:xfrm>
            <a:prstGeom prst="roundRect">
              <a:avLst/>
            </a:prstGeom>
            <a:solidFill>
              <a:srgbClr val="B0589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5" name="Rounded Rectangle 4">
              <a:extLst>
                <a:ext uri="{FF2B5EF4-FFF2-40B4-BE49-F238E27FC236}">
                  <a16:creationId xmlns:a16="http://schemas.microsoft.com/office/drawing/2014/main" id="{4400ED15-E979-91DB-4F99-94FD442034AE}"/>
                </a:ext>
              </a:extLst>
            </p:cNvPr>
            <p:cNvSpPr/>
            <p:nvPr userDrawn="1"/>
          </p:nvSpPr>
          <p:spPr>
            <a:xfrm>
              <a:off x="4833257" y="2880705"/>
              <a:ext cx="2674447" cy="873149"/>
            </a:xfrm>
            <a:prstGeom prst="roundRect">
              <a:avLst/>
            </a:prstGeom>
            <a:solidFill>
              <a:srgbClr val="DC8A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 name="Rounded Rectangle 5">
              <a:extLst>
                <a:ext uri="{FF2B5EF4-FFF2-40B4-BE49-F238E27FC236}">
                  <a16:creationId xmlns:a16="http://schemas.microsoft.com/office/drawing/2014/main" id="{71085FBD-B522-4040-A0FA-6CD28246B0B8}"/>
                </a:ext>
              </a:extLst>
            </p:cNvPr>
            <p:cNvSpPr/>
            <p:nvPr userDrawn="1"/>
          </p:nvSpPr>
          <p:spPr>
            <a:xfrm>
              <a:off x="4723255" y="4145740"/>
              <a:ext cx="2481942" cy="873149"/>
            </a:xfrm>
            <a:prstGeom prst="round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8" name="Rounded Rectangle 7">
              <a:extLst>
                <a:ext uri="{FF2B5EF4-FFF2-40B4-BE49-F238E27FC236}">
                  <a16:creationId xmlns:a16="http://schemas.microsoft.com/office/drawing/2014/main" id="{365C2D84-93F4-F06D-B3B8-75E7A869878D}"/>
                </a:ext>
              </a:extLst>
            </p:cNvPr>
            <p:cNvSpPr/>
            <p:nvPr userDrawn="1"/>
          </p:nvSpPr>
          <p:spPr>
            <a:xfrm>
              <a:off x="3755920" y="5410775"/>
              <a:ext cx="2866605" cy="880024"/>
            </a:xfrm>
            <a:custGeom>
              <a:avLst/>
              <a:gdLst>
                <a:gd name="connsiteX0" fmla="*/ 0 w 2866954"/>
                <a:gd name="connsiteY0" fmla="*/ 145528 h 873149"/>
                <a:gd name="connsiteX1" fmla="*/ 145528 w 2866954"/>
                <a:gd name="connsiteY1" fmla="*/ 0 h 873149"/>
                <a:gd name="connsiteX2" fmla="*/ 2721426 w 2866954"/>
                <a:gd name="connsiteY2" fmla="*/ 0 h 873149"/>
                <a:gd name="connsiteX3" fmla="*/ 2866954 w 2866954"/>
                <a:gd name="connsiteY3" fmla="*/ 145528 h 873149"/>
                <a:gd name="connsiteX4" fmla="*/ 2866954 w 2866954"/>
                <a:gd name="connsiteY4" fmla="*/ 727621 h 873149"/>
                <a:gd name="connsiteX5" fmla="*/ 2721426 w 2866954"/>
                <a:gd name="connsiteY5" fmla="*/ 873149 h 873149"/>
                <a:gd name="connsiteX6" fmla="*/ 145528 w 2866954"/>
                <a:gd name="connsiteY6" fmla="*/ 873149 h 873149"/>
                <a:gd name="connsiteX7" fmla="*/ 0 w 2866954"/>
                <a:gd name="connsiteY7" fmla="*/ 727621 h 873149"/>
                <a:gd name="connsiteX8" fmla="*/ 0 w 2866954"/>
                <a:gd name="connsiteY8" fmla="*/ 145528 h 873149"/>
                <a:gd name="connsiteX0" fmla="*/ 0 w 2866954"/>
                <a:gd name="connsiteY0" fmla="*/ 152403 h 880024"/>
                <a:gd name="connsiteX1" fmla="*/ 461787 w 2866954"/>
                <a:gd name="connsiteY1" fmla="*/ 0 h 880024"/>
                <a:gd name="connsiteX2" fmla="*/ 2721426 w 2866954"/>
                <a:gd name="connsiteY2" fmla="*/ 6875 h 880024"/>
                <a:gd name="connsiteX3" fmla="*/ 2866954 w 2866954"/>
                <a:gd name="connsiteY3" fmla="*/ 152403 h 880024"/>
                <a:gd name="connsiteX4" fmla="*/ 2866954 w 2866954"/>
                <a:gd name="connsiteY4" fmla="*/ 734496 h 880024"/>
                <a:gd name="connsiteX5" fmla="*/ 2721426 w 2866954"/>
                <a:gd name="connsiteY5" fmla="*/ 880024 h 880024"/>
                <a:gd name="connsiteX6" fmla="*/ 145528 w 2866954"/>
                <a:gd name="connsiteY6" fmla="*/ 880024 h 880024"/>
                <a:gd name="connsiteX7" fmla="*/ 0 w 2866954"/>
                <a:gd name="connsiteY7" fmla="*/ 734496 h 880024"/>
                <a:gd name="connsiteX8" fmla="*/ 0 w 2866954"/>
                <a:gd name="connsiteY8" fmla="*/ 152403 h 880024"/>
                <a:gd name="connsiteX0" fmla="*/ 302508 w 2866954"/>
                <a:gd name="connsiteY0" fmla="*/ 186779 h 880024"/>
                <a:gd name="connsiteX1" fmla="*/ 461787 w 2866954"/>
                <a:gd name="connsiteY1" fmla="*/ 0 h 880024"/>
                <a:gd name="connsiteX2" fmla="*/ 2721426 w 2866954"/>
                <a:gd name="connsiteY2" fmla="*/ 6875 h 880024"/>
                <a:gd name="connsiteX3" fmla="*/ 2866954 w 2866954"/>
                <a:gd name="connsiteY3" fmla="*/ 152403 h 880024"/>
                <a:gd name="connsiteX4" fmla="*/ 2866954 w 2866954"/>
                <a:gd name="connsiteY4" fmla="*/ 734496 h 880024"/>
                <a:gd name="connsiteX5" fmla="*/ 2721426 w 2866954"/>
                <a:gd name="connsiteY5" fmla="*/ 880024 h 880024"/>
                <a:gd name="connsiteX6" fmla="*/ 145528 w 2866954"/>
                <a:gd name="connsiteY6" fmla="*/ 880024 h 880024"/>
                <a:gd name="connsiteX7" fmla="*/ 0 w 2866954"/>
                <a:gd name="connsiteY7" fmla="*/ 734496 h 880024"/>
                <a:gd name="connsiteX8" fmla="*/ 302508 w 2866954"/>
                <a:gd name="connsiteY8" fmla="*/ 186779 h 880024"/>
                <a:gd name="connsiteX0" fmla="*/ 302508 w 2866954"/>
                <a:gd name="connsiteY0" fmla="*/ 186779 h 880024"/>
                <a:gd name="connsiteX1" fmla="*/ 735085 w 2866954"/>
                <a:gd name="connsiteY1" fmla="*/ 0 h 880024"/>
                <a:gd name="connsiteX2" fmla="*/ 2721426 w 2866954"/>
                <a:gd name="connsiteY2" fmla="*/ 6875 h 880024"/>
                <a:gd name="connsiteX3" fmla="*/ 2866954 w 2866954"/>
                <a:gd name="connsiteY3" fmla="*/ 152403 h 880024"/>
                <a:gd name="connsiteX4" fmla="*/ 2866954 w 2866954"/>
                <a:gd name="connsiteY4" fmla="*/ 734496 h 880024"/>
                <a:gd name="connsiteX5" fmla="*/ 2721426 w 2866954"/>
                <a:gd name="connsiteY5" fmla="*/ 880024 h 880024"/>
                <a:gd name="connsiteX6" fmla="*/ 145528 w 2866954"/>
                <a:gd name="connsiteY6" fmla="*/ 880024 h 880024"/>
                <a:gd name="connsiteX7" fmla="*/ 0 w 2866954"/>
                <a:gd name="connsiteY7" fmla="*/ 734496 h 880024"/>
                <a:gd name="connsiteX8" fmla="*/ 302508 w 2866954"/>
                <a:gd name="connsiteY8" fmla="*/ 186779 h 880024"/>
                <a:gd name="connsiteX0" fmla="*/ 536762 w 2866954"/>
                <a:gd name="connsiteY0" fmla="*/ 194943 h 880024"/>
                <a:gd name="connsiteX1" fmla="*/ 735085 w 2866954"/>
                <a:gd name="connsiteY1" fmla="*/ 0 h 880024"/>
                <a:gd name="connsiteX2" fmla="*/ 2721426 w 2866954"/>
                <a:gd name="connsiteY2" fmla="*/ 6875 h 880024"/>
                <a:gd name="connsiteX3" fmla="*/ 2866954 w 2866954"/>
                <a:gd name="connsiteY3" fmla="*/ 152403 h 880024"/>
                <a:gd name="connsiteX4" fmla="*/ 2866954 w 2866954"/>
                <a:gd name="connsiteY4" fmla="*/ 734496 h 880024"/>
                <a:gd name="connsiteX5" fmla="*/ 2721426 w 2866954"/>
                <a:gd name="connsiteY5" fmla="*/ 880024 h 880024"/>
                <a:gd name="connsiteX6" fmla="*/ 145528 w 2866954"/>
                <a:gd name="connsiteY6" fmla="*/ 880024 h 880024"/>
                <a:gd name="connsiteX7" fmla="*/ 0 w 2866954"/>
                <a:gd name="connsiteY7" fmla="*/ 734496 h 880024"/>
                <a:gd name="connsiteX8" fmla="*/ 536762 w 2866954"/>
                <a:gd name="connsiteY8" fmla="*/ 194943 h 880024"/>
                <a:gd name="connsiteX0" fmla="*/ 411493 w 2741685"/>
                <a:gd name="connsiteY0" fmla="*/ 194943 h 880024"/>
                <a:gd name="connsiteX1" fmla="*/ 609816 w 2741685"/>
                <a:gd name="connsiteY1" fmla="*/ 0 h 880024"/>
                <a:gd name="connsiteX2" fmla="*/ 2596157 w 2741685"/>
                <a:gd name="connsiteY2" fmla="*/ 6875 h 880024"/>
                <a:gd name="connsiteX3" fmla="*/ 2741685 w 2741685"/>
                <a:gd name="connsiteY3" fmla="*/ 152403 h 880024"/>
                <a:gd name="connsiteX4" fmla="*/ 2741685 w 2741685"/>
                <a:gd name="connsiteY4" fmla="*/ 734496 h 880024"/>
                <a:gd name="connsiteX5" fmla="*/ 2596157 w 2741685"/>
                <a:gd name="connsiteY5" fmla="*/ 880024 h 880024"/>
                <a:gd name="connsiteX6" fmla="*/ 20259 w 2741685"/>
                <a:gd name="connsiteY6" fmla="*/ 880024 h 880024"/>
                <a:gd name="connsiteX7" fmla="*/ 124603 w 2741685"/>
                <a:gd name="connsiteY7" fmla="*/ 693674 h 880024"/>
                <a:gd name="connsiteX8" fmla="*/ 411493 w 2741685"/>
                <a:gd name="connsiteY8" fmla="*/ 194943 h 880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1685" h="880024">
                  <a:moveTo>
                    <a:pt x="411493" y="194943"/>
                  </a:moveTo>
                  <a:cubicBezTo>
                    <a:pt x="411493" y="114570"/>
                    <a:pt x="529443" y="0"/>
                    <a:pt x="609816" y="0"/>
                  </a:cubicBezTo>
                  <a:lnTo>
                    <a:pt x="2596157" y="6875"/>
                  </a:lnTo>
                  <a:cubicBezTo>
                    <a:pt x="2676530" y="6875"/>
                    <a:pt x="2741685" y="72030"/>
                    <a:pt x="2741685" y="152403"/>
                  </a:cubicBezTo>
                  <a:lnTo>
                    <a:pt x="2741685" y="734496"/>
                  </a:lnTo>
                  <a:cubicBezTo>
                    <a:pt x="2741685" y="814869"/>
                    <a:pt x="2676530" y="880024"/>
                    <a:pt x="2596157" y="880024"/>
                  </a:cubicBezTo>
                  <a:lnTo>
                    <a:pt x="20259" y="880024"/>
                  </a:lnTo>
                  <a:cubicBezTo>
                    <a:pt x="-60114" y="880024"/>
                    <a:pt x="124603" y="774047"/>
                    <a:pt x="124603" y="693674"/>
                  </a:cubicBezTo>
                  <a:lnTo>
                    <a:pt x="411493" y="194943"/>
                  </a:lnTo>
                  <a:close/>
                </a:path>
              </a:pathLst>
            </a:custGeom>
            <a:solidFill>
              <a:srgbClr val="FFB7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grpSp>
      <p:pic>
        <p:nvPicPr>
          <p:cNvPr id="12" name="Picture 11" descr="A pink circle with a black background&#10;&#10;Description automatically generated">
            <a:extLst>
              <a:ext uri="{FF2B5EF4-FFF2-40B4-BE49-F238E27FC236}">
                <a16:creationId xmlns:a16="http://schemas.microsoft.com/office/drawing/2014/main" id="{22080215-C655-2093-12D5-9E54D86DDAE9}"/>
              </a:ext>
            </a:extLst>
          </p:cNvPr>
          <p:cNvPicPr>
            <a:picLocks noChangeAspect="1"/>
          </p:cNvPicPr>
          <p:nvPr userDrawn="1"/>
        </p:nvPicPr>
        <p:blipFill rotWithShape="1">
          <a:blip r:embed="rId2">
            <a:extLst>
              <a:ext uri="{28A0092B-C50C-407E-A947-70E740481C1C}">
                <a14:useLocalDpi xmlns:a14="http://schemas.microsoft.com/office/drawing/2010/main"/>
              </a:ext>
            </a:extLst>
          </a:blip>
          <a:srcRect t="7870" b="7870"/>
          <a:stretch/>
        </p:blipFill>
        <p:spPr>
          <a:xfrm>
            <a:off x="873663" y="0"/>
            <a:ext cx="4394371" cy="6858000"/>
          </a:xfrm>
          <a:prstGeom prst="rect">
            <a:avLst/>
          </a:prstGeom>
          <a:effectLst>
            <a:outerShdw blurRad="127000" dist="38100" algn="l" rotWithShape="0">
              <a:prstClr val="black">
                <a:alpha val="40000"/>
              </a:prstClr>
            </a:outerShdw>
          </a:effectLst>
        </p:spPr>
      </p:pic>
    </p:spTree>
    <p:extLst>
      <p:ext uri="{BB962C8B-B14F-4D97-AF65-F5344CB8AC3E}">
        <p14:creationId xmlns:p14="http://schemas.microsoft.com/office/powerpoint/2010/main" val="2924083035"/>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Custom Layout">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6B95F22-DC9C-A444-ABEC-21D5EC88B890}"/>
              </a:ext>
            </a:extLst>
          </p:cNvPr>
          <p:cNvSpPr/>
          <p:nvPr userDrawn="1"/>
        </p:nvSpPr>
        <p:spPr>
          <a:xfrm>
            <a:off x="6010101" y="0"/>
            <a:ext cx="6181899" cy="6858000"/>
          </a:xfrm>
          <a:prstGeom prst="rect">
            <a:avLst/>
          </a:prstGeom>
          <a:solidFill>
            <a:srgbClr val="9542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a:latin typeface="Galano Grotesque" pitchFamily="2" charset="77"/>
            </a:endParaRPr>
          </a:p>
        </p:txBody>
      </p:sp>
      <p:sp>
        <p:nvSpPr>
          <p:cNvPr id="3" name="Slide Number Placeholder 2">
            <a:extLst>
              <a:ext uri="{FF2B5EF4-FFF2-40B4-BE49-F238E27FC236}">
                <a16:creationId xmlns:a16="http://schemas.microsoft.com/office/drawing/2014/main" id="{E54C93B9-1687-7F40-AC43-5BEDD6246754}"/>
              </a:ext>
            </a:extLst>
          </p:cNvPr>
          <p:cNvSpPr>
            <a:spLocks noGrp="1"/>
          </p:cNvSpPr>
          <p:nvPr>
            <p:ph type="sldNum" sz="quarter" idx="10"/>
          </p:nvPr>
        </p:nvSpPr>
        <p:spPr/>
        <p:txBody>
          <a:bodyPr/>
          <a:lstStyle>
            <a:lvl1pPr>
              <a:defRPr>
                <a:solidFill>
                  <a:schemeClr val="bg1"/>
                </a:solidFill>
              </a:defRPr>
            </a:lvl1pPr>
          </a:lstStyle>
          <a:p>
            <a:fld id="{43810C2F-5A3B-334F-B32E-597B62ACB14E}" type="slidenum">
              <a:rPr lang="en-US" smtClean="0"/>
              <a:pPr/>
              <a:t>‹#›</a:t>
            </a:fld>
            <a:endParaRPr lang="en-US"/>
          </a:p>
        </p:txBody>
      </p:sp>
      <p:sp>
        <p:nvSpPr>
          <p:cNvPr id="12" name="Content Placeholder 11">
            <a:extLst>
              <a:ext uri="{FF2B5EF4-FFF2-40B4-BE49-F238E27FC236}">
                <a16:creationId xmlns:a16="http://schemas.microsoft.com/office/drawing/2014/main" id="{D3978CB1-8939-45BB-B5B7-628D640B07A1}"/>
              </a:ext>
            </a:extLst>
          </p:cNvPr>
          <p:cNvSpPr>
            <a:spLocks noGrp="1"/>
          </p:cNvSpPr>
          <p:nvPr>
            <p:ph sz="quarter" idx="13"/>
          </p:nvPr>
        </p:nvSpPr>
        <p:spPr>
          <a:xfrm>
            <a:off x="6767990" y="980902"/>
            <a:ext cx="4570412" cy="4798492"/>
          </a:xfrm>
          <a:prstGeom prst="rect">
            <a:avLst/>
          </a:prstGeom>
        </p:spPr>
        <p:txBody>
          <a:bodyPr/>
          <a:lstStyle>
            <a:lvl1pPr>
              <a:defRPr sz="1400" b="0" i="0">
                <a:solidFill>
                  <a:schemeClr val="bg1"/>
                </a:solidFill>
                <a:latin typeface="Galano Grotesque" pitchFamily="2" charset="77"/>
                <a:cs typeface="Poppins" pitchFamily="2" charset="77"/>
              </a:defRPr>
            </a:lvl1pPr>
            <a:lvl2pPr>
              <a:defRPr sz="1400" b="0" i="0">
                <a:solidFill>
                  <a:schemeClr val="bg1"/>
                </a:solidFill>
                <a:latin typeface="Galano Grotesque" pitchFamily="2" charset="77"/>
                <a:cs typeface="Poppins" pitchFamily="2" charset="77"/>
              </a:defRPr>
            </a:lvl2pPr>
            <a:lvl3pPr>
              <a:defRPr sz="1400" b="0" i="0">
                <a:solidFill>
                  <a:schemeClr val="bg1"/>
                </a:solidFill>
                <a:latin typeface="Galano Grotesque" pitchFamily="2" charset="77"/>
                <a:cs typeface="Poppins" pitchFamily="2" charset="77"/>
              </a:defRPr>
            </a:lvl3pPr>
            <a:lvl4pPr>
              <a:defRPr sz="1400" b="0" i="0">
                <a:solidFill>
                  <a:schemeClr val="bg1"/>
                </a:solidFill>
                <a:latin typeface="Galano Grotesque" pitchFamily="2" charset="77"/>
                <a:cs typeface="Poppins" pitchFamily="2" charset="77"/>
              </a:defRPr>
            </a:lvl4pPr>
            <a:lvl5pPr>
              <a:defRPr sz="1400" b="0" i="0">
                <a:solidFill>
                  <a:schemeClr val="bg1"/>
                </a:solidFill>
                <a:latin typeface="Galano Grotesque" pitchFamily="2" charset="77"/>
                <a:cs typeface="Poppins"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4">
            <a:extLst>
              <a:ext uri="{FF2B5EF4-FFF2-40B4-BE49-F238E27FC236}">
                <a16:creationId xmlns:a16="http://schemas.microsoft.com/office/drawing/2014/main" id="{AA94A9A1-5175-454E-B5A2-2F11E2121542}"/>
              </a:ext>
            </a:extLst>
          </p:cNvPr>
          <p:cNvSpPr>
            <a:spLocks noGrp="1"/>
          </p:cNvSpPr>
          <p:nvPr>
            <p:ph type="title" hasCustomPrompt="1"/>
          </p:nvPr>
        </p:nvSpPr>
        <p:spPr>
          <a:xfrm>
            <a:off x="510798" y="583770"/>
            <a:ext cx="4913609" cy="457200"/>
          </a:xfrm>
        </p:spPr>
        <p:txBody>
          <a:bodyPr lIns="0"/>
          <a:lstStyle>
            <a:lvl1pPr algn="l" defTabSz="914377" rtl="0" eaLnBrk="1" latinLnBrk="0" hangingPunct="1">
              <a:lnSpc>
                <a:spcPct val="90000"/>
              </a:lnSpc>
              <a:spcBef>
                <a:spcPct val="0"/>
              </a:spcBef>
              <a:buNone/>
              <a:defRPr lang="en-US" sz="2400" b="1" i="0" kern="1200" spc="0" dirty="0">
                <a:solidFill>
                  <a:schemeClr val="tx2"/>
                </a:solidFill>
                <a:latin typeface="Galano Grotesque ExtraBold" panose="00000900000000000000" pitchFamily="50" charset="0"/>
                <a:ea typeface="+mj-ea"/>
                <a:cs typeface="+mj-cs"/>
              </a:defRPr>
            </a:lvl1pPr>
          </a:lstStyle>
          <a:p>
            <a:r>
              <a:rPr lang="en-US"/>
              <a:t>Header.</a:t>
            </a:r>
          </a:p>
        </p:txBody>
      </p:sp>
    </p:spTree>
    <p:extLst>
      <p:ext uri="{BB962C8B-B14F-4D97-AF65-F5344CB8AC3E}">
        <p14:creationId xmlns:p14="http://schemas.microsoft.com/office/powerpoint/2010/main" val="658204767"/>
      </p:ext>
    </p:extLst>
  </p:cSld>
  <p:clrMapOvr>
    <a:overrideClrMapping bg1="lt1" tx1="dk1" bg2="lt2" tx2="dk2" accent1="accent1" accent2="accent2" accent3="accent3" accent4="accent4" accent5="accent5" accent6="accent6" hlink="hlink" folHlink="folHlink"/>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5_Custom Layout">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6B95F22-DC9C-A444-ABEC-21D5EC88B890}"/>
              </a:ext>
            </a:extLst>
          </p:cNvPr>
          <p:cNvSpPr/>
          <p:nvPr userDrawn="1"/>
        </p:nvSpPr>
        <p:spPr>
          <a:xfrm>
            <a:off x="6010101" y="0"/>
            <a:ext cx="618189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a:latin typeface="Galano Grotesque" pitchFamily="2" charset="77"/>
            </a:endParaRPr>
          </a:p>
        </p:txBody>
      </p:sp>
      <p:sp>
        <p:nvSpPr>
          <p:cNvPr id="3" name="Slide Number Placeholder 2">
            <a:extLst>
              <a:ext uri="{FF2B5EF4-FFF2-40B4-BE49-F238E27FC236}">
                <a16:creationId xmlns:a16="http://schemas.microsoft.com/office/drawing/2014/main" id="{E54C93B9-1687-7F40-AC43-5BEDD6246754}"/>
              </a:ext>
            </a:extLst>
          </p:cNvPr>
          <p:cNvSpPr>
            <a:spLocks noGrp="1"/>
          </p:cNvSpPr>
          <p:nvPr>
            <p:ph type="sldNum" sz="quarter" idx="10"/>
          </p:nvPr>
        </p:nvSpPr>
        <p:spPr/>
        <p:txBody>
          <a:bodyPr/>
          <a:lstStyle>
            <a:lvl1pPr>
              <a:defRPr>
                <a:solidFill>
                  <a:schemeClr val="bg1"/>
                </a:solidFill>
              </a:defRPr>
            </a:lvl1pPr>
          </a:lstStyle>
          <a:p>
            <a:fld id="{43810C2F-5A3B-334F-B32E-597B62ACB14E}" type="slidenum">
              <a:rPr lang="en-US" smtClean="0"/>
              <a:pPr/>
              <a:t>‹#›</a:t>
            </a:fld>
            <a:endParaRPr lang="en-US"/>
          </a:p>
        </p:txBody>
      </p:sp>
      <p:sp>
        <p:nvSpPr>
          <p:cNvPr id="12" name="Content Placeholder 11">
            <a:extLst>
              <a:ext uri="{FF2B5EF4-FFF2-40B4-BE49-F238E27FC236}">
                <a16:creationId xmlns:a16="http://schemas.microsoft.com/office/drawing/2014/main" id="{D3978CB1-8939-45BB-B5B7-628D640B07A1}"/>
              </a:ext>
            </a:extLst>
          </p:cNvPr>
          <p:cNvSpPr>
            <a:spLocks noGrp="1"/>
          </p:cNvSpPr>
          <p:nvPr>
            <p:ph sz="quarter" idx="13"/>
          </p:nvPr>
        </p:nvSpPr>
        <p:spPr>
          <a:xfrm>
            <a:off x="6767990" y="980902"/>
            <a:ext cx="4570412" cy="4798492"/>
          </a:xfrm>
          <a:prstGeom prst="rect">
            <a:avLst/>
          </a:prstGeom>
        </p:spPr>
        <p:txBody>
          <a:bodyPr/>
          <a:lstStyle>
            <a:lvl1pPr>
              <a:defRPr sz="1400" b="0" i="0">
                <a:solidFill>
                  <a:schemeClr val="bg1"/>
                </a:solidFill>
                <a:latin typeface="Galano Grotesque" pitchFamily="2" charset="77"/>
                <a:cs typeface="Poppins" pitchFamily="2" charset="77"/>
              </a:defRPr>
            </a:lvl1pPr>
            <a:lvl2pPr>
              <a:defRPr sz="1400" b="0" i="0">
                <a:solidFill>
                  <a:schemeClr val="bg1"/>
                </a:solidFill>
                <a:latin typeface="Galano Grotesque" pitchFamily="2" charset="77"/>
                <a:cs typeface="Poppins" pitchFamily="2" charset="77"/>
              </a:defRPr>
            </a:lvl2pPr>
            <a:lvl3pPr>
              <a:defRPr sz="1400" b="0" i="0">
                <a:solidFill>
                  <a:schemeClr val="bg1"/>
                </a:solidFill>
                <a:latin typeface="Galano Grotesque" pitchFamily="2" charset="77"/>
                <a:cs typeface="Poppins" pitchFamily="2" charset="77"/>
              </a:defRPr>
            </a:lvl3pPr>
            <a:lvl4pPr>
              <a:defRPr sz="1400" b="0" i="0">
                <a:solidFill>
                  <a:schemeClr val="bg1"/>
                </a:solidFill>
                <a:latin typeface="Galano Grotesque" pitchFamily="2" charset="77"/>
                <a:cs typeface="Poppins" pitchFamily="2" charset="77"/>
              </a:defRPr>
            </a:lvl4pPr>
            <a:lvl5pPr>
              <a:defRPr sz="1400" b="0" i="0">
                <a:solidFill>
                  <a:schemeClr val="bg1"/>
                </a:solidFill>
                <a:latin typeface="Galano Grotesque" pitchFamily="2" charset="77"/>
                <a:cs typeface="Poppins"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558E3CF1-7712-21B6-D6F6-0F21E4E33409}"/>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355" t="-1754" r="63582" b="69700"/>
          <a:stretch/>
        </p:blipFill>
        <p:spPr>
          <a:xfrm>
            <a:off x="7892715" y="3230474"/>
            <a:ext cx="4299285" cy="3627526"/>
          </a:xfrm>
          <a:prstGeom prst="rect">
            <a:avLst/>
          </a:prstGeom>
        </p:spPr>
      </p:pic>
      <p:sp>
        <p:nvSpPr>
          <p:cNvPr id="11" name="Title 4">
            <a:extLst>
              <a:ext uri="{FF2B5EF4-FFF2-40B4-BE49-F238E27FC236}">
                <a16:creationId xmlns:a16="http://schemas.microsoft.com/office/drawing/2014/main" id="{1628F807-1359-7F4F-A53A-B78FADCF4163}"/>
              </a:ext>
            </a:extLst>
          </p:cNvPr>
          <p:cNvSpPr>
            <a:spLocks noGrp="1"/>
          </p:cNvSpPr>
          <p:nvPr>
            <p:ph type="title" hasCustomPrompt="1"/>
          </p:nvPr>
        </p:nvSpPr>
        <p:spPr>
          <a:xfrm>
            <a:off x="510798" y="583770"/>
            <a:ext cx="4913609" cy="457200"/>
          </a:xfrm>
        </p:spPr>
        <p:txBody>
          <a:bodyPr lIns="0"/>
          <a:lstStyle>
            <a:lvl1pPr algn="l" defTabSz="914377" rtl="0" eaLnBrk="1" latinLnBrk="0" hangingPunct="1">
              <a:lnSpc>
                <a:spcPct val="90000"/>
              </a:lnSpc>
              <a:spcBef>
                <a:spcPct val="0"/>
              </a:spcBef>
              <a:buNone/>
              <a:defRPr lang="en-US" sz="2400" b="1" i="0" kern="1200" spc="0" dirty="0">
                <a:solidFill>
                  <a:schemeClr val="tx2"/>
                </a:solidFill>
                <a:latin typeface="Galano Grotesque ExtraBold" panose="00000900000000000000" pitchFamily="50" charset="0"/>
                <a:ea typeface="+mj-ea"/>
                <a:cs typeface="+mj-cs"/>
              </a:defRPr>
            </a:lvl1pPr>
          </a:lstStyle>
          <a:p>
            <a:r>
              <a:rPr lang="en-US"/>
              <a:t>Header.</a:t>
            </a:r>
          </a:p>
        </p:txBody>
      </p:sp>
    </p:spTree>
    <p:extLst>
      <p:ext uri="{BB962C8B-B14F-4D97-AF65-F5344CB8AC3E}">
        <p14:creationId xmlns:p14="http://schemas.microsoft.com/office/powerpoint/2010/main" val="3617401755"/>
      </p:ext>
    </p:extLst>
  </p:cSld>
  <p:clrMapOvr>
    <a:overrideClrMapping bg1="lt1" tx1="dk1" bg2="lt2" tx2="dk2" accent1="accent1" accent2="accent2" accent3="accent3" accent4="accent4" accent5="accent5" accent6="accent6" hlink="hlink" folHlink="folHlink"/>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24_Custom Layou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6B95F22-DC9C-A444-ABEC-21D5EC88B890}"/>
              </a:ext>
            </a:extLst>
          </p:cNvPr>
          <p:cNvSpPr/>
          <p:nvPr userDrawn="1"/>
        </p:nvSpPr>
        <p:spPr>
          <a:xfrm flipH="1">
            <a:off x="0" y="0"/>
            <a:ext cx="6010101" cy="6858000"/>
          </a:xfrm>
          <a:prstGeom prst="rect">
            <a:avLst/>
          </a:prstGeom>
          <a:solidFill>
            <a:srgbClr val="FFDB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0" i="0">
              <a:latin typeface="Galano Grotesque ExBold Italic" panose="00000900000000000000" pitchFamily="50" charset="0"/>
            </a:endParaRPr>
          </a:p>
        </p:txBody>
      </p:sp>
      <p:pic>
        <p:nvPicPr>
          <p:cNvPr id="2" name="Picture 1">
            <a:extLst>
              <a:ext uri="{FF2B5EF4-FFF2-40B4-BE49-F238E27FC236}">
                <a16:creationId xmlns:a16="http://schemas.microsoft.com/office/drawing/2014/main" id="{FA155ED5-5AED-632E-7C5F-22D004E1FA60}"/>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355" t="-1754" r="63582" b="69700"/>
          <a:stretch/>
        </p:blipFill>
        <p:spPr>
          <a:xfrm>
            <a:off x="7892715" y="3230474"/>
            <a:ext cx="4299285" cy="3627526"/>
          </a:xfrm>
          <a:prstGeom prst="rect">
            <a:avLst/>
          </a:prstGeom>
        </p:spPr>
      </p:pic>
      <p:sp>
        <p:nvSpPr>
          <p:cNvPr id="3" name="Slide Number Placeholder 2">
            <a:extLst>
              <a:ext uri="{FF2B5EF4-FFF2-40B4-BE49-F238E27FC236}">
                <a16:creationId xmlns:a16="http://schemas.microsoft.com/office/drawing/2014/main" id="{E54C93B9-1687-7F40-AC43-5BEDD6246754}"/>
              </a:ext>
            </a:extLst>
          </p:cNvPr>
          <p:cNvSpPr>
            <a:spLocks noGrp="1"/>
          </p:cNvSpPr>
          <p:nvPr>
            <p:ph type="sldNum" sz="quarter" idx="10"/>
          </p:nvPr>
        </p:nvSpPr>
        <p:spPr/>
        <p:txBody>
          <a:bodyPr/>
          <a:lstStyle>
            <a:lvl1pPr marL="0" algn="r" defTabSz="914400" rtl="0" eaLnBrk="1" latinLnBrk="0" hangingPunct="1">
              <a:defRPr lang="en-US" sz="1200" b="0" i="0" kern="1200" smtClean="0">
                <a:solidFill>
                  <a:schemeClr val="tx2"/>
                </a:solidFill>
                <a:latin typeface="Galano Grotesque" pitchFamily="2" charset="77"/>
                <a:ea typeface="+mn-ea"/>
                <a:cs typeface="+mn-cs"/>
              </a:defRPr>
            </a:lvl1pPr>
          </a:lstStyle>
          <a:p>
            <a:fld id="{43810C2F-5A3B-334F-B32E-597B62ACB14E}" type="slidenum">
              <a:rPr lang="en-US" smtClean="0"/>
              <a:pPr/>
              <a:t>‹#›</a:t>
            </a:fld>
            <a:endParaRPr lang="en-US"/>
          </a:p>
        </p:txBody>
      </p:sp>
      <p:sp>
        <p:nvSpPr>
          <p:cNvPr id="9" name="Title 4">
            <a:extLst>
              <a:ext uri="{FF2B5EF4-FFF2-40B4-BE49-F238E27FC236}">
                <a16:creationId xmlns:a16="http://schemas.microsoft.com/office/drawing/2014/main" id="{AA94A9A1-5175-454E-B5A2-2F11E2121542}"/>
              </a:ext>
            </a:extLst>
          </p:cNvPr>
          <p:cNvSpPr>
            <a:spLocks noGrp="1"/>
          </p:cNvSpPr>
          <p:nvPr>
            <p:ph type="title" hasCustomPrompt="1"/>
          </p:nvPr>
        </p:nvSpPr>
        <p:spPr>
          <a:xfrm>
            <a:off x="510798" y="583770"/>
            <a:ext cx="4913609" cy="457200"/>
          </a:xfrm>
          <a:prstGeom prst="rect">
            <a:avLst/>
          </a:prstGeom>
        </p:spPr>
        <p:txBody>
          <a:bodyPr lIns="0"/>
          <a:lstStyle>
            <a:lvl1pPr>
              <a:defRPr lang="en-US" sz="2400" b="1" i="0" kern="1200" spc="0" dirty="0">
                <a:solidFill>
                  <a:schemeClr val="tx2"/>
                </a:solidFill>
                <a:latin typeface="Galano Grotesque ExtraBold" panose="00000900000000000000" pitchFamily="50" charset="0"/>
                <a:ea typeface="+mj-ea"/>
                <a:cs typeface="+mj-cs"/>
              </a:defRPr>
            </a:lvl1pPr>
          </a:lstStyle>
          <a:p>
            <a:r>
              <a:rPr lang="en-US"/>
              <a:t>Header.</a:t>
            </a:r>
          </a:p>
        </p:txBody>
      </p:sp>
      <p:sp>
        <p:nvSpPr>
          <p:cNvPr id="16" name="Content Placeholder 10">
            <a:extLst>
              <a:ext uri="{FF2B5EF4-FFF2-40B4-BE49-F238E27FC236}">
                <a16:creationId xmlns:a16="http://schemas.microsoft.com/office/drawing/2014/main" id="{B0B3F53D-17C0-DE39-B4DF-4997D4C65240}"/>
              </a:ext>
            </a:extLst>
          </p:cNvPr>
          <p:cNvSpPr>
            <a:spLocks noGrp="1"/>
          </p:cNvSpPr>
          <p:nvPr>
            <p:ph sz="quarter" idx="12"/>
          </p:nvPr>
        </p:nvSpPr>
        <p:spPr>
          <a:xfrm>
            <a:off x="510798" y="1281713"/>
            <a:ext cx="4929188" cy="2884241"/>
          </a:xfrm>
          <a:prstGeom prst="rect">
            <a:avLst/>
          </a:prstGeom>
        </p:spPr>
        <p:txBody>
          <a:bodyPr lIns="0" rIns="0"/>
          <a:lstStyle>
            <a:lvl1pPr>
              <a:defRPr sz="1400">
                <a:solidFill>
                  <a:schemeClr val="tx2"/>
                </a:solidFill>
                <a:latin typeface="Galano Grotesque" pitchFamily="2" charset="77"/>
              </a:defRPr>
            </a:lvl1pPr>
            <a:lvl2pPr>
              <a:defRPr sz="1400">
                <a:solidFill>
                  <a:schemeClr val="tx2"/>
                </a:solidFill>
                <a:latin typeface="Galano Grotesque" pitchFamily="2" charset="77"/>
              </a:defRPr>
            </a:lvl2pPr>
            <a:lvl3pPr>
              <a:defRPr sz="1400">
                <a:solidFill>
                  <a:schemeClr val="tx2"/>
                </a:solidFill>
                <a:latin typeface="Galano Grotesque" pitchFamily="2" charset="77"/>
              </a:defRPr>
            </a:lvl3pPr>
            <a:lvl4pPr>
              <a:defRPr sz="1400">
                <a:solidFill>
                  <a:schemeClr val="tx2"/>
                </a:solidFill>
                <a:latin typeface="Galano Grotesque" pitchFamily="2" charset="77"/>
              </a:defRPr>
            </a:lvl4pPr>
            <a:lvl5pPr>
              <a:defRPr sz="1400">
                <a:solidFill>
                  <a:schemeClr val="tx2"/>
                </a:solidFill>
                <a:latin typeface="Galano Grotesque"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10">
            <a:extLst>
              <a:ext uri="{FF2B5EF4-FFF2-40B4-BE49-F238E27FC236}">
                <a16:creationId xmlns:a16="http://schemas.microsoft.com/office/drawing/2014/main" id="{FD32187F-6D66-9D4D-F522-AE75580C7A10}"/>
              </a:ext>
            </a:extLst>
          </p:cNvPr>
          <p:cNvSpPr>
            <a:spLocks noGrp="1"/>
          </p:cNvSpPr>
          <p:nvPr>
            <p:ph sz="quarter" idx="13"/>
          </p:nvPr>
        </p:nvSpPr>
        <p:spPr>
          <a:xfrm>
            <a:off x="6651832" y="1281713"/>
            <a:ext cx="4929188" cy="2884241"/>
          </a:xfrm>
          <a:prstGeom prst="rect">
            <a:avLst/>
          </a:prstGeom>
        </p:spPr>
        <p:txBody>
          <a:bodyPr lIns="0" rIns="0"/>
          <a:lstStyle>
            <a:lvl1pPr>
              <a:defRPr sz="1400">
                <a:solidFill>
                  <a:schemeClr val="tx2"/>
                </a:solidFill>
                <a:latin typeface="Galano Grotesque" pitchFamily="2" charset="77"/>
              </a:defRPr>
            </a:lvl1pPr>
            <a:lvl2pPr>
              <a:defRPr sz="1400">
                <a:solidFill>
                  <a:schemeClr val="tx2"/>
                </a:solidFill>
                <a:latin typeface="Galano Grotesque" pitchFamily="2" charset="77"/>
              </a:defRPr>
            </a:lvl2pPr>
            <a:lvl3pPr>
              <a:defRPr sz="1400">
                <a:solidFill>
                  <a:schemeClr val="tx2"/>
                </a:solidFill>
                <a:latin typeface="Galano Grotesque" pitchFamily="2" charset="77"/>
              </a:defRPr>
            </a:lvl3pPr>
            <a:lvl4pPr>
              <a:defRPr sz="1400">
                <a:solidFill>
                  <a:schemeClr val="tx2"/>
                </a:solidFill>
                <a:latin typeface="Galano Grotesque" pitchFamily="2" charset="77"/>
              </a:defRPr>
            </a:lvl4pPr>
            <a:lvl5pPr>
              <a:defRPr sz="1400">
                <a:solidFill>
                  <a:schemeClr val="tx2"/>
                </a:solidFill>
                <a:latin typeface="Galano Grotesque"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0">
            <a:extLst>
              <a:ext uri="{FF2B5EF4-FFF2-40B4-BE49-F238E27FC236}">
                <a16:creationId xmlns:a16="http://schemas.microsoft.com/office/drawing/2014/main" id="{038AAFAD-3639-55E2-C65C-5CCD628CCDCD}"/>
              </a:ext>
            </a:extLst>
          </p:cNvPr>
          <p:cNvSpPr>
            <a:spLocks noGrp="1"/>
          </p:cNvSpPr>
          <p:nvPr>
            <p:ph sz="quarter" idx="14" hasCustomPrompt="1"/>
          </p:nvPr>
        </p:nvSpPr>
        <p:spPr>
          <a:xfrm>
            <a:off x="6651832" y="574155"/>
            <a:ext cx="4929188" cy="466815"/>
          </a:xfrm>
          <a:prstGeom prst="rect">
            <a:avLst/>
          </a:prstGeom>
        </p:spPr>
        <p:txBody>
          <a:bodyPr lIns="0" rIns="0"/>
          <a:lstStyle>
            <a:lvl1pPr>
              <a:defRPr sz="2400" b="1">
                <a:solidFill>
                  <a:schemeClr val="tx2"/>
                </a:solidFill>
                <a:latin typeface="Galano Grotesque ExtraBold" panose="00000900000000000000" pitchFamily="50" charset="0"/>
              </a:defRPr>
            </a:lvl1pPr>
            <a:lvl2pPr>
              <a:defRPr sz="1400">
                <a:solidFill>
                  <a:schemeClr val="bg1"/>
                </a:solidFill>
                <a:latin typeface="Galano Grotesque" pitchFamily="2" charset="77"/>
              </a:defRPr>
            </a:lvl2pPr>
            <a:lvl3pPr>
              <a:defRPr sz="1400">
                <a:solidFill>
                  <a:schemeClr val="bg1"/>
                </a:solidFill>
                <a:latin typeface="Galano Grotesque" pitchFamily="2" charset="77"/>
              </a:defRPr>
            </a:lvl3pPr>
            <a:lvl4pPr>
              <a:defRPr sz="1400">
                <a:solidFill>
                  <a:schemeClr val="bg1"/>
                </a:solidFill>
                <a:latin typeface="Galano Grotesque" pitchFamily="2" charset="77"/>
              </a:defRPr>
            </a:lvl4pPr>
            <a:lvl5pPr>
              <a:defRPr sz="1400">
                <a:solidFill>
                  <a:schemeClr val="bg1"/>
                </a:solidFill>
                <a:latin typeface="Galano Grotesque" pitchFamily="2" charset="77"/>
              </a:defRPr>
            </a:lvl5pPr>
          </a:lstStyle>
          <a:p>
            <a:pPr lvl="0"/>
            <a:r>
              <a:rPr lang="en-US"/>
              <a:t>Header.</a:t>
            </a:r>
          </a:p>
        </p:txBody>
      </p:sp>
      <p:pic>
        <p:nvPicPr>
          <p:cNvPr id="5" name="Picture 4">
            <a:extLst>
              <a:ext uri="{FF2B5EF4-FFF2-40B4-BE49-F238E27FC236}">
                <a16:creationId xmlns:a16="http://schemas.microsoft.com/office/drawing/2014/main" id="{AEBA9F1D-8D7A-DC82-01F8-FD90287D9200}"/>
              </a:ext>
            </a:extLst>
          </p:cNvPr>
          <p:cNvPicPr>
            <a:picLocks noChangeAspect="1"/>
          </p:cNvPicPr>
          <p:nvPr userDrawn="1"/>
        </p:nvPicPr>
        <p:blipFill>
          <a:blip r:embed="rId3"/>
          <a:srcRect/>
          <a:stretch/>
        </p:blipFill>
        <p:spPr>
          <a:xfrm>
            <a:off x="495300" y="6316958"/>
            <a:ext cx="1739900" cy="364584"/>
          </a:xfrm>
          <a:prstGeom prst="rect">
            <a:avLst/>
          </a:prstGeom>
        </p:spPr>
      </p:pic>
    </p:spTree>
    <p:extLst>
      <p:ext uri="{BB962C8B-B14F-4D97-AF65-F5344CB8AC3E}">
        <p14:creationId xmlns:p14="http://schemas.microsoft.com/office/powerpoint/2010/main" val="148184564"/>
      </p:ext>
    </p:extLst>
  </p:cSld>
  <p:clrMapOvr>
    <a:overrideClrMapping bg1="lt1" tx1="dk1" bg2="lt2" tx2="dk2" accent1="accent1" accent2="accent2" accent3="accent3" accent4="accent4" accent5="accent5" accent6="accent6" hlink="hlink" folHlink="folHlink"/>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22_Custom Layou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6B95F22-DC9C-A444-ABEC-21D5EC88B890}"/>
              </a:ext>
            </a:extLst>
          </p:cNvPr>
          <p:cNvSpPr/>
          <p:nvPr userDrawn="1"/>
        </p:nvSpPr>
        <p:spPr>
          <a:xfrm>
            <a:off x="0" y="0"/>
            <a:ext cx="12204523" cy="3166021"/>
          </a:xfrm>
          <a:prstGeom prst="rect">
            <a:avLst/>
          </a:prstGeom>
          <a:solidFill>
            <a:srgbClr val="FFDB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a:latin typeface="Galano Grotesque" pitchFamily="2" charset="77"/>
            </a:endParaRPr>
          </a:p>
        </p:txBody>
      </p:sp>
      <p:sp>
        <p:nvSpPr>
          <p:cNvPr id="15" name="Content Placeholder 1">
            <a:extLst>
              <a:ext uri="{FF2B5EF4-FFF2-40B4-BE49-F238E27FC236}">
                <a16:creationId xmlns:a16="http://schemas.microsoft.com/office/drawing/2014/main" id="{007738E5-E9A0-FDFC-2FDF-06CD3AAA0265}"/>
              </a:ext>
            </a:extLst>
          </p:cNvPr>
          <p:cNvSpPr>
            <a:spLocks noGrp="1"/>
          </p:cNvSpPr>
          <p:nvPr>
            <p:ph idx="1" hasCustomPrompt="1"/>
          </p:nvPr>
        </p:nvSpPr>
        <p:spPr>
          <a:xfrm>
            <a:off x="6290156" y="423333"/>
            <a:ext cx="5585613" cy="468208"/>
          </a:xfrm>
          <a:prstGeom prst="rect">
            <a:avLst/>
          </a:prstGeom>
        </p:spPr>
        <p:txBody>
          <a:bodyPr lIns="0" rIns="0">
            <a:noAutofit/>
          </a:bodyPr>
          <a:lstStyle>
            <a:lvl1pPr>
              <a:defRPr sz="1800" b="0" baseline="0">
                <a:solidFill>
                  <a:schemeClr val="tx1"/>
                </a:solidFill>
                <a:latin typeface="Galano Grotesque" panose="00000500000000000000" pitchFamily="50" charset="0"/>
              </a:defRPr>
            </a:lvl1pPr>
          </a:lstStyle>
          <a:p>
            <a:r>
              <a:rPr lang="en-US"/>
              <a:t>Title</a:t>
            </a:r>
          </a:p>
        </p:txBody>
      </p:sp>
      <p:sp>
        <p:nvSpPr>
          <p:cNvPr id="19" name="Content Placeholder 6">
            <a:extLst>
              <a:ext uri="{FF2B5EF4-FFF2-40B4-BE49-F238E27FC236}">
                <a16:creationId xmlns:a16="http://schemas.microsoft.com/office/drawing/2014/main" id="{240AF9CA-8525-8FB4-E6FF-112F5613AF78}"/>
              </a:ext>
            </a:extLst>
          </p:cNvPr>
          <p:cNvSpPr>
            <a:spLocks noGrp="1"/>
          </p:cNvSpPr>
          <p:nvPr>
            <p:ph sz="quarter" idx="15" hasCustomPrompt="1"/>
          </p:nvPr>
        </p:nvSpPr>
        <p:spPr>
          <a:xfrm>
            <a:off x="257346" y="423333"/>
            <a:ext cx="5732735" cy="2384867"/>
          </a:xfrm>
          <a:prstGeom prst="rect">
            <a:avLst/>
          </a:prstGeom>
        </p:spPr>
        <p:txBody>
          <a:bodyPr anchor="ctr">
            <a:normAutofit/>
          </a:bodyPr>
          <a:lstStyle>
            <a:lvl1pPr algn="ctr">
              <a:defRPr sz="1400" b="1" baseline="0">
                <a:solidFill>
                  <a:srgbClr val="2F0842"/>
                </a:solidFill>
              </a:defRPr>
            </a:lvl1pPr>
          </a:lstStyle>
          <a:p>
            <a:pPr lvl="0"/>
            <a:r>
              <a:rPr lang="en-US">
                <a:solidFill>
                  <a:schemeClr val="tx1">
                    <a:lumMod val="85000"/>
                    <a:lumOff val="15000"/>
                  </a:schemeClr>
                </a:solidFill>
              </a:rPr>
              <a:t>Insert image here</a:t>
            </a:r>
          </a:p>
        </p:txBody>
      </p:sp>
      <p:sp>
        <p:nvSpPr>
          <p:cNvPr id="21" name="Slide Number Placeholder 5">
            <a:extLst>
              <a:ext uri="{FF2B5EF4-FFF2-40B4-BE49-F238E27FC236}">
                <a16:creationId xmlns:a16="http://schemas.microsoft.com/office/drawing/2014/main" id="{025CB860-F2AA-C808-296A-B62F5475710C}"/>
              </a:ext>
            </a:extLst>
          </p:cNvPr>
          <p:cNvSpPr>
            <a:spLocks noGrp="1"/>
          </p:cNvSpPr>
          <p:nvPr>
            <p:ph type="sldNum" sz="quarter" idx="12"/>
          </p:nvPr>
        </p:nvSpPr>
        <p:spPr>
          <a:xfrm>
            <a:off x="8953500" y="6356352"/>
            <a:ext cx="2743200" cy="365125"/>
          </a:xfrm>
        </p:spPr>
        <p:txBody>
          <a:bodyPr/>
          <a:lstStyle>
            <a:lvl1pPr marL="0" algn="r" defTabSz="914400" rtl="0" eaLnBrk="1" latinLnBrk="0" hangingPunct="1">
              <a:defRPr lang="en-US" sz="1200" b="0" i="0" kern="1200" smtClean="0">
                <a:solidFill>
                  <a:schemeClr val="tx2"/>
                </a:solidFill>
                <a:latin typeface="Galano Grotesque" pitchFamily="2" charset="77"/>
                <a:ea typeface="+mn-ea"/>
                <a:cs typeface="+mn-cs"/>
              </a:defRPr>
            </a:lvl1pPr>
          </a:lstStyle>
          <a:p>
            <a:fld id="{43810C2F-5A3B-334F-B32E-597B62ACB14E}" type="slidenum">
              <a:rPr lang="en-US" smtClean="0"/>
              <a:pPr/>
              <a:t>‹#›</a:t>
            </a:fld>
            <a:endParaRPr lang="en-US"/>
          </a:p>
        </p:txBody>
      </p:sp>
      <p:sp>
        <p:nvSpPr>
          <p:cNvPr id="25" name="Content Placeholder 6">
            <a:extLst>
              <a:ext uri="{FF2B5EF4-FFF2-40B4-BE49-F238E27FC236}">
                <a16:creationId xmlns:a16="http://schemas.microsoft.com/office/drawing/2014/main" id="{D9D20C1D-A887-17C0-533D-B4ACDFA0595C}"/>
              </a:ext>
            </a:extLst>
          </p:cNvPr>
          <p:cNvSpPr>
            <a:spLocks noGrp="1"/>
          </p:cNvSpPr>
          <p:nvPr>
            <p:ph sz="quarter" idx="17" hasCustomPrompt="1"/>
          </p:nvPr>
        </p:nvSpPr>
        <p:spPr>
          <a:xfrm>
            <a:off x="257346" y="3491513"/>
            <a:ext cx="5732735" cy="2384867"/>
          </a:xfrm>
          <a:prstGeom prst="rect">
            <a:avLst/>
          </a:prstGeom>
          <a:noFill/>
        </p:spPr>
        <p:txBody>
          <a:bodyPr anchor="ctr">
            <a:normAutofit/>
          </a:bodyPr>
          <a:lstStyle>
            <a:lvl1pPr algn="ctr">
              <a:defRPr sz="1400" b="1" baseline="0">
                <a:solidFill>
                  <a:schemeClr val="bg1"/>
                </a:solidFill>
              </a:defRPr>
            </a:lvl1pPr>
          </a:lstStyle>
          <a:p>
            <a:pPr lvl="0"/>
            <a:r>
              <a:rPr lang="en-US">
                <a:solidFill>
                  <a:schemeClr val="tx1">
                    <a:lumMod val="85000"/>
                    <a:lumOff val="15000"/>
                  </a:schemeClr>
                </a:solidFill>
              </a:rPr>
              <a:t>Insert image here</a:t>
            </a:r>
          </a:p>
        </p:txBody>
      </p:sp>
      <p:sp>
        <p:nvSpPr>
          <p:cNvPr id="26" name="TextBox 25">
            <a:extLst>
              <a:ext uri="{FF2B5EF4-FFF2-40B4-BE49-F238E27FC236}">
                <a16:creationId xmlns:a16="http://schemas.microsoft.com/office/drawing/2014/main" id="{DAF82695-93C4-3EDE-F59E-07FE439C39D5}"/>
              </a:ext>
            </a:extLst>
          </p:cNvPr>
          <p:cNvSpPr txBox="1"/>
          <p:nvPr userDrawn="1"/>
        </p:nvSpPr>
        <p:spPr>
          <a:xfrm>
            <a:off x="6290156" y="4058780"/>
            <a:ext cx="5585613" cy="954107"/>
          </a:xfrm>
          <a:prstGeom prst="rect">
            <a:avLst/>
          </a:prstGeom>
          <a:noFill/>
        </p:spPr>
        <p:txBody>
          <a:bodyPr wrap="square" lIns="0" rtlCol="0">
            <a:spAutoFit/>
          </a:bodyPr>
          <a:lstStyle/>
          <a:p>
            <a:r>
              <a:rPr lang="en-US" sz="1400">
                <a:solidFill>
                  <a:schemeClr val="bg1"/>
                </a:solidFill>
                <a:latin typeface="Galano Grotesque" pitchFamily="2" charset="77"/>
              </a:rPr>
              <a:t>Insert bulleted list of changes or important call outs.</a:t>
            </a:r>
            <a:br>
              <a:rPr lang="en-US" sz="1400">
                <a:solidFill>
                  <a:schemeClr val="bg1"/>
                </a:solidFill>
                <a:latin typeface="Galano Grotesque" pitchFamily="2" charset="77"/>
              </a:rPr>
            </a:br>
            <a:endParaRPr lang="en-US" sz="1400">
              <a:solidFill>
                <a:schemeClr val="bg1"/>
              </a:solidFill>
              <a:latin typeface="Galano Grotesque" pitchFamily="2" charset="77"/>
            </a:endParaRPr>
          </a:p>
          <a:p>
            <a:pPr marL="285750" indent="-285750">
              <a:buFont typeface="Arial" panose="020B0604020202020204" pitchFamily="34" charset="0"/>
              <a:buChar char="•"/>
            </a:pPr>
            <a:r>
              <a:rPr lang="en-US" sz="1400">
                <a:solidFill>
                  <a:schemeClr val="bg1"/>
                </a:solidFill>
                <a:latin typeface="Galano Grotesque" pitchFamily="2" charset="77"/>
              </a:rPr>
              <a:t>Item 1</a:t>
            </a:r>
          </a:p>
          <a:p>
            <a:pPr marL="285750" indent="-285750">
              <a:buFont typeface="Arial" panose="020B0604020202020204" pitchFamily="34" charset="0"/>
              <a:buChar char="•"/>
            </a:pPr>
            <a:r>
              <a:rPr lang="en-US" sz="1400">
                <a:solidFill>
                  <a:schemeClr val="bg1"/>
                </a:solidFill>
                <a:latin typeface="Galano Grotesque" pitchFamily="2" charset="77"/>
              </a:rPr>
              <a:t>Item 2</a:t>
            </a:r>
          </a:p>
        </p:txBody>
      </p:sp>
      <p:sp>
        <p:nvSpPr>
          <p:cNvPr id="2" name="Content Placeholder 1">
            <a:extLst>
              <a:ext uri="{FF2B5EF4-FFF2-40B4-BE49-F238E27FC236}">
                <a16:creationId xmlns:a16="http://schemas.microsoft.com/office/drawing/2014/main" id="{619CBECC-35CB-9CC0-6DAE-E1BE4B2ADCCF}"/>
              </a:ext>
            </a:extLst>
          </p:cNvPr>
          <p:cNvSpPr>
            <a:spLocks noGrp="1"/>
          </p:cNvSpPr>
          <p:nvPr>
            <p:ph idx="18" hasCustomPrompt="1"/>
          </p:nvPr>
        </p:nvSpPr>
        <p:spPr>
          <a:xfrm>
            <a:off x="6290156" y="1010696"/>
            <a:ext cx="5585613" cy="792517"/>
          </a:xfrm>
          <a:prstGeom prst="rect">
            <a:avLst/>
          </a:prstGeom>
        </p:spPr>
        <p:txBody>
          <a:bodyPr lIns="0" rIns="0">
            <a:noAutofit/>
          </a:bodyPr>
          <a:lstStyle>
            <a:lvl1pPr>
              <a:defRPr sz="1400" b="0" baseline="0">
                <a:solidFill>
                  <a:schemeClr val="tx1"/>
                </a:solidFill>
                <a:latin typeface="Galano Grotesque" pitchFamily="2" charset="77"/>
              </a:defRPr>
            </a:lvl1pPr>
          </a:lstStyle>
          <a:p>
            <a:r>
              <a:rPr lang="en-US"/>
              <a:t>Insert bulleted list of changes or important call outs.</a:t>
            </a:r>
          </a:p>
        </p:txBody>
      </p:sp>
      <p:sp>
        <p:nvSpPr>
          <p:cNvPr id="3" name="Content Placeholder 1">
            <a:extLst>
              <a:ext uri="{FF2B5EF4-FFF2-40B4-BE49-F238E27FC236}">
                <a16:creationId xmlns:a16="http://schemas.microsoft.com/office/drawing/2014/main" id="{C46C1F06-1A8F-DD6E-B8BC-4989C5C96908}"/>
              </a:ext>
            </a:extLst>
          </p:cNvPr>
          <p:cNvSpPr>
            <a:spLocks noGrp="1"/>
          </p:cNvSpPr>
          <p:nvPr>
            <p:ph idx="19" hasCustomPrompt="1"/>
          </p:nvPr>
        </p:nvSpPr>
        <p:spPr>
          <a:xfrm>
            <a:off x="6290156" y="3498129"/>
            <a:ext cx="5585613" cy="468208"/>
          </a:xfrm>
          <a:prstGeom prst="rect">
            <a:avLst/>
          </a:prstGeom>
        </p:spPr>
        <p:txBody>
          <a:bodyPr lIns="0" rIns="0">
            <a:noAutofit/>
          </a:bodyPr>
          <a:lstStyle>
            <a:lvl1pPr>
              <a:defRPr sz="1800" b="0" baseline="0">
                <a:solidFill>
                  <a:schemeClr val="tx1"/>
                </a:solidFill>
                <a:latin typeface="Galano Grotesque" panose="00000500000000000000" pitchFamily="50" charset="0"/>
              </a:defRPr>
            </a:lvl1pPr>
          </a:lstStyle>
          <a:p>
            <a:r>
              <a:rPr lang="en-US"/>
              <a:t>Title</a:t>
            </a:r>
          </a:p>
        </p:txBody>
      </p:sp>
      <p:sp>
        <p:nvSpPr>
          <p:cNvPr id="5" name="Content Placeholder 1">
            <a:extLst>
              <a:ext uri="{FF2B5EF4-FFF2-40B4-BE49-F238E27FC236}">
                <a16:creationId xmlns:a16="http://schemas.microsoft.com/office/drawing/2014/main" id="{C6F84EEB-E949-9B8D-F8E3-614E22B9F519}"/>
              </a:ext>
            </a:extLst>
          </p:cNvPr>
          <p:cNvSpPr>
            <a:spLocks noGrp="1"/>
          </p:cNvSpPr>
          <p:nvPr>
            <p:ph idx="20" hasCustomPrompt="1"/>
          </p:nvPr>
        </p:nvSpPr>
        <p:spPr>
          <a:xfrm>
            <a:off x="6290156" y="4085492"/>
            <a:ext cx="5585613" cy="792517"/>
          </a:xfrm>
          <a:prstGeom prst="rect">
            <a:avLst/>
          </a:prstGeom>
        </p:spPr>
        <p:txBody>
          <a:bodyPr lIns="0" rIns="0">
            <a:noAutofit/>
          </a:bodyPr>
          <a:lstStyle>
            <a:lvl1pPr>
              <a:defRPr sz="1400" b="0" baseline="0">
                <a:solidFill>
                  <a:schemeClr val="tx1"/>
                </a:solidFill>
                <a:latin typeface="Galano Grotesque" pitchFamily="2" charset="77"/>
              </a:defRPr>
            </a:lvl1pPr>
          </a:lstStyle>
          <a:p>
            <a:r>
              <a:rPr lang="en-US"/>
              <a:t>Insert bulleted list of changes or important call outs.</a:t>
            </a:r>
          </a:p>
        </p:txBody>
      </p:sp>
    </p:spTree>
    <p:extLst>
      <p:ext uri="{BB962C8B-B14F-4D97-AF65-F5344CB8AC3E}">
        <p14:creationId xmlns:p14="http://schemas.microsoft.com/office/powerpoint/2010/main" val="3704111142"/>
      </p:ext>
    </p:extLst>
  </p:cSld>
  <p:clrMapOvr>
    <a:overrideClrMapping bg1="lt1" tx1="dk1" bg2="lt2" tx2="dk2" accent1="accent1" accent2="accent2" accent3="accent3" accent4="accent4" accent5="accent5" accent6="accent6" hlink="hlink" folHlink="folHlink"/>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16_Custom Layout">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id="{5F938773-1B81-34B4-46E8-E93826F02E15}"/>
              </a:ext>
            </a:extLst>
          </p:cNvPr>
          <p:cNvSpPr>
            <a:spLocks noGrp="1"/>
          </p:cNvSpPr>
          <p:nvPr>
            <p:ph type="body" sz="quarter" idx="15" hasCustomPrompt="1"/>
          </p:nvPr>
        </p:nvSpPr>
        <p:spPr>
          <a:xfrm>
            <a:off x="495300" y="1211657"/>
            <a:ext cx="4947441" cy="347017"/>
          </a:xfrm>
          <a:prstGeom prst="rect">
            <a:avLst/>
          </a:prstGeom>
        </p:spPr>
        <p:txBody>
          <a:bodyPr lIns="0"/>
          <a:lstStyle>
            <a:lvl1pPr marL="0" indent="0">
              <a:buNone/>
              <a:defRPr lang="en-US" sz="1800" b="0" i="0" kern="1200" dirty="0">
                <a:solidFill>
                  <a:schemeClr val="tx2"/>
                </a:solidFill>
                <a:latin typeface="Galano Grotesque" panose="00000500000000000000" pitchFamily="50" charset="0"/>
                <a:ea typeface="+mn-ea"/>
                <a:cs typeface="+mn-cs"/>
              </a:defRPr>
            </a:lvl1pPr>
          </a:lstStyle>
          <a:p>
            <a:pPr marL="0" lvl="0" indent="0" algn="l" defTabSz="914377" rtl="0" eaLnBrk="1" latinLnBrk="0" hangingPunct="1">
              <a:lnSpc>
                <a:spcPct val="90000"/>
              </a:lnSpc>
              <a:spcBef>
                <a:spcPts val="1000"/>
              </a:spcBef>
              <a:buFont typeface="Arial" panose="020B0604020202020204" pitchFamily="34" charset="0"/>
              <a:buNone/>
            </a:pPr>
            <a:r>
              <a:rPr lang="en-US"/>
              <a:t>Subhead here.</a:t>
            </a:r>
          </a:p>
        </p:txBody>
      </p:sp>
      <p:sp>
        <p:nvSpPr>
          <p:cNvPr id="5" name="Title 1">
            <a:extLst>
              <a:ext uri="{FF2B5EF4-FFF2-40B4-BE49-F238E27FC236}">
                <a16:creationId xmlns:a16="http://schemas.microsoft.com/office/drawing/2014/main" id="{B9362FED-0931-25FC-3D16-4C12BC2A9A63}"/>
              </a:ext>
            </a:extLst>
          </p:cNvPr>
          <p:cNvSpPr>
            <a:spLocks noGrp="1"/>
          </p:cNvSpPr>
          <p:nvPr>
            <p:ph type="title" hasCustomPrompt="1"/>
          </p:nvPr>
        </p:nvSpPr>
        <p:spPr>
          <a:xfrm>
            <a:off x="495300" y="583770"/>
            <a:ext cx="11237976" cy="457200"/>
          </a:xfrm>
        </p:spPr>
        <p:txBody>
          <a:bodyPr lIns="0"/>
          <a:lstStyle>
            <a:lvl1pPr algn="l" defTabSz="914377" rtl="0" eaLnBrk="1" latinLnBrk="0" hangingPunct="1">
              <a:lnSpc>
                <a:spcPct val="90000"/>
              </a:lnSpc>
              <a:spcBef>
                <a:spcPct val="0"/>
              </a:spcBef>
              <a:buNone/>
              <a:defRPr lang="en-US" sz="2400" b="1" i="0" kern="1200" spc="0" dirty="0">
                <a:solidFill>
                  <a:schemeClr val="tx2"/>
                </a:solidFill>
                <a:latin typeface="Galano Grotesque ExtraBold" panose="00000900000000000000" pitchFamily="50" charset="0"/>
                <a:ea typeface="+mj-ea"/>
                <a:cs typeface="+mj-cs"/>
              </a:defRPr>
            </a:lvl1pPr>
          </a:lstStyle>
          <a:p>
            <a:r>
              <a:rPr lang="en-US"/>
              <a:t>Header goes here, can be up to two lines.</a:t>
            </a:r>
          </a:p>
        </p:txBody>
      </p:sp>
      <p:sp>
        <p:nvSpPr>
          <p:cNvPr id="10" name="Rectangle 9">
            <a:extLst>
              <a:ext uri="{FF2B5EF4-FFF2-40B4-BE49-F238E27FC236}">
                <a16:creationId xmlns:a16="http://schemas.microsoft.com/office/drawing/2014/main" id="{185E5F1B-4A20-76BD-0A7E-30450E86E27B}"/>
              </a:ext>
            </a:extLst>
          </p:cNvPr>
          <p:cNvSpPr/>
          <p:nvPr userDrawn="1"/>
        </p:nvSpPr>
        <p:spPr>
          <a:xfrm>
            <a:off x="-1" y="1650724"/>
            <a:ext cx="4059936" cy="4225093"/>
          </a:xfrm>
          <a:prstGeom prst="rect">
            <a:avLst/>
          </a:prstGeom>
          <a:solidFill>
            <a:srgbClr val="CB39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rgbClr val="300842"/>
              </a:solidFill>
              <a:latin typeface="Galano Grotesque" pitchFamily="2" charset="77"/>
            </a:endParaRPr>
          </a:p>
        </p:txBody>
      </p:sp>
      <p:sp>
        <p:nvSpPr>
          <p:cNvPr id="11" name="Content Placeholder 2">
            <a:extLst>
              <a:ext uri="{FF2B5EF4-FFF2-40B4-BE49-F238E27FC236}">
                <a16:creationId xmlns:a16="http://schemas.microsoft.com/office/drawing/2014/main" id="{DCFA0A4F-3926-CDAA-7996-3F2A01C0F6CD}"/>
              </a:ext>
            </a:extLst>
          </p:cNvPr>
          <p:cNvSpPr>
            <a:spLocks noGrp="1"/>
          </p:cNvSpPr>
          <p:nvPr>
            <p:ph idx="17"/>
          </p:nvPr>
        </p:nvSpPr>
        <p:spPr>
          <a:xfrm>
            <a:off x="495300" y="2185932"/>
            <a:ext cx="3089472" cy="818249"/>
          </a:xfrm>
          <a:prstGeom prst="rect">
            <a:avLst/>
          </a:prstGeom>
        </p:spPr>
        <p:txBody>
          <a:bodyPr lIns="0">
            <a:noAutofit/>
          </a:bodyPr>
          <a:lstStyle>
            <a:lvl1pPr>
              <a:defRPr sz="1400" b="0" i="0" baseline="0">
                <a:solidFill>
                  <a:schemeClr val="bg1"/>
                </a:solidFill>
                <a:latin typeface="Galano Grotesque" pitchFamily="2" charset="77"/>
                <a:cs typeface="Poppins" pitchFamily="2" charset="77"/>
              </a:defRPr>
            </a:lvl1pPr>
            <a:lvl2pPr>
              <a:defRPr sz="2000" b="1" baseline="0">
                <a:latin typeface="Galano Grotesque" pitchFamily="2" charset="77"/>
              </a:defRPr>
            </a:lvl2pPr>
            <a:lvl3pPr>
              <a:defRPr sz="2000" b="1" baseline="0">
                <a:latin typeface="Galano Grotesque" pitchFamily="2" charset="77"/>
              </a:defRPr>
            </a:lvl3pPr>
            <a:lvl4pPr>
              <a:defRPr sz="2000" b="1" baseline="0">
                <a:latin typeface="Galano Grotesque" pitchFamily="2" charset="77"/>
              </a:defRPr>
            </a:lvl4pPr>
            <a:lvl5pPr>
              <a:defRPr sz="2000" b="1" baseline="0">
                <a:latin typeface="Galano Grotesque" pitchFamily="2" charset="77"/>
              </a:defRPr>
            </a:lvl5pPr>
          </a:lstStyle>
          <a:p>
            <a:pPr lvl="0"/>
            <a:r>
              <a:rPr lang="en-US"/>
              <a:t>Click to edit Master text styles</a:t>
            </a:r>
          </a:p>
        </p:txBody>
      </p:sp>
      <p:sp>
        <p:nvSpPr>
          <p:cNvPr id="13" name="Content Placeholder 2">
            <a:extLst>
              <a:ext uri="{FF2B5EF4-FFF2-40B4-BE49-F238E27FC236}">
                <a16:creationId xmlns:a16="http://schemas.microsoft.com/office/drawing/2014/main" id="{55CB46CC-8B5A-58C5-CDCF-1D3D3123F738}"/>
              </a:ext>
            </a:extLst>
          </p:cNvPr>
          <p:cNvSpPr>
            <a:spLocks noGrp="1"/>
          </p:cNvSpPr>
          <p:nvPr>
            <p:ph idx="18" hasCustomPrompt="1"/>
          </p:nvPr>
        </p:nvSpPr>
        <p:spPr>
          <a:xfrm>
            <a:off x="495300" y="1893703"/>
            <a:ext cx="3089472" cy="200179"/>
          </a:xfrm>
          <a:prstGeom prst="rect">
            <a:avLst/>
          </a:prstGeom>
        </p:spPr>
        <p:txBody>
          <a:bodyPr lIns="0">
            <a:noAutofit/>
          </a:bodyPr>
          <a:lstStyle>
            <a:lvl1pPr>
              <a:defRPr sz="1400" b="1" i="0" baseline="0">
                <a:solidFill>
                  <a:schemeClr val="bg1"/>
                </a:solidFill>
                <a:latin typeface="Galano Grotesque" pitchFamily="2" charset="77"/>
                <a:cs typeface="Poppins" pitchFamily="2" charset="77"/>
              </a:defRPr>
            </a:lvl1pPr>
          </a:lstStyle>
          <a:p>
            <a:pPr lvl="0"/>
            <a:r>
              <a:rPr lang="en-US"/>
              <a:t>Title</a:t>
            </a:r>
          </a:p>
        </p:txBody>
      </p:sp>
      <p:sp>
        <p:nvSpPr>
          <p:cNvPr id="14" name="Rectangle 13">
            <a:extLst>
              <a:ext uri="{FF2B5EF4-FFF2-40B4-BE49-F238E27FC236}">
                <a16:creationId xmlns:a16="http://schemas.microsoft.com/office/drawing/2014/main" id="{5EE66FF5-48E5-6DC6-116B-27844DED3A69}"/>
              </a:ext>
            </a:extLst>
          </p:cNvPr>
          <p:cNvSpPr/>
          <p:nvPr userDrawn="1"/>
        </p:nvSpPr>
        <p:spPr>
          <a:xfrm>
            <a:off x="4059934" y="1650724"/>
            <a:ext cx="4069080" cy="4225093"/>
          </a:xfrm>
          <a:prstGeom prst="rect">
            <a:avLst/>
          </a:prstGeom>
          <a:solidFill>
            <a:srgbClr val="5F2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Galano Grotesque" pitchFamily="2" charset="77"/>
            </a:endParaRPr>
          </a:p>
        </p:txBody>
      </p:sp>
      <p:sp>
        <p:nvSpPr>
          <p:cNvPr id="17" name="Rectangle 16">
            <a:extLst>
              <a:ext uri="{FF2B5EF4-FFF2-40B4-BE49-F238E27FC236}">
                <a16:creationId xmlns:a16="http://schemas.microsoft.com/office/drawing/2014/main" id="{73839291-B2D9-588D-C939-AF50046147C7}"/>
              </a:ext>
            </a:extLst>
          </p:cNvPr>
          <p:cNvSpPr/>
          <p:nvPr userDrawn="1"/>
        </p:nvSpPr>
        <p:spPr>
          <a:xfrm>
            <a:off x="8132067" y="1650724"/>
            <a:ext cx="4059936" cy="4225093"/>
          </a:xfrm>
          <a:prstGeom prst="rect">
            <a:avLst/>
          </a:prstGeom>
          <a:solidFill>
            <a:srgbClr val="650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Galano Grotesque" pitchFamily="2" charset="77"/>
            </a:endParaRPr>
          </a:p>
        </p:txBody>
      </p:sp>
      <p:sp>
        <p:nvSpPr>
          <p:cNvPr id="21" name="Content Placeholder 2">
            <a:extLst>
              <a:ext uri="{FF2B5EF4-FFF2-40B4-BE49-F238E27FC236}">
                <a16:creationId xmlns:a16="http://schemas.microsoft.com/office/drawing/2014/main" id="{DEE80D4E-ACA4-CDA2-73F6-98A9CE91A27D}"/>
              </a:ext>
            </a:extLst>
          </p:cNvPr>
          <p:cNvSpPr>
            <a:spLocks noGrp="1"/>
          </p:cNvSpPr>
          <p:nvPr>
            <p:ph idx="19"/>
          </p:nvPr>
        </p:nvSpPr>
        <p:spPr>
          <a:xfrm>
            <a:off x="4549410" y="2185932"/>
            <a:ext cx="3089472" cy="818249"/>
          </a:xfrm>
          <a:prstGeom prst="rect">
            <a:avLst/>
          </a:prstGeom>
        </p:spPr>
        <p:txBody>
          <a:bodyPr lIns="0">
            <a:noAutofit/>
          </a:bodyPr>
          <a:lstStyle>
            <a:lvl1pPr>
              <a:defRPr sz="1400" b="0" i="0" baseline="0">
                <a:solidFill>
                  <a:schemeClr val="bg1"/>
                </a:solidFill>
                <a:latin typeface="Galano Grotesque" pitchFamily="2" charset="77"/>
                <a:cs typeface="Poppins" pitchFamily="2" charset="77"/>
              </a:defRPr>
            </a:lvl1pPr>
            <a:lvl2pPr>
              <a:defRPr sz="2000" b="1" baseline="0">
                <a:latin typeface="Galano Grotesque" pitchFamily="2" charset="77"/>
              </a:defRPr>
            </a:lvl2pPr>
            <a:lvl3pPr>
              <a:defRPr sz="2000" b="1" baseline="0">
                <a:latin typeface="Galano Grotesque" pitchFamily="2" charset="77"/>
              </a:defRPr>
            </a:lvl3pPr>
            <a:lvl4pPr>
              <a:defRPr sz="2000" b="1" baseline="0">
                <a:latin typeface="Galano Grotesque" pitchFamily="2" charset="77"/>
              </a:defRPr>
            </a:lvl4pPr>
            <a:lvl5pPr>
              <a:defRPr sz="2000" b="1" baseline="0">
                <a:latin typeface="Galano Grotesque" pitchFamily="2" charset="77"/>
              </a:defRPr>
            </a:lvl5pPr>
          </a:lstStyle>
          <a:p>
            <a:pPr lvl="0"/>
            <a:r>
              <a:rPr lang="en-US"/>
              <a:t>Click to edit Master text styles</a:t>
            </a:r>
          </a:p>
        </p:txBody>
      </p:sp>
      <p:sp>
        <p:nvSpPr>
          <p:cNvPr id="22" name="Content Placeholder 2">
            <a:extLst>
              <a:ext uri="{FF2B5EF4-FFF2-40B4-BE49-F238E27FC236}">
                <a16:creationId xmlns:a16="http://schemas.microsoft.com/office/drawing/2014/main" id="{C4BE67D3-2889-7C59-6581-57B55435711C}"/>
              </a:ext>
            </a:extLst>
          </p:cNvPr>
          <p:cNvSpPr>
            <a:spLocks noGrp="1"/>
          </p:cNvSpPr>
          <p:nvPr>
            <p:ph idx="20" hasCustomPrompt="1"/>
          </p:nvPr>
        </p:nvSpPr>
        <p:spPr>
          <a:xfrm>
            <a:off x="4549410" y="1893703"/>
            <a:ext cx="3089472" cy="200179"/>
          </a:xfrm>
          <a:prstGeom prst="rect">
            <a:avLst/>
          </a:prstGeom>
        </p:spPr>
        <p:txBody>
          <a:bodyPr lIns="0">
            <a:noAutofit/>
          </a:bodyPr>
          <a:lstStyle>
            <a:lvl1pPr>
              <a:defRPr sz="1400" b="1" i="0" baseline="0">
                <a:solidFill>
                  <a:schemeClr val="bg1"/>
                </a:solidFill>
                <a:latin typeface="Galano Grotesque" pitchFamily="2" charset="77"/>
                <a:cs typeface="Poppins" pitchFamily="2" charset="77"/>
              </a:defRPr>
            </a:lvl1pPr>
          </a:lstStyle>
          <a:p>
            <a:pPr lvl="0"/>
            <a:r>
              <a:rPr lang="en-US"/>
              <a:t>Title</a:t>
            </a:r>
          </a:p>
        </p:txBody>
      </p:sp>
      <p:sp>
        <p:nvSpPr>
          <p:cNvPr id="24" name="Content Placeholder 2">
            <a:extLst>
              <a:ext uri="{FF2B5EF4-FFF2-40B4-BE49-F238E27FC236}">
                <a16:creationId xmlns:a16="http://schemas.microsoft.com/office/drawing/2014/main" id="{BBE7314C-C1E8-0B78-71B7-8A29B516859D}"/>
              </a:ext>
            </a:extLst>
          </p:cNvPr>
          <p:cNvSpPr>
            <a:spLocks noGrp="1"/>
          </p:cNvSpPr>
          <p:nvPr>
            <p:ph idx="21"/>
          </p:nvPr>
        </p:nvSpPr>
        <p:spPr>
          <a:xfrm>
            <a:off x="8619704" y="2185932"/>
            <a:ext cx="3089472" cy="818249"/>
          </a:xfrm>
          <a:prstGeom prst="rect">
            <a:avLst/>
          </a:prstGeom>
        </p:spPr>
        <p:txBody>
          <a:bodyPr lIns="0">
            <a:noAutofit/>
          </a:bodyPr>
          <a:lstStyle>
            <a:lvl1pPr>
              <a:defRPr sz="1400" b="0" i="0" baseline="0">
                <a:solidFill>
                  <a:schemeClr val="bg1"/>
                </a:solidFill>
                <a:latin typeface="Galano Grotesque" pitchFamily="2" charset="77"/>
                <a:cs typeface="Poppins" pitchFamily="2" charset="77"/>
              </a:defRPr>
            </a:lvl1pPr>
            <a:lvl2pPr>
              <a:defRPr sz="2000" b="1" baseline="0">
                <a:latin typeface="Galano Grotesque" pitchFamily="2" charset="77"/>
              </a:defRPr>
            </a:lvl2pPr>
            <a:lvl3pPr>
              <a:defRPr sz="2000" b="1" baseline="0">
                <a:latin typeface="Galano Grotesque" pitchFamily="2" charset="77"/>
              </a:defRPr>
            </a:lvl3pPr>
            <a:lvl4pPr>
              <a:defRPr sz="2000" b="1" baseline="0">
                <a:latin typeface="Galano Grotesque" pitchFamily="2" charset="77"/>
              </a:defRPr>
            </a:lvl4pPr>
            <a:lvl5pPr>
              <a:defRPr sz="2000" b="1" baseline="0">
                <a:latin typeface="Galano Grotesque" pitchFamily="2" charset="77"/>
              </a:defRPr>
            </a:lvl5pPr>
          </a:lstStyle>
          <a:p>
            <a:pPr lvl="0"/>
            <a:r>
              <a:rPr lang="en-US"/>
              <a:t>Click to edit Master text styles</a:t>
            </a:r>
          </a:p>
        </p:txBody>
      </p:sp>
      <p:sp>
        <p:nvSpPr>
          <p:cNvPr id="25" name="Content Placeholder 2">
            <a:extLst>
              <a:ext uri="{FF2B5EF4-FFF2-40B4-BE49-F238E27FC236}">
                <a16:creationId xmlns:a16="http://schemas.microsoft.com/office/drawing/2014/main" id="{223DF159-264C-55E9-E9A2-6EA11F0A187A}"/>
              </a:ext>
            </a:extLst>
          </p:cNvPr>
          <p:cNvSpPr>
            <a:spLocks noGrp="1"/>
          </p:cNvSpPr>
          <p:nvPr>
            <p:ph idx="22" hasCustomPrompt="1"/>
          </p:nvPr>
        </p:nvSpPr>
        <p:spPr>
          <a:xfrm>
            <a:off x="8619704" y="1893703"/>
            <a:ext cx="3089472" cy="200179"/>
          </a:xfrm>
          <a:prstGeom prst="rect">
            <a:avLst/>
          </a:prstGeom>
        </p:spPr>
        <p:txBody>
          <a:bodyPr lIns="0">
            <a:noAutofit/>
          </a:bodyPr>
          <a:lstStyle>
            <a:lvl1pPr>
              <a:defRPr sz="1400" b="1" i="0" baseline="0">
                <a:solidFill>
                  <a:schemeClr val="bg1"/>
                </a:solidFill>
                <a:latin typeface="Galano Grotesque" pitchFamily="2" charset="77"/>
                <a:cs typeface="Poppins" pitchFamily="2" charset="77"/>
              </a:defRPr>
            </a:lvl1pPr>
          </a:lstStyle>
          <a:p>
            <a:pPr lvl="0"/>
            <a:r>
              <a:rPr lang="en-US"/>
              <a:t>Title</a:t>
            </a:r>
          </a:p>
        </p:txBody>
      </p:sp>
      <p:sp>
        <p:nvSpPr>
          <p:cNvPr id="6" name="Slide Number Placeholder 5">
            <a:extLst>
              <a:ext uri="{FF2B5EF4-FFF2-40B4-BE49-F238E27FC236}">
                <a16:creationId xmlns:a16="http://schemas.microsoft.com/office/drawing/2014/main" id="{13308620-F7DD-FA9A-142A-4D52FE0CA5B3}"/>
              </a:ext>
            </a:extLst>
          </p:cNvPr>
          <p:cNvSpPr>
            <a:spLocks noGrp="1"/>
          </p:cNvSpPr>
          <p:nvPr>
            <p:ph type="sldNum" sz="quarter" idx="12"/>
          </p:nvPr>
        </p:nvSpPr>
        <p:spPr>
          <a:xfrm>
            <a:off x="8953500" y="6356352"/>
            <a:ext cx="2743200" cy="365125"/>
          </a:xfrm>
        </p:spPr>
        <p:txBody>
          <a:bodyPr/>
          <a:lstStyle/>
          <a:p>
            <a:fld id="{43810C2F-5A3B-334F-B32E-597B62ACB14E}" type="slidenum">
              <a:rPr lang="en-US" smtClean="0"/>
              <a:t>‹#›</a:t>
            </a:fld>
            <a:endParaRPr lang="en-US"/>
          </a:p>
        </p:txBody>
      </p:sp>
    </p:spTree>
    <p:extLst>
      <p:ext uri="{BB962C8B-B14F-4D97-AF65-F5344CB8AC3E}">
        <p14:creationId xmlns:p14="http://schemas.microsoft.com/office/powerpoint/2010/main" val="2540529516"/>
      </p:ext>
    </p:extLst>
  </p:cSld>
  <p:clrMapOvr>
    <a:overrideClrMapping bg1="lt1" tx1="dk1" bg2="lt2" tx2="dk2" accent1="accent1" accent2="accent2" accent3="accent3" accent4="accent4" accent5="accent5" accent6="accent6" hlink="hlink" folHlink="folHlink"/>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17_Custom Layout">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id="{5F938773-1B81-34B4-46E8-E93826F02E15}"/>
              </a:ext>
            </a:extLst>
          </p:cNvPr>
          <p:cNvSpPr>
            <a:spLocks noGrp="1"/>
          </p:cNvSpPr>
          <p:nvPr>
            <p:ph type="body" sz="quarter" idx="15" hasCustomPrompt="1"/>
          </p:nvPr>
        </p:nvSpPr>
        <p:spPr>
          <a:xfrm>
            <a:off x="495300" y="1211657"/>
            <a:ext cx="4947441" cy="347017"/>
          </a:xfrm>
          <a:prstGeom prst="rect">
            <a:avLst/>
          </a:prstGeom>
        </p:spPr>
        <p:txBody>
          <a:bodyPr lIns="0"/>
          <a:lstStyle>
            <a:lvl1pPr marL="0" indent="0">
              <a:buNone/>
              <a:defRPr lang="en-US" sz="1800" b="0" i="0" kern="1200" dirty="0">
                <a:solidFill>
                  <a:schemeClr val="tx2"/>
                </a:solidFill>
                <a:latin typeface="Galano Grotesque" panose="00000500000000000000" pitchFamily="50" charset="0"/>
                <a:ea typeface="+mn-ea"/>
                <a:cs typeface="+mn-cs"/>
              </a:defRPr>
            </a:lvl1pPr>
          </a:lstStyle>
          <a:p>
            <a:pPr marL="0" lvl="0" indent="0" algn="l" defTabSz="914377" rtl="0" eaLnBrk="1" latinLnBrk="0" hangingPunct="1">
              <a:lnSpc>
                <a:spcPct val="90000"/>
              </a:lnSpc>
              <a:spcBef>
                <a:spcPts val="1000"/>
              </a:spcBef>
              <a:buFont typeface="Arial" panose="020B0604020202020204" pitchFamily="34" charset="0"/>
              <a:buNone/>
            </a:pPr>
            <a:r>
              <a:rPr lang="en-US"/>
              <a:t>Subhead here.</a:t>
            </a:r>
          </a:p>
        </p:txBody>
      </p:sp>
      <p:sp>
        <p:nvSpPr>
          <p:cNvPr id="5" name="Title 1">
            <a:extLst>
              <a:ext uri="{FF2B5EF4-FFF2-40B4-BE49-F238E27FC236}">
                <a16:creationId xmlns:a16="http://schemas.microsoft.com/office/drawing/2014/main" id="{B9362FED-0931-25FC-3D16-4C12BC2A9A63}"/>
              </a:ext>
            </a:extLst>
          </p:cNvPr>
          <p:cNvSpPr>
            <a:spLocks noGrp="1"/>
          </p:cNvSpPr>
          <p:nvPr>
            <p:ph type="title" hasCustomPrompt="1"/>
          </p:nvPr>
        </p:nvSpPr>
        <p:spPr>
          <a:xfrm>
            <a:off x="495300" y="583770"/>
            <a:ext cx="11237976" cy="457200"/>
          </a:xfrm>
        </p:spPr>
        <p:txBody>
          <a:bodyPr lIns="0"/>
          <a:lstStyle>
            <a:lvl1pPr algn="l" defTabSz="914377" rtl="0" eaLnBrk="1" latinLnBrk="0" hangingPunct="1">
              <a:lnSpc>
                <a:spcPct val="90000"/>
              </a:lnSpc>
              <a:spcBef>
                <a:spcPct val="0"/>
              </a:spcBef>
              <a:buNone/>
              <a:defRPr lang="en-US" sz="2400" b="1" i="0" kern="1200" spc="0" dirty="0">
                <a:solidFill>
                  <a:schemeClr val="tx2"/>
                </a:solidFill>
                <a:latin typeface="Galano Grotesque ExtraBold" panose="00000900000000000000" pitchFamily="50" charset="0"/>
                <a:ea typeface="+mj-ea"/>
                <a:cs typeface="+mj-cs"/>
              </a:defRPr>
            </a:lvl1pPr>
          </a:lstStyle>
          <a:p>
            <a:r>
              <a:rPr lang="en-US"/>
              <a:t>Header goes here, can be up to two lines.</a:t>
            </a:r>
          </a:p>
        </p:txBody>
      </p:sp>
      <p:sp>
        <p:nvSpPr>
          <p:cNvPr id="10" name="Rectangle 9">
            <a:extLst>
              <a:ext uri="{FF2B5EF4-FFF2-40B4-BE49-F238E27FC236}">
                <a16:creationId xmlns:a16="http://schemas.microsoft.com/office/drawing/2014/main" id="{185E5F1B-4A20-76BD-0A7E-30450E86E27B}"/>
              </a:ext>
            </a:extLst>
          </p:cNvPr>
          <p:cNvSpPr/>
          <p:nvPr userDrawn="1"/>
        </p:nvSpPr>
        <p:spPr>
          <a:xfrm>
            <a:off x="-888" y="1650724"/>
            <a:ext cx="4069080" cy="422509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Galano Grotesque" pitchFamily="2" charset="77"/>
            </a:endParaRPr>
          </a:p>
        </p:txBody>
      </p:sp>
      <p:sp>
        <p:nvSpPr>
          <p:cNvPr id="11" name="Content Placeholder 2">
            <a:extLst>
              <a:ext uri="{FF2B5EF4-FFF2-40B4-BE49-F238E27FC236}">
                <a16:creationId xmlns:a16="http://schemas.microsoft.com/office/drawing/2014/main" id="{DCFA0A4F-3926-CDAA-7996-3F2A01C0F6CD}"/>
              </a:ext>
            </a:extLst>
          </p:cNvPr>
          <p:cNvSpPr>
            <a:spLocks noGrp="1"/>
          </p:cNvSpPr>
          <p:nvPr>
            <p:ph idx="17"/>
          </p:nvPr>
        </p:nvSpPr>
        <p:spPr>
          <a:xfrm>
            <a:off x="495300" y="2185932"/>
            <a:ext cx="3089472" cy="818249"/>
          </a:xfrm>
          <a:prstGeom prst="rect">
            <a:avLst/>
          </a:prstGeom>
        </p:spPr>
        <p:txBody>
          <a:bodyPr lIns="0">
            <a:noAutofit/>
          </a:bodyPr>
          <a:lstStyle>
            <a:lvl1pPr>
              <a:defRPr sz="1400" b="0" i="0" baseline="0">
                <a:solidFill>
                  <a:schemeClr val="tx2"/>
                </a:solidFill>
                <a:latin typeface="Galano Grotesque" pitchFamily="2" charset="77"/>
                <a:cs typeface="Poppins" pitchFamily="2" charset="77"/>
              </a:defRPr>
            </a:lvl1pPr>
            <a:lvl2pPr>
              <a:defRPr sz="2000" b="1" baseline="0">
                <a:latin typeface="Galano Grotesque" pitchFamily="2" charset="77"/>
              </a:defRPr>
            </a:lvl2pPr>
            <a:lvl3pPr>
              <a:defRPr sz="2000" b="1" baseline="0">
                <a:latin typeface="Galano Grotesque" pitchFamily="2" charset="77"/>
              </a:defRPr>
            </a:lvl3pPr>
            <a:lvl4pPr>
              <a:defRPr sz="2000" b="1" baseline="0">
                <a:latin typeface="Galano Grotesque" pitchFamily="2" charset="77"/>
              </a:defRPr>
            </a:lvl4pPr>
            <a:lvl5pPr>
              <a:defRPr sz="2000" b="1" baseline="0">
                <a:latin typeface="Galano Grotesque" pitchFamily="2" charset="77"/>
              </a:defRPr>
            </a:lvl5pPr>
          </a:lstStyle>
          <a:p>
            <a:pPr lvl="0"/>
            <a:r>
              <a:rPr lang="en-US"/>
              <a:t>Click to edit Master text styles</a:t>
            </a:r>
          </a:p>
        </p:txBody>
      </p:sp>
      <p:sp>
        <p:nvSpPr>
          <p:cNvPr id="13" name="Content Placeholder 2">
            <a:extLst>
              <a:ext uri="{FF2B5EF4-FFF2-40B4-BE49-F238E27FC236}">
                <a16:creationId xmlns:a16="http://schemas.microsoft.com/office/drawing/2014/main" id="{55CB46CC-8B5A-58C5-CDCF-1D3D3123F738}"/>
              </a:ext>
            </a:extLst>
          </p:cNvPr>
          <p:cNvSpPr>
            <a:spLocks noGrp="1"/>
          </p:cNvSpPr>
          <p:nvPr>
            <p:ph idx="18" hasCustomPrompt="1"/>
          </p:nvPr>
        </p:nvSpPr>
        <p:spPr>
          <a:xfrm>
            <a:off x="495300" y="1893703"/>
            <a:ext cx="3089472" cy="200179"/>
          </a:xfrm>
          <a:prstGeom prst="rect">
            <a:avLst/>
          </a:prstGeom>
        </p:spPr>
        <p:txBody>
          <a:bodyPr lIns="0">
            <a:noAutofit/>
          </a:bodyPr>
          <a:lstStyle>
            <a:lvl1pPr>
              <a:defRPr sz="1400" b="1" i="0" baseline="0">
                <a:solidFill>
                  <a:schemeClr val="tx2"/>
                </a:solidFill>
                <a:latin typeface="Galano Grotesque" pitchFamily="2" charset="77"/>
                <a:cs typeface="Poppins" pitchFamily="2" charset="77"/>
              </a:defRPr>
            </a:lvl1pPr>
          </a:lstStyle>
          <a:p>
            <a:pPr lvl="0"/>
            <a:r>
              <a:rPr lang="en-US"/>
              <a:t>Title</a:t>
            </a:r>
          </a:p>
        </p:txBody>
      </p:sp>
      <p:sp>
        <p:nvSpPr>
          <p:cNvPr id="14" name="Rectangle 13">
            <a:extLst>
              <a:ext uri="{FF2B5EF4-FFF2-40B4-BE49-F238E27FC236}">
                <a16:creationId xmlns:a16="http://schemas.microsoft.com/office/drawing/2014/main" id="{5EE66FF5-48E5-6DC6-116B-27844DED3A69}"/>
              </a:ext>
            </a:extLst>
          </p:cNvPr>
          <p:cNvSpPr/>
          <p:nvPr userDrawn="1"/>
        </p:nvSpPr>
        <p:spPr>
          <a:xfrm>
            <a:off x="4059934" y="1650724"/>
            <a:ext cx="4069080" cy="4225093"/>
          </a:xfrm>
          <a:prstGeom prst="rect">
            <a:avLst/>
          </a:prstGeom>
          <a:solidFill>
            <a:srgbClr val="E09D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Galano Grotesque" pitchFamily="2" charset="77"/>
            </a:endParaRPr>
          </a:p>
        </p:txBody>
      </p:sp>
      <p:sp>
        <p:nvSpPr>
          <p:cNvPr id="17" name="Rectangle 16">
            <a:extLst>
              <a:ext uri="{FF2B5EF4-FFF2-40B4-BE49-F238E27FC236}">
                <a16:creationId xmlns:a16="http://schemas.microsoft.com/office/drawing/2014/main" id="{73839291-B2D9-588D-C939-AF50046147C7}"/>
              </a:ext>
            </a:extLst>
          </p:cNvPr>
          <p:cNvSpPr/>
          <p:nvPr userDrawn="1"/>
        </p:nvSpPr>
        <p:spPr>
          <a:xfrm>
            <a:off x="8129900" y="1650724"/>
            <a:ext cx="4069080" cy="4225093"/>
          </a:xfrm>
          <a:prstGeom prst="rect">
            <a:avLst/>
          </a:prstGeom>
          <a:solidFill>
            <a:srgbClr val="FFDB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Galano Grotesque" pitchFamily="2" charset="77"/>
            </a:endParaRPr>
          </a:p>
        </p:txBody>
      </p:sp>
      <p:sp>
        <p:nvSpPr>
          <p:cNvPr id="21" name="Content Placeholder 2">
            <a:extLst>
              <a:ext uri="{FF2B5EF4-FFF2-40B4-BE49-F238E27FC236}">
                <a16:creationId xmlns:a16="http://schemas.microsoft.com/office/drawing/2014/main" id="{DEE80D4E-ACA4-CDA2-73F6-98A9CE91A27D}"/>
              </a:ext>
            </a:extLst>
          </p:cNvPr>
          <p:cNvSpPr>
            <a:spLocks noGrp="1"/>
          </p:cNvSpPr>
          <p:nvPr>
            <p:ph idx="19"/>
          </p:nvPr>
        </p:nvSpPr>
        <p:spPr>
          <a:xfrm>
            <a:off x="4549410" y="2185932"/>
            <a:ext cx="3089472" cy="818249"/>
          </a:xfrm>
          <a:prstGeom prst="rect">
            <a:avLst/>
          </a:prstGeom>
        </p:spPr>
        <p:txBody>
          <a:bodyPr lIns="0">
            <a:noAutofit/>
          </a:bodyPr>
          <a:lstStyle>
            <a:lvl1pPr>
              <a:defRPr sz="1500" b="0" i="0" baseline="0">
                <a:solidFill>
                  <a:schemeClr val="tx2"/>
                </a:solidFill>
                <a:latin typeface="Galano Grotesque" pitchFamily="2" charset="77"/>
                <a:cs typeface="Poppins" pitchFamily="2" charset="77"/>
              </a:defRPr>
            </a:lvl1pPr>
            <a:lvl2pPr>
              <a:defRPr sz="2000" b="1" baseline="0">
                <a:latin typeface="Galano Grotesque" pitchFamily="2" charset="77"/>
              </a:defRPr>
            </a:lvl2pPr>
            <a:lvl3pPr>
              <a:defRPr sz="2000" b="1" baseline="0">
                <a:latin typeface="Galano Grotesque" pitchFamily="2" charset="77"/>
              </a:defRPr>
            </a:lvl3pPr>
            <a:lvl4pPr>
              <a:defRPr sz="2000" b="1" baseline="0">
                <a:latin typeface="Galano Grotesque" pitchFamily="2" charset="77"/>
              </a:defRPr>
            </a:lvl4pPr>
            <a:lvl5pPr>
              <a:defRPr sz="2000" b="1" baseline="0">
                <a:latin typeface="Galano Grotesque" pitchFamily="2" charset="77"/>
              </a:defRPr>
            </a:lvl5pPr>
          </a:lstStyle>
          <a:p>
            <a:pPr lvl="0"/>
            <a:r>
              <a:rPr lang="en-US"/>
              <a:t>Click to edit Master text styles</a:t>
            </a:r>
          </a:p>
        </p:txBody>
      </p:sp>
      <p:sp>
        <p:nvSpPr>
          <p:cNvPr id="22" name="Content Placeholder 2">
            <a:extLst>
              <a:ext uri="{FF2B5EF4-FFF2-40B4-BE49-F238E27FC236}">
                <a16:creationId xmlns:a16="http://schemas.microsoft.com/office/drawing/2014/main" id="{C4BE67D3-2889-7C59-6581-57B55435711C}"/>
              </a:ext>
            </a:extLst>
          </p:cNvPr>
          <p:cNvSpPr>
            <a:spLocks noGrp="1"/>
          </p:cNvSpPr>
          <p:nvPr>
            <p:ph idx="20" hasCustomPrompt="1"/>
          </p:nvPr>
        </p:nvSpPr>
        <p:spPr>
          <a:xfrm>
            <a:off x="4549410" y="1893703"/>
            <a:ext cx="3089472" cy="200179"/>
          </a:xfrm>
          <a:prstGeom prst="rect">
            <a:avLst/>
          </a:prstGeom>
        </p:spPr>
        <p:txBody>
          <a:bodyPr lIns="0">
            <a:noAutofit/>
          </a:bodyPr>
          <a:lstStyle>
            <a:lvl1pPr>
              <a:defRPr sz="1400" b="1" i="0" baseline="0">
                <a:solidFill>
                  <a:schemeClr val="tx2"/>
                </a:solidFill>
                <a:latin typeface="Galano Grotesque" pitchFamily="2" charset="77"/>
                <a:cs typeface="Poppins" pitchFamily="2" charset="77"/>
              </a:defRPr>
            </a:lvl1pPr>
          </a:lstStyle>
          <a:p>
            <a:pPr lvl="0"/>
            <a:r>
              <a:rPr lang="en-US"/>
              <a:t>Title</a:t>
            </a:r>
          </a:p>
        </p:txBody>
      </p:sp>
      <p:sp>
        <p:nvSpPr>
          <p:cNvPr id="24" name="Content Placeholder 2">
            <a:extLst>
              <a:ext uri="{FF2B5EF4-FFF2-40B4-BE49-F238E27FC236}">
                <a16:creationId xmlns:a16="http://schemas.microsoft.com/office/drawing/2014/main" id="{BBE7314C-C1E8-0B78-71B7-8A29B516859D}"/>
              </a:ext>
            </a:extLst>
          </p:cNvPr>
          <p:cNvSpPr>
            <a:spLocks noGrp="1"/>
          </p:cNvSpPr>
          <p:nvPr>
            <p:ph idx="21"/>
          </p:nvPr>
        </p:nvSpPr>
        <p:spPr>
          <a:xfrm>
            <a:off x="8619704" y="2185932"/>
            <a:ext cx="3089472" cy="818249"/>
          </a:xfrm>
          <a:prstGeom prst="rect">
            <a:avLst/>
          </a:prstGeom>
        </p:spPr>
        <p:txBody>
          <a:bodyPr lIns="0">
            <a:noAutofit/>
          </a:bodyPr>
          <a:lstStyle>
            <a:lvl1pPr>
              <a:defRPr sz="1400" b="0" i="0" baseline="0">
                <a:solidFill>
                  <a:schemeClr val="tx2"/>
                </a:solidFill>
                <a:latin typeface="Galano Grotesque" pitchFamily="2" charset="77"/>
                <a:cs typeface="Poppins" pitchFamily="2" charset="77"/>
              </a:defRPr>
            </a:lvl1pPr>
            <a:lvl2pPr>
              <a:defRPr sz="2000" b="1" baseline="0">
                <a:latin typeface="Galano Grotesque" pitchFamily="2" charset="77"/>
              </a:defRPr>
            </a:lvl2pPr>
            <a:lvl3pPr>
              <a:defRPr sz="2000" b="1" baseline="0">
                <a:latin typeface="Galano Grotesque" pitchFamily="2" charset="77"/>
              </a:defRPr>
            </a:lvl3pPr>
            <a:lvl4pPr>
              <a:defRPr sz="2000" b="1" baseline="0">
                <a:latin typeface="Galano Grotesque" pitchFamily="2" charset="77"/>
              </a:defRPr>
            </a:lvl4pPr>
            <a:lvl5pPr>
              <a:defRPr sz="2000" b="1" baseline="0">
                <a:latin typeface="Galano Grotesque" pitchFamily="2" charset="77"/>
              </a:defRPr>
            </a:lvl5pPr>
          </a:lstStyle>
          <a:p>
            <a:pPr lvl="0"/>
            <a:r>
              <a:rPr lang="en-US"/>
              <a:t>Click to edit Master text styles</a:t>
            </a:r>
          </a:p>
        </p:txBody>
      </p:sp>
      <p:sp>
        <p:nvSpPr>
          <p:cNvPr id="25" name="Content Placeholder 2">
            <a:extLst>
              <a:ext uri="{FF2B5EF4-FFF2-40B4-BE49-F238E27FC236}">
                <a16:creationId xmlns:a16="http://schemas.microsoft.com/office/drawing/2014/main" id="{223DF159-264C-55E9-E9A2-6EA11F0A187A}"/>
              </a:ext>
            </a:extLst>
          </p:cNvPr>
          <p:cNvSpPr>
            <a:spLocks noGrp="1"/>
          </p:cNvSpPr>
          <p:nvPr>
            <p:ph idx="22" hasCustomPrompt="1"/>
          </p:nvPr>
        </p:nvSpPr>
        <p:spPr>
          <a:xfrm>
            <a:off x="8619704" y="1893703"/>
            <a:ext cx="3089472" cy="200179"/>
          </a:xfrm>
          <a:prstGeom prst="rect">
            <a:avLst/>
          </a:prstGeom>
        </p:spPr>
        <p:txBody>
          <a:bodyPr lIns="0">
            <a:noAutofit/>
          </a:bodyPr>
          <a:lstStyle>
            <a:lvl1pPr>
              <a:defRPr sz="1400" b="1" i="0" baseline="0">
                <a:solidFill>
                  <a:schemeClr val="tx2"/>
                </a:solidFill>
                <a:latin typeface="Galano Grotesque" pitchFamily="2" charset="77"/>
                <a:cs typeface="Poppins" pitchFamily="2" charset="77"/>
              </a:defRPr>
            </a:lvl1pPr>
          </a:lstStyle>
          <a:p>
            <a:pPr lvl="0"/>
            <a:r>
              <a:rPr lang="en-US"/>
              <a:t>Title</a:t>
            </a:r>
          </a:p>
        </p:txBody>
      </p:sp>
      <p:sp>
        <p:nvSpPr>
          <p:cNvPr id="6" name="Slide Number Placeholder 5">
            <a:extLst>
              <a:ext uri="{FF2B5EF4-FFF2-40B4-BE49-F238E27FC236}">
                <a16:creationId xmlns:a16="http://schemas.microsoft.com/office/drawing/2014/main" id="{B394FD60-7020-E39F-1B93-4BE9699EDBBF}"/>
              </a:ext>
            </a:extLst>
          </p:cNvPr>
          <p:cNvSpPr>
            <a:spLocks noGrp="1"/>
          </p:cNvSpPr>
          <p:nvPr>
            <p:ph type="sldNum" sz="quarter" idx="12"/>
          </p:nvPr>
        </p:nvSpPr>
        <p:spPr>
          <a:xfrm>
            <a:off x="8953500" y="6356352"/>
            <a:ext cx="2743200" cy="365125"/>
          </a:xfrm>
        </p:spPr>
        <p:txBody>
          <a:bodyPr/>
          <a:lstStyle/>
          <a:p>
            <a:fld id="{43810C2F-5A3B-334F-B32E-597B62ACB14E}" type="slidenum">
              <a:rPr lang="en-US" smtClean="0"/>
              <a:t>‹#›</a:t>
            </a:fld>
            <a:endParaRPr lang="en-US"/>
          </a:p>
        </p:txBody>
      </p:sp>
    </p:spTree>
    <p:extLst>
      <p:ext uri="{BB962C8B-B14F-4D97-AF65-F5344CB8AC3E}">
        <p14:creationId xmlns:p14="http://schemas.microsoft.com/office/powerpoint/2010/main" val="2582455320"/>
      </p:ext>
    </p:extLst>
  </p:cSld>
  <p:clrMapOvr>
    <a:overrideClrMapping bg1="lt1" tx1="dk1" bg2="lt2" tx2="dk2" accent1="accent1" accent2="accent2" accent3="accent3" accent4="accent4" accent5="accent5" accent6="accent6" hlink="hlink" folHlink="folHlink"/>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Header, Subheading, body 1 col">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0F13A179-AB6A-9449-B872-F5E774385FB5}"/>
              </a:ext>
            </a:extLst>
          </p:cNvPr>
          <p:cNvSpPr>
            <a:spLocks noGrp="1"/>
          </p:cNvSpPr>
          <p:nvPr>
            <p:ph type="sldNum" sz="quarter" idx="12"/>
          </p:nvPr>
        </p:nvSpPr>
        <p:spPr/>
        <p:txBody>
          <a:bodyPr/>
          <a:lstStyle/>
          <a:p>
            <a:fld id="{43810C2F-5A3B-334F-B32E-597B62ACB14E}" type="slidenum">
              <a:rPr lang="en-US" smtClean="0"/>
              <a:t>‹#›</a:t>
            </a:fld>
            <a:endParaRPr lang="en-US"/>
          </a:p>
        </p:txBody>
      </p:sp>
      <p:sp>
        <p:nvSpPr>
          <p:cNvPr id="7" name="Content Placeholder 6">
            <a:extLst>
              <a:ext uri="{FF2B5EF4-FFF2-40B4-BE49-F238E27FC236}">
                <a16:creationId xmlns:a16="http://schemas.microsoft.com/office/drawing/2014/main" id="{72A48076-DC05-416D-A57B-28233B9DA03F}"/>
              </a:ext>
            </a:extLst>
          </p:cNvPr>
          <p:cNvSpPr>
            <a:spLocks noGrp="1"/>
          </p:cNvSpPr>
          <p:nvPr>
            <p:ph sz="quarter" idx="16"/>
          </p:nvPr>
        </p:nvSpPr>
        <p:spPr>
          <a:xfrm>
            <a:off x="510798" y="2185261"/>
            <a:ext cx="11185902" cy="2107770"/>
          </a:xfrm>
          <a:prstGeom prst="rect">
            <a:avLst/>
          </a:prstGeom>
        </p:spPr>
        <p:txBody>
          <a:bodyPr lIns="0"/>
          <a:lstStyle>
            <a:lvl1pPr>
              <a:defRPr sz="1400" b="0" i="0">
                <a:solidFill>
                  <a:schemeClr val="tx2"/>
                </a:solidFill>
                <a:latin typeface="Galano Grotesque" pitchFamily="2" charset="77"/>
                <a:cs typeface="Poppins" pitchFamily="2" charset="77"/>
              </a:defRPr>
            </a:lvl1pPr>
            <a:lvl2pPr>
              <a:defRPr sz="1400" b="0" i="0">
                <a:solidFill>
                  <a:schemeClr val="tx2"/>
                </a:solidFill>
                <a:latin typeface="Galano Grotesque" pitchFamily="2" charset="77"/>
                <a:cs typeface="Poppins" pitchFamily="2" charset="77"/>
              </a:defRPr>
            </a:lvl2pPr>
            <a:lvl3pPr>
              <a:defRPr sz="1400" b="0" i="0">
                <a:solidFill>
                  <a:schemeClr val="tx2"/>
                </a:solidFill>
                <a:latin typeface="Galano Grotesque" pitchFamily="2" charset="77"/>
                <a:cs typeface="Poppins" pitchFamily="2" charset="77"/>
              </a:defRPr>
            </a:lvl3pPr>
            <a:lvl4pPr>
              <a:defRPr sz="1400" b="0" i="0">
                <a:solidFill>
                  <a:schemeClr val="tx2"/>
                </a:solidFill>
                <a:latin typeface="Galano Grotesque" pitchFamily="2" charset="77"/>
                <a:cs typeface="Poppins" pitchFamily="2" charset="77"/>
              </a:defRPr>
            </a:lvl4pPr>
            <a:lvl5pPr>
              <a:defRPr sz="1400" b="0" i="0">
                <a:solidFill>
                  <a:schemeClr val="tx2"/>
                </a:solidFill>
                <a:latin typeface="Galano Grotesque" pitchFamily="2" charset="77"/>
                <a:cs typeface="Poppins"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4">
            <a:extLst>
              <a:ext uri="{FF2B5EF4-FFF2-40B4-BE49-F238E27FC236}">
                <a16:creationId xmlns:a16="http://schemas.microsoft.com/office/drawing/2014/main" id="{1E8F3118-115D-A44E-B4F7-684676F039BF}"/>
              </a:ext>
            </a:extLst>
          </p:cNvPr>
          <p:cNvSpPr>
            <a:spLocks noGrp="1"/>
          </p:cNvSpPr>
          <p:nvPr>
            <p:ph type="title" hasCustomPrompt="1"/>
          </p:nvPr>
        </p:nvSpPr>
        <p:spPr>
          <a:xfrm>
            <a:off x="510798" y="583770"/>
            <a:ext cx="11236280" cy="457200"/>
          </a:xfrm>
        </p:spPr>
        <p:txBody>
          <a:bodyPr lIns="0"/>
          <a:lstStyle>
            <a:lvl1pPr algn="l" defTabSz="914377" rtl="0" eaLnBrk="1" latinLnBrk="0" hangingPunct="1">
              <a:lnSpc>
                <a:spcPct val="90000"/>
              </a:lnSpc>
              <a:spcBef>
                <a:spcPct val="0"/>
              </a:spcBef>
              <a:buNone/>
              <a:defRPr lang="en-US" sz="2400" b="1" i="0" kern="1200" spc="0" dirty="0">
                <a:solidFill>
                  <a:schemeClr val="tx2"/>
                </a:solidFill>
                <a:latin typeface="Galano Grotesque ExtraBold" panose="00000900000000000000" pitchFamily="50" charset="0"/>
                <a:ea typeface="+mj-ea"/>
                <a:cs typeface="+mj-cs"/>
              </a:defRPr>
            </a:lvl1pPr>
          </a:lstStyle>
          <a:p>
            <a:r>
              <a:rPr lang="en-US"/>
              <a:t>Header goes here, can be up to two lines.</a:t>
            </a:r>
          </a:p>
        </p:txBody>
      </p:sp>
      <p:sp>
        <p:nvSpPr>
          <p:cNvPr id="9" name="Text Placeholder 6">
            <a:extLst>
              <a:ext uri="{FF2B5EF4-FFF2-40B4-BE49-F238E27FC236}">
                <a16:creationId xmlns:a16="http://schemas.microsoft.com/office/drawing/2014/main" id="{ACBDEBB4-2DC0-9E4B-A71B-1FCBD2C4E45C}"/>
              </a:ext>
            </a:extLst>
          </p:cNvPr>
          <p:cNvSpPr>
            <a:spLocks noGrp="1"/>
          </p:cNvSpPr>
          <p:nvPr>
            <p:ph type="body" sz="quarter" idx="15" hasCustomPrompt="1"/>
          </p:nvPr>
        </p:nvSpPr>
        <p:spPr>
          <a:xfrm>
            <a:off x="510799" y="1211657"/>
            <a:ext cx="4203700" cy="690562"/>
          </a:xfrm>
          <a:prstGeom prst="rect">
            <a:avLst/>
          </a:prstGeom>
        </p:spPr>
        <p:txBody>
          <a:bodyPr lIns="0"/>
          <a:lstStyle>
            <a:lvl1pPr marL="0" indent="0">
              <a:buNone/>
              <a:defRPr lang="en-US" sz="1800" b="0" i="0" kern="1200" dirty="0">
                <a:solidFill>
                  <a:schemeClr val="tx2"/>
                </a:solidFill>
                <a:latin typeface="Galano Grotesque" panose="00000500000000000000" pitchFamily="50" charset="0"/>
                <a:ea typeface="+mn-ea"/>
                <a:cs typeface="+mn-cs"/>
              </a:defRPr>
            </a:lvl1pPr>
          </a:lstStyle>
          <a:p>
            <a:pPr marL="0" lvl="0" indent="0" algn="l" defTabSz="914377" rtl="0" eaLnBrk="1" latinLnBrk="0" hangingPunct="1">
              <a:lnSpc>
                <a:spcPct val="90000"/>
              </a:lnSpc>
              <a:spcBef>
                <a:spcPts val="1000"/>
              </a:spcBef>
              <a:buFont typeface="Arial" panose="020B0604020202020204" pitchFamily="34" charset="0"/>
              <a:buNone/>
            </a:pPr>
            <a:r>
              <a:rPr lang="en-US"/>
              <a:t>Subhead here.</a:t>
            </a:r>
          </a:p>
        </p:txBody>
      </p:sp>
    </p:spTree>
    <p:extLst>
      <p:ext uri="{BB962C8B-B14F-4D97-AF65-F5344CB8AC3E}">
        <p14:creationId xmlns:p14="http://schemas.microsoft.com/office/powerpoint/2010/main" val="1290638040"/>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Header, body 1 col">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0F13A179-AB6A-9449-B872-F5E774385FB5}"/>
              </a:ext>
            </a:extLst>
          </p:cNvPr>
          <p:cNvSpPr>
            <a:spLocks noGrp="1"/>
          </p:cNvSpPr>
          <p:nvPr>
            <p:ph type="sldNum" sz="quarter" idx="12"/>
          </p:nvPr>
        </p:nvSpPr>
        <p:spPr/>
        <p:txBody>
          <a:bodyPr/>
          <a:lstStyle/>
          <a:p>
            <a:fld id="{43810C2F-5A3B-334F-B32E-597B62ACB14E}" type="slidenum">
              <a:rPr lang="en-US" smtClean="0"/>
              <a:t>‹#›</a:t>
            </a:fld>
            <a:endParaRPr lang="en-US"/>
          </a:p>
        </p:txBody>
      </p:sp>
      <p:sp>
        <p:nvSpPr>
          <p:cNvPr id="7" name="Content Placeholder 6">
            <a:extLst>
              <a:ext uri="{FF2B5EF4-FFF2-40B4-BE49-F238E27FC236}">
                <a16:creationId xmlns:a16="http://schemas.microsoft.com/office/drawing/2014/main" id="{5807256F-2DF0-4A3E-AFDC-AF1A97062FD0}"/>
              </a:ext>
            </a:extLst>
          </p:cNvPr>
          <p:cNvSpPr>
            <a:spLocks noGrp="1"/>
          </p:cNvSpPr>
          <p:nvPr>
            <p:ph sz="quarter" idx="16"/>
          </p:nvPr>
        </p:nvSpPr>
        <p:spPr>
          <a:xfrm>
            <a:off x="510798" y="2247254"/>
            <a:ext cx="11185902" cy="3644064"/>
          </a:xfrm>
          <a:prstGeom prst="rect">
            <a:avLst/>
          </a:prstGeom>
        </p:spPr>
        <p:txBody>
          <a:bodyPr lIns="0"/>
          <a:lstStyle>
            <a:lvl1pPr>
              <a:defRPr sz="1400" b="0" i="0">
                <a:solidFill>
                  <a:srgbClr val="650360"/>
                </a:solidFill>
                <a:latin typeface="Galano Grotesque" pitchFamily="2" charset="77"/>
                <a:cs typeface="Poppins" pitchFamily="2" charset="77"/>
              </a:defRPr>
            </a:lvl1pPr>
            <a:lvl2pPr>
              <a:defRPr sz="1400" b="0" i="0">
                <a:solidFill>
                  <a:srgbClr val="650360"/>
                </a:solidFill>
                <a:latin typeface="Galano Grotesque" pitchFamily="2" charset="77"/>
                <a:cs typeface="Poppins" pitchFamily="2" charset="77"/>
              </a:defRPr>
            </a:lvl2pPr>
            <a:lvl3pPr>
              <a:defRPr sz="1400" b="0" i="0">
                <a:solidFill>
                  <a:srgbClr val="650360"/>
                </a:solidFill>
                <a:latin typeface="Galano Grotesque" pitchFamily="2" charset="77"/>
                <a:cs typeface="Poppins" pitchFamily="2" charset="77"/>
              </a:defRPr>
            </a:lvl3pPr>
            <a:lvl4pPr>
              <a:defRPr sz="1400" b="0" i="0">
                <a:solidFill>
                  <a:srgbClr val="650360"/>
                </a:solidFill>
                <a:latin typeface="Galano Grotesque" pitchFamily="2" charset="77"/>
                <a:cs typeface="Poppins" pitchFamily="2" charset="77"/>
              </a:defRPr>
            </a:lvl4pPr>
            <a:lvl5pPr>
              <a:defRPr sz="1400" b="0" i="0">
                <a:solidFill>
                  <a:srgbClr val="650360"/>
                </a:solidFill>
                <a:latin typeface="Galano Grotesque" pitchFamily="2" charset="77"/>
                <a:cs typeface="Poppins"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4">
            <a:extLst>
              <a:ext uri="{FF2B5EF4-FFF2-40B4-BE49-F238E27FC236}">
                <a16:creationId xmlns:a16="http://schemas.microsoft.com/office/drawing/2014/main" id="{2B774E0E-415E-A44B-9279-B8180C012119}"/>
              </a:ext>
            </a:extLst>
          </p:cNvPr>
          <p:cNvSpPr>
            <a:spLocks noGrp="1"/>
          </p:cNvSpPr>
          <p:nvPr>
            <p:ph type="title" hasCustomPrompt="1"/>
          </p:nvPr>
        </p:nvSpPr>
        <p:spPr>
          <a:xfrm>
            <a:off x="510798" y="583770"/>
            <a:ext cx="11185902" cy="457200"/>
          </a:xfrm>
        </p:spPr>
        <p:txBody>
          <a:bodyPr lIns="0"/>
          <a:lstStyle>
            <a:lvl1pPr>
              <a:defRPr b="1" i="0" spc="0">
                <a:solidFill>
                  <a:srgbClr val="650360"/>
                </a:solidFill>
                <a:latin typeface="Galano Grotesque ExtraBold" panose="00000900000000000000" pitchFamily="50" charset="0"/>
              </a:defRPr>
            </a:lvl1pPr>
          </a:lstStyle>
          <a:p>
            <a:r>
              <a:rPr lang="en-US"/>
              <a:t>Header goes here, can be up to two lines.</a:t>
            </a:r>
          </a:p>
        </p:txBody>
      </p:sp>
      <p:sp>
        <p:nvSpPr>
          <p:cNvPr id="9" name="Text Placeholder 6">
            <a:extLst>
              <a:ext uri="{FF2B5EF4-FFF2-40B4-BE49-F238E27FC236}">
                <a16:creationId xmlns:a16="http://schemas.microsoft.com/office/drawing/2014/main" id="{777FCABF-74F6-494A-9B96-C0C2E781D821}"/>
              </a:ext>
            </a:extLst>
          </p:cNvPr>
          <p:cNvSpPr>
            <a:spLocks noGrp="1"/>
          </p:cNvSpPr>
          <p:nvPr>
            <p:ph type="body" sz="quarter" idx="15" hasCustomPrompt="1"/>
          </p:nvPr>
        </p:nvSpPr>
        <p:spPr>
          <a:xfrm>
            <a:off x="510799" y="1211657"/>
            <a:ext cx="4203700" cy="690562"/>
          </a:xfrm>
          <a:prstGeom prst="rect">
            <a:avLst/>
          </a:prstGeom>
        </p:spPr>
        <p:txBody>
          <a:bodyPr lIns="0"/>
          <a:lstStyle>
            <a:lvl1pPr marL="0" indent="0">
              <a:buNone/>
              <a:defRPr lang="en-US" sz="1800" b="0" i="0" kern="1200" dirty="0">
                <a:solidFill>
                  <a:srgbClr val="650360"/>
                </a:solidFill>
                <a:latin typeface="Galano Grotesque" panose="00000500000000000000" pitchFamily="50" charset="0"/>
                <a:ea typeface="+mn-ea"/>
                <a:cs typeface="+mn-cs"/>
              </a:defRPr>
            </a:lvl1pPr>
          </a:lstStyle>
          <a:p>
            <a:pPr marL="0" lvl="0" indent="0" algn="l" defTabSz="914377" rtl="0" eaLnBrk="1" latinLnBrk="0" hangingPunct="1">
              <a:lnSpc>
                <a:spcPct val="90000"/>
              </a:lnSpc>
              <a:spcBef>
                <a:spcPts val="1000"/>
              </a:spcBef>
              <a:buFont typeface="Arial" panose="020B0604020202020204" pitchFamily="34" charset="0"/>
              <a:buNone/>
            </a:pPr>
            <a:r>
              <a:rPr lang="en-US"/>
              <a:t>Subhead here.</a:t>
            </a:r>
          </a:p>
        </p:txBody>
      </p:sp>
    </p:spTree>
    <p:extLst>
      <p:ext uri="{BB962C8B-B14F-4D97-AF65-F5344CB8AC3E}">
        <p14:creationId xmlns:p14="http://schemas.microsoft.com/office/powerpoint/2010/main" val="3302217830"/>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Header, Subheading, body 2 co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28844-31B5-EC49-8DF9-BA27EE0BB257}"/>
              </a:ext>
            </a:extLst>
          </p:cNvPr>
          <p:cNvSpPr>
            <a:spLocks noGrp="1"/>
          </p:cNvSpPr>
          <p:nvPr>
            <p:ph type="title" hasCustomPrompt="1"/>
          </p:nvPr>
        </p:nvSpPr>
        <p:spPr>
          <a:xfrm>
            <a:off x="499158" y="304801"/>
            <a:ext cx="10515600" cy="457200"/>
          </a:xfrm>
        </p:spPr>
        <p:txBody>
          <a:bodyPr lIns="0"/>
          <a:lstStyle>
            <a:lvl1pPr>
              <a:defRPr b="1">
                <a:solidFill>
                  <a:srgbClr val="650360"/>
                </a:solidFill>
                <a:latin typeface="Galano Grotesque ExtraBold" panose="00000900000000000000" pitchFamily="50" charset="0"/>
              </a:defRPr>
            </a:lvl1pPr>
          </a:lstStyle>
          <a:p>
            <a:r>
              <a:rPr lang="en-US"/>
              <a:t>Header goes here.</a:t>
            </a:r>
          </a:p>
        </p:txBody>
      </p:sp>
      <p:sp>
        <p:nvSpPr>
          <p:cNvPr id="9" name="Slide Number Placeholder 8">
            <a:extLst>
              <a:ext uri="{FF2B5EF4-FFF2-40B4-BE49-F238E27FC236}">
                <a16:creationId xmlns:a16="http://schemas.microsoft.com/office/drawing/2014/main" id="{6F657573-2FC7-BE42-8D31-971ACDB64964}"/>
              </a:ext>
            </a:extLst>
          </p:cNvPr>
          <p:cNvSpPr>
            <a:spLocks noGrp="1"/>
          </p:cNvSpPr>
          <p:nvPr>
            <p:ph type="sldNum" sz="quarter" idx="12"/>
          </p:nvPr>
        </p:nvSpPr>
        <p:spPr/>
        <p:txBody>
          <a:bodyPr/>
          <a:lstStyle/>
          <a:p>
            <a:fld id="{43810C2F-5A3B-334F-B32E-597B62ACB14E}" type="slidenum">
              <a:rPr lang="en-US" smtClean="0"/>
              <a:t>‹#›</a:t>
            </a:fld>
            <a:endParaRPr lang="en-US"/>
          </a:p>
        </p:txBody>
      </p:sp>
      <p:sp>
        <p:nvSpPr>
          <p:cNvPr id="10" name="Content Placeholder 3">
            <a:extLst>
              <a:ext uri="{FF2B5EF4-FFF2-40B4-BE49-F238E27FC236}">
                <a16:creationId xmlns:a16="http://schemas.microsoft.com/office/drawing/2014/main" id="{324BD615-0D3D-4613-A3FB-89E18979AD1A}"/>
              </a:ext>
            </a:extLst>
          </p:cNvPr>
          <p:cNvSpPr>
            <a:spLocks noGrp="1"/>
          </p:cNvSpPr>
          <p:nvPr>
            <p:ph sz="quarter" idx="15" hasCustomPrompt="1"/>
          </p:nvPr>
        </p:nvSpPr>
        <p:spPr>
          <a:xfrm>
            <a:off x="499158" y="928690"/>
            <a:ext cx="5157787" cy="539115"/>
          </a:xfrm>
          <a:prstGeom prst="rect">
            <a:avLst/>
          </a:prstGeom>
        </p:spPr>
        <p:txBody>
          <a:bodyPr lIns="0"/>
          <a:lstStyle>
            <a:lvl1pPr>
              <a:defRPr lang="en-US" sz="1800" b="0" i="0" kern="1200" dirty="0">
                <a:solidFill>
                  <a:srgbClr val="650360"/>
                </a:solidFill>
                <a:latin typeface="Galano Grotesque" panose="00000500000000000000" pitchFamily="50" charset="0"/>
                <a:ea typeface="+mn-ea"/>
                <a:cs typeface="+mn-cs"/>
              </a:defRPr>
            </a:lvl1pPr>
            <a:lvl2pPr>
              <a:defRPr sz="1800" b="1"/>
            </a:lvl2pPr>
            <a:lvl3pPr>
              <a:defRPr sz="1800" b="1"/>
            </a:lvl3pPr>
            <a:lvl4pPr>
              <a:defRPr sz="1800" b="1"/>
            </a:lvl4pPr>
            <a:lvl5pPr>
              <a:defRPr sz="1800" b="1"/>
            </a:lvl5pPr>
          </a:lstStyle>
          <a:p>
            <a:pPr marL="0" lvl="0" indent="0" algn="l" defTabSz="914377" rtl="0" eaLnBrk="1" latinLnBrk="0" hangingPunct="1">
              <a:lnSpc>
                <a:spcPct val="90000"/>
              </a:lnSpc>
              <a:spcBef>
                <a:spcPts val="1000"/>
              </a:spcBef>
              <a:buFont typeface="Arial" panose="020B0604020202020204" pitchFamily="34" charset="0"/>
              <a:buNone/>
            </a:pPr>
            <a:r>
              <a:rPr lang="en-US"/>
              <a:t>Subhead here.</a:t>
            </a:r>
          </a:p>
        </p:txBody>
      </p:sp>
      <p:sp>
        <p:nvSpPr>
          <p:cNvPr id="11" name="Content Placeholder 6">
            <a:extLst>
              <a:ext uri="{FF2B5EF4-FFF2-40B4-BE49-F238E27FC236}">
                <a16:creationId xmlns:a16="http://schemas.microsoft.com/office/drawing/2014/main" id="{E2A1C334-C030-4F7D-9609-8438B84BAAE5}"/>
              </a:ext>
            </a:extLst>
          </p:cNvPr>
          <p:cNvSpPr>
            <a:spLocks noGrp="1"/>
          </p:cNvSpPr>
          <p:nvPr>
            <p:ph sz="quarter" idx="16"/>
          </p:nvPr>
        </p:nvSpPr>
        <p:spPr>
          <a:xfrm>
            <a:off x="499158" y="1611670"/>
            <a:ext cx="5157787" cy="4437995"/>
          </a:xfrm>
          <a:prstGeom prst="rect">
            <a:avLst/>
          </a:prstGeom>
        </p:spPr>
        <p:txBody>
          <a:bodyPr lIns="0"/>
          <a:lstStyle>
            <a:lvl1pPr>
              <a:defRPr sz="1400" b="0" i="0">
                <a:solidFill>
                  <a:srgbClr val="650360"/>
                </a:solidFill>
                <a:latin typeface="Galano Grotesque" pitchFamily="2" charset="77"/>
                <a:cs typeface="Poppins" pitchFamily="2" charset="77"/>
              </a:defRPr>
            </a:lvl1pPr>
            <a:lvl2pPr>
              <a:defRPr sz="1400" b="0" i="0">
                <a:solidFill>
                  <a:srgbClr val="650360"/>
                </a:solidFill>
                <a:latin typeface="Galano Grotesque" pitchFamily="2" charset="77"/>
                <a:cs typeface="Poppins" pitchFamily="2" charset="77"/>
              </a:defRPr>
            </a:lvl2pPr>
            <a:lvl3pPr>
              <a:defRPr sz="1400" b="0" i="0">
                <a:solidFill>
                  <a:srgbClr val="650360"/>
                </a:solidFill>
                <a:latin typeface="Galano Grotesque" pitchFamily="2" charset="77"/>
                <a:cs typeface="Poppins" pitchFamily="2" charset="77"/>
              </a:defRPr>
            </a:lvl3pPr>
            <a:lvl4pPr>
              <a:defRPr sz="1400" b="0" i="0">
                <a:solidFill>
                  <a:srgbClr val="650360"/>
                </a:solidFill>
                <a:latin typeface="Galano Grotesque" pitchFamily="2" charset="77"/>
                <a:cs typeface="Poppins" pitchFamily="2" charset="77"/>
              </a:defRPr>
            </a:lvl4pPr>
            <a:lvl5pPr>
              <a:defRPr sz="1400" b="0" i="0">
                <a:solidFill>
                  <a:srgbClr val="650360"/>
                </a:solidFill>
                <a:latin typeface="Galano Grotesque" pitchFamily="2" charset="77"/>
                <a:cs typeface="Poppins"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420D5932-4498-78A3-4E4A-826E31E8070E}"/>
              </a:ext>
            </a:extLst>
          </p:cNvPr>
          <p:cNvSpPr>
            <a:spLocks noGrp="1"/>
          </p:cNvSpPr>
          <p:nvPr>
            <p:ph sz="quarter" idx="17" hasCustomPrompt="1"/>
          </p:nvPr>
        </p:nvSpPr>
        <p:spPr>
          <a:xfrm>
            <a:off x="6393180" y="936445"/>
            <a:ext cx="5303520" cy="539115"/>
          </a:xfrm>
          <a:prstGeom prst="rect">
            <a:avLst/>
          </a:prstGeom>
        </p:spPr>
        <p:txBody>
          <a:bodyPr lIns="0"/>
          <a:lstStyle>
            <a:lvl1pPr>
              <a:defRPr lang="en-US" sz="1800" b="0" i="0" kern="1200" dirty="0">
                <a:solidFill>
                  <a:srgbClr val="650360"/>
                </a:solidFill>
                <a:latin typeface="Galano Grotesque" panose="00000500000000000000" pitchFamily="50" charset="0"/>
                <a:ea typeface="+mn-ea"/>
                <a:cs typeface="+mn-cs"/>
              </a:defRPr>
            </a:lvl1pPr>
            <a:lvl2pPr>
              <a:defRPr sz="1800" b="1"/>
            </a:lvl2pPr>
            <a:lvl3pPr>
              <a:defRPr sz="1800" b="1"/>
            </a:lvl3pPr>
            <a:lvl4pPr>
              <a:defRPr sz="1800" b="1"/>
            </a:lvl4pPr>
            <a:lvl5pPr>
              <a:defRPr sz="1800" b="1"/>
            </a:lvl5pPr>
          </a:lstStyle>
          <a:p>
            <a:pPr marL="0" lvl="0" indent="0" algn="l" defTabSz="914377" rtl="0" eaLnBrk="1" latinLnBrk="0" hangingPunct="1">
              <a:lnSpc>
                <a:spcPct val="90000"/>
              </a:lnSpc>
              <a:spcBef>
                <a:spcPts val="1000"/>
              </a:spcBef>
              <a:buFont typeface="Arial" panose="020B0604020202020204" pitchFamily="34" charset="0"/>
              <a:buNone/>
            </a:pPr>
            <a:r>
              <a:rPr lang="en-US"/>
              <a:t>Subhead here.</a:t>
            </a:r>
          </a:p>
        </p:txBody>
      </p:sp>
      <p:sp>
        <p:nvSpPr>
          <p:cNvPr id="4" name="Content Placeholder 6">
            <a:extLst>
              <a:ext uri="{FF2B5EF4-FFF2-40B4-BE49-F238E27FC236}">
                <a16:creationId xmlns:a16="http://schemas.microsoft.com/office/drawing/2014/main" id="{6E18D484-AA08-5855-ED87-26636982C651}"/>
              </a:ext>
            </a:extLst>
          </p:cNvPr>
          <p:cNvSpPr>
            <a:spLocks noGrp="1"/>
          </p:cNvSpPr>
          <p:nvPr>
            <p:ph sz="quarter" idx="18"/>
          </p:nvPr>
        </p:nvSpPr>
        <p:spPr>
          <a:xfrm>
            <a:off x="6393180" y="1626741"/>
            <a:ext cx="5303520" cy="4437995"/>
          </a:xfrm>
          <a:prstGeom prst="rect">
            <a:avLst/>
          </a:prstGeom>
        </p:spPr>
        <p:txBody>
          <a:bodyPr lIns="0"/>
          <a:lstStyle>
            <a:lvl1pPr>
              <a:defRPr sz="1400" b="0" i="0">
                <a:solidFill>
                  <a:srgbClr val="650360"/>
                </a:solidFill>
                <a:latin typeface="Galano Grotesque" pitchFamily="2" charset="77"/>
                <a:cs typeface="Poppins" pitchFamily="2" charset="77"/>
              </a:defRPr>
            </a:lvl1pPr>
            <a:lvl2pPr>
              <a:defRPr sz="1400" b="0" i="0">
                <a:solidFill>
                  <a:srgbClr val="650360"/>
                </a:solidFill>
                <a:latin typeface="Galano Grotesque" pitchFamily="2" charset="77"/>
                <a:cs typeface="Poppins" pitchFamily="2" charset="77"/>
              </a:defRPr>
            </a:lvl2pPr>
            <a:lvl3pPr>
              <a:defRPr sz="1400" b="0" i="0">
                <a:solidFill>
                  <a:srgbClr val="650360"/>
                </a:solidFill>
                <a:latin typeface="Galano Grotesque" pitchFamily="2" charset="77"/>
                <a:cs typeface="Poppins" pitchFamily="2" charset="77"/>
              </a:defRPr>
            </a:lvl3pPr>
            <a:lvl4pPr>
              <a:defRPr sz="1400" b="0" i="0">
                <a:solidFill>
                  <a:srgbClr val="650360"/>
                </a:solidFill>
                <a:latin typeface="Galano Grotesque" pitchFamily="2" charset="77"/>
                <a:cs typeface="Poppins" pitchFamily="2" charset="77"/>
              </a:defRPr>
            </a:lvl4pPr>
            <a:lvl5pPr>
              <a:defRPr sz="1400" b="0" i="0">
                <a:solidFill>
                  <a:srgbClr val="650360"/>
                </a:solidFill>
                <a:latin typeface="Galano Grotesque" pitchFamily="2" charset="77"/>
                <a:cs typeface="Poppins"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99239394"/>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Header, Subheading, body 2 col">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6F657573-2FC7-BE42-8D31-971ACDB64964}"/>
              </a:ext>
            </a:extLst>
          </p:cNvPr>
          <p:cNvSpPr>
            <a:spLocks noGrp="1"/>
          </p:cNvSpPr>
          <p:nvPr>
            <p:ph type="sldNum" sz="quarter" idx="12"/>
          </p:nvPr>
        </p:nvSpPr>
        <p:spPr/>
        <p:txBody>
          <a:bodyPr/>
          <a:lstStyle/>
          <a:p>
            <a:fld id="{43810C2F-5A3B-334F-B32E-597B62ACB14E}" type="slidenum">
              <a:rPr lang="en-US" smtClean="0"/>
              <a:t>‹#›</a:t>
            </a:fld>
            <a:endParaRPr lang="en-US"/>
          </a:p>
        </p:txBody>
      </p:sp>
      <p:sp>
        <p:nvSpPr>
          <p:cNvPr id="3" name="Title 1">
            <a:extLst>
              <a:ext uri="{FF2B5EF4-FFF2-40B4-BE49-F238E27FC236}">
                <a16:creationId xmlns:a16="http://schemas.microsoft.com/office/drawing/2014/main" id="{04BF0203-5E16-49A8-3668-A2241D7696D6}"/>
              </a:ext>
            </a:extLst>
          </p:cNvPr>
          <p:cNvSpPr>
            <a:spLocks noGrp="1"/>
          </p:cNvSpPr>
          <p:nvPr>
            <p:ph type="title" hasCustomPrompt="1"/>
          </p:nvPr>
        </p:nvSpPr>
        <p:spPr>
          <a:xfrm>
            <a:off x="495300" y="304801"/>
            <a:ext cx="10515600" cy="457200"/>
          </a:xfrm>
        </p:spPr>
        <p:txBody>
          <a:bodyPr lIns="0"/>
          <a:lstStyle>
            <a:lvl1pPr algn="l" defTabSz="914377" rtl="0" eaLnBrk="1" latinLnBrk="0" hangingPunct="1">
              <a:lnSpc>
                <a:spcPct val="90000"/>
              </a:lnSpc>
              <a:spcBef>
                <a:spcPct val="0"/>
              </a:spcBef>
              <a:buNone/>
              <a:defRPr lang="en-US" sz="2400" b="1" i="0" kern="1200" dirty="0">
                <a:solidFill>
                  <a:srgbClr val="650360"/>
                </a:solidFill>
                <a:latin typeface="Galano Grotesque ExtraBold" panose="00000900000000000000" pitchFamily="50" charset="0"/>
                <a:ea typeface="+mj-ea"/>
                <a:cs typeface="+mj-cs"/>
              </a:defRPr>
            </a:lvl1pPr>
          </a:lstStyle>
          <a:p>
            <a:r>
              <a:rPr lang="en-US"/>
              <a:t>Header goes here.</a:t>
            </a:r>
          </a:p>
        </p:txBody>
      </p:sp>
      <p:sp>
        <p:nvSpPr>
          <p:cNvPr id="4" name="Content Placeholder 6">
            <a:extLst>
              <a:ext uri="{FF2B5EF4-FFF2-40B4-BE49-F238E27FC236}">
                <a16:creationId xmlns:a16="http://schemas.microsoft.com/office/drawing/2014/main" id="{E4C423DF-750E-9818-BA2F-08C6F4BB9B36}"/>
              </a:ext>
            </a:extLst>
          </p:cNvPr>
          <p:cNvSpPr>
            <a:spLocks noGrp="1"/>
          </p:cNvSpPr>
          <p:nvPr>
            <p:ph sz="quarter" idx="16"/>
          </p:nvPr>
        </p:nvSpPr>
        <p:spPr>
          <a:xfrm>
            <a:off x="495300" y="980903"/>
            <a:ext cx="5212080" cy="5068763"/>
          </a:xfrm>
          <a:prstGeom prst="rect">
            <a:avLst/>
          </a:prstGeom>
        </p:spPr>
        <p:txBody>
          <a:bodyPr lIns="0"/>
          <a:lstStyle>
            <a:lvl1pPr>
              <a:defRPr sz="1400" b="0" i="0">
                <a:solidFill>
                  <a:srgbClr val="650360"/>
                </a:solidFill>
                <a:latin typeface="Galano Grotesque" pitchFamily="2" charset="77"/>
                <a:cs typeface="Poppins" pitchFamily="2" charset="77"/>
              </a:defRPr>
            </a:lvl1pPr>
            <a:lvl2pPr>
              <a:defRPr sz="1400" b="0" i="0">
                <a:solidFill>
                  <a:srgbClr val="650360"/>
                </a:solidFill>
                <a:latin typeface="Galano Grotesque" pitchFamily="2" charset="77"/>
                <a:cs typeface="Poppins" pitchFamily="2" charset="77"/>
              </a:defRPr>
            </a:lvl2pPr>
            <a:lvl3pPr>
              <a:defRPr sz="1400" b="0" i="0">
                <a:solidFill>
                  <a:srgbClr val="650360"/>
                </a:solidFill>
                <a:latin typeface="Galano Grotesque" pitchFamily="2" charset="77"/>
                <a:cs typeface="Poppins" pitchFamily="2" charset="77"/>
              </a:defRPr>
            </a:lvl3pPr>
            <a:lvl4pPr>
              <a:defRPr sz="1400" b="0" i="0">
                <a:solidFill>
                  <a:srgbClr val="650360"/>
                </a:solidFill>
                <a:latin typeface="Galano Grotesque" pitchFamily="2" charset="77"/>
                <a:cs typeface="Poppins" pitchFamily="2" charset="77"/>
              </a:defRPr>
            </a:lvl4pPr>
            <a:lvl5pPr>
              <a:defRPr sz="1400" b="0" i="0">
                <a:solidFill>
                  <a:srgbClr val="650360"/>
                </a:solidFill>
                <a:latin typeface="Galano Grotesque" pitchFamily="2" charset="77"/>
                <a:cs typeface="Poppins"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6">
            <a:extLst>
              <a:ext uri="{FF2B5EF4-FFF2-40B4-BE49-F238E27FC236}">
                <a16:creationId xmlns:a16="http://schemas.microsoft.com/office/drawing/2014/main" id="{DA0A3839-DCA9-8478-16E2-BA6686274EDF}"/>
              </a:ext>
            </a:extLst>
          </p:cNvPr>
          <p:cNvSpPr>
            <a:spLocks noGrp="1"/>
          </p:cNvSpPr>
          <p:nvPr>
            <p:ph sz="quarter" idx="18"/>
          </p:nvPr>
        </p:nvSpPr>
        <p:spPr>
          <a:xfrm>
            <a:off x="6484622" y="995973"/>
            <a:ext cx="5212080" cy="5068763"/>
          </a:xfrm>
          <a:prstGeom prst="rect">
            <a:avLst/>
          </a:prstGeom>
        </p:spPr>
        <p:txBody>
          <a:bodyPr lIns="0"/>
          <a:lstStyle>
            <a:lvl1pPr>
              <a:defRPr sz="1400" b="0" i="0">
                <a:solidFill>
                  <a:srgbClr val="650360"/>
                </a:solidFill>
                <a:latin typeface="Galano Grotesque" pitchFamily="2" charset="77"/>
                <a:cs typeface="Poppins" pitchFamily="2" charset="77"/>
              </a:defRPr>
            </a:lvl1pPr>
            <a:lvl2pPr>
              <a:defRPr sz="1400" b="0" i="0">
                <a:solidFill>
                  <a:srgbClr val="650360"/>
                </a:solidFill>
                <a:latin typeface="Galano Grotesque" pitchFamily="2" charset="77"/>
                <a:cs typeface="Poppins" pitchFamily="2" charset="77"/>
              </a:defRPr>
            </a:lvl2pPr>
            <a:lvl3pPr>
              <a:defRPr sz="1400" b="0" i="0">
                <a:solidFill>
                  <a:srgbClr val="650360"/>
                </a:solidFill>
                <a:latin typeface="Galano Grotesque" pitchFamily="2" charset="77"/>
                <a:cs typeface="Poppins" pitchFamily="2" charset="77"/>
              </a:defRPr>
            </a:lvl3pPr>
            <a:lvl4pPr>
              <a:defRPr sz="1400" b="0" i="0">
                <a:solidFill>
                  <a:srgbClr val="650360"/>
                </a:solidFill>
                <a:latin typeface="Galano Grotesque" pitchFamily="2" charset="77"/>
                <a:cs typeface="Poppins" pitchFamily="2" charset="77"/>
              </a:defRPr>
            </a:lvl4pPr>
            <a:lvl5pPr>
              <a:defRPr sz="1400" b="0" i="0">
                <a:solidFill>
                  <a:srgbClr val="650360"/>
                </a:solidFill>
                <a:latin typeface="Galano Grotesque" pitchFamily="2" charset="77"/>
                <a:cs typeface="Poppins"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89007174"/>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Header, 2 Col - Left Aligne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949D582-9E1A-C14D-A6AC-3B669600EEF7}"/>
              </a:ext>
            </a:extLst>
          </p:cNvPr>
          <p:cNvSpPr>
            <a:spLocks noGrp="1"/>
          </p:cNvSpPr>
          <p:nvPr>
            <p:ph type="sldNum" sz="quarter" idx="12"/>
          </p:nvPr>
        </p:nvSpPr>
        <p:spPr/>
        <p:txBody>
          <a:bodyPr/>
          <a:lstStyle/>
          <a:p>
            <a:fld id="{43810C2F-5A3B-334F-B32E-597B62ACB14E}" type="slidenum">
              <a:rPr lang="en-US" smtClean="0"/>
              <a:t>‹#›</a:t>
            </a:fld>
            <a:endParaRPr lang="en-US"/>
          </a:p>
        </p:txBody>
      </p:sp>
      <p:sp>
        <p:nvSpPr>
          <p:cNvPr id="2" name="Content Placeholder 2">
            <a:extLst>
              <a:ext uri="{FF2B5EF4-FFF2-40B4-BE49-F238E27FC236}">
                <a16:creationId xmlns:a16="http://schemas.microsoft.com/office/drawing/2014/main" id="{AE999CD9-6185-7A97-9B08-BA9880AC6381}"/>
              </a:ext>
            </a:extLst>
          </p:cNvPr>
          <p:cNvSpPr>
            <a:spLocks noGrp="1"/>
          </p:cNvSpPr>
          <p:nvPr>
            <p:ph idx="1"/>
          </p:nvPr>
        </p:nvSpPr>
        <p:spPr>
          <a:xfrm>
            <a:off x="5183187" y="301752"/>
            <a:ext cx="6513511" cy="5644658"/>
          </a:xfrm>
          <a:prstGeom prst="rect">
            <a:avLst/>
          </a:prstGeom>
        </p:spPr>
        <p:txBody>
          <a:bodyPr lIns="0">
            <a:normAutofit/>
          </a:bodyPr>
          <a:lstStyle>
            <a:lvl1pPr>
              <a:defRPr sz="1400" b="0" i="0">
                <a:solidFill>
                  <a:srgbClr val="650360"/>
                </a:solidFill>
                <a:latin typeface="Galano Grotesque" pitchFamily="2" charset="77"/>
                <a:cs typeface="Poppins" pitchFamily="2" charset="77"/>
              </a:defRPr>
            </a:lvl1pPr>
            <a:lvl2pPr>
              <a:defRPr sz="1400" b="0" i="0">
                <a:solidFill>
                  <a:srgbClr val="650360"/>
                </a:solidFill>
                <a:latin typeface="Galano Grotesque" pitchFamily="2" charset="77"/>
                <a:cs typeface="Poppins" pitchFamily="2" charset="77"/>
              </a:defRPr>
            </a:lvl2pPr>
            <a:lvl3pPr>
              <a:defRPr sz="1400" b="0" i="0">
                <a:solidFill>
                  <a:srgbClr val="650360"/>
                </a:solidFill>
                <a:latin typeface="Galano Grotesque" pitchFamily="2" charset="77"/>
                <a:cs typeface="Poppins" pitchFamily="2" charset="77"/>
              </a:defRPr>
            </a:lvl3pPr>
            <a:lvl4pPr>
              <a:defRPr sz="1400" b="0" i="0">
                <a:solidFill>
                  <a:srgbClr val="650360"/>
                </a:solidFill>
                <a:latin typeface="Galano Grotesque" pitchFamily="2" charset="77"/>
                <a:cs typeface="Poppins" pitchFamily="2" charset="77"/>
              </a:defRPr>
            </a:lvl4pPr>
            <a:lvl5pPr>
              <a:defRPr sz="1400" b="0" i="0">
                <a:solidFill>
                  <a:srgbClr val="650360"/>
                </a:solidFill>
                <a:latin typeface="Galano Grotesque" pitchFamily="2" charset="77"/>
                <a:cs typeface="Poppins" pitchFamily="2" charset="77"/>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1">
            <a:extLst>
              <a:ext uri="{FF2B5EF4-FFF2-40B4-BE49-F238E27FC236}">
                <a16:creationId xmlns:a16="http://schemas.microsoft.com/office/drawing/2014/main" id="{630A3476-E026-0394-DB2F-26733ACD2629}"/>
              </a:ext>
            </a:extLst>
          </p:cNvPr>
          <p:cNvSpPr>
            <a:spLocks noGrp="1"/>
          </p:cNvSpPr>
          <p:nvPr>
            <p:ph type="title" hasCustomPrompt="1"/>
          </p:nvPr>
        </p:nvSpPr>
        <p:spPr>
          <a:xfrm>
            <a:off x="495301" y="304800"/>
            <a:ext cx="3932237" cy="457200"/>
          </a:xfrm>
        </p:spPr>
        <p:txBody>
          <a:bodyPr lIns="0"/>
          <a:lstStyle>
            <a:lvl1pPr>
              <a:defRPr b="1" i="0">
                <a:solidFill>
                  <a:srgbClr val="650360"/>
                </a:solidFill>
                <a:latin typeface="Galano Grotesque ExtraBold" panose="00000900000000000000" pitchFamily="50" charset="0"/>
              </a:defRPr>
            </a:lvl1pPr>
          </a:lstStyle>
          <a:p>
            <a:r>
              <a:rPr lang="en-US"/>
              <a:t>Header goes here.</a:t>
            </a:r>
          </a:p>
        </p:txBody>
      </p:sp>
      <p:sp>
        <p:nvSpPr>
          <p:cNvPr id="5" name="Content Placeholder 5">
            <a:extLst>
              <a:ext uri="{FF2B5EF4-FFF2-40B4-BE49-F238E27FC236}">
                <a16:creationId xmlns:a16="http://schemas.microsoft.com/office/drawing/2014/main" id="{D0BDA104-20F2-20FB-1954-989829C62E8A}"/>
              </a:ext>
            </a:extLst>
          </p:cNvPr>
          <p:cNvSpPr>
            <a:spLocks noGrp="1"/>
          </p:cNvSpPr>
          <p:nvPr>
            <p:ph sz="quarter" idx="14"/>
          </p:nvPr>
        </p:nvSpPr>
        <p:spPr>
          <a:xfrm>
            <a:off x="495300" y="922603"/>
            <a:ext cx="3932239" cy="4991100"/>
          </a:xfrm>
          <a:prstGeom prst="rect">
            <a:avLst/>
          </a:prstGeom>
        </p:spPr>
        <p:txBody>
          <a:bodyPr lIns="0"/>
          <a:lstStyle>
            <a:lvl1pPr>
              <a:defRPr sz="1400" b="0" i="0">
                <a:solidFill>
                  <a:srgbClr val="650360"/>
                </a:solidFill>
                <a:latin typeface="Galano Grotesque" pitchFamily="2" charset="77"/>
                <a:cs typeface="Poppins" pitchFamily="2" charset="77"/>
              </a:defRPr>
            </a:lvl1pPr>
            <a:lvl2pPr>
              <a:defRPr sz="1400" b="0" i="0">
                <a:solidFill>
                  <a:srgbClr val="650360"/>
                </a:solidFill>
                <a:latin typeface="Galano Grotesque" pitchFamily="2" charset="77"/>
                <a:cs typeface="Poppins" pitchFamily="2" charset="77"/>
              </a:defRPr>
            </a:lvl2pPr>
            <a:lvl3pPr>
              <a:defRPr sz="1400" b="0" i="0">
                <a:solidFill>
                  <a:srgbClr val="650360"/>
                </a:solidFill>
                <a:latin typeface="Galano Grotesque" pitchFamily="2" charset="77"/>
                <a:cs typeface="Poppins" pitchFamily="2" charset="77"/>
              </a:defRPr>
            </a:lvl3pPr>
            <a:lvl4pPr>
              <a:defRPr sz="1400" b="0" i="0">
                <a:solidFill>
                  <a:srgbClr val="650360"/>
                </a:solidFill>
                <a:latin typeface="Galano Grotesque" pitchFamily="2" charset="77"/>
                <a:cs typeface="Poppins" pitchFamily="2" charset="77"/>
              </a:defRPr>
            </a:lvl4pPr>
            <a:lvl5pPr>
              <a:defRPr sz="1400" b="0" i="0">
                <a:solidFill>
                  <a:srgbClr val="650360"/>
                </a:solidFill>
                <a:latin typeface="Galano Grotesque" pitchFamily="2" charset="77"/>
                <a:cs typeface="Poppins"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84444612"/>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1_Header, 2 Col - Right Aligne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F629E-AF46-7A4C-BBD1-D700DD386356}"/>
              </a:ext>
            </a:extLst>
          </p:cNvPr>
          <p:cNvSpPr>
            <a:spLocks noGrp="1"/>
          </p:cNvSpPr>
          <p:nvPr>
            <p:ph type="title" hasCustomPrompt="1"/>
          </p:nvPr>
        </p:nvSpPr>
        <p:spPr>
          <a:xfrm>
            <a:off x="7327062" y="301752"/>
            <a:ext cx="4367241" cy="446768"/>
          </a:xfrm>
        </p:spPr>
        <p:txBody>
          <a:bodyPr lIns="0" anchor="b"/>
          <a:lstStyle>
            <a:lvl1pPr>
              <a:defRPr sz="2400" b="1" i="0">
                <a:latin typeface="Galano Grotesque ExtraBold" panose="00000900000000000000" pitchFamily="50" charset="0"/>
              </a:defRPr>
            </a:lvl1pPr>
          </a:lstStyle>
          <a:p>
            <a:r>
              <a:rPr lang="en-US"/>
              <a:t>Header goes here.</a:t>
            </a:r>
          </a:p>
        </p:txBody>
      </p:sp>
      <p:sp>
        <p:nvSpPr>
          <p:cNvPr id="3" name="Content Placeholder 2">
            <a:extLst>
              <a:ext uri="{FF2B5EF4-FFF2-40B4-BE49-F238E27FC236}">
                <a16:creationId xmlns:a16="http://schemas.microsoft.com/office/drawing/2014/main" id="{0B82227A-0847-9241-BFC4-07394A192372}"/>
              </a:ext>
            </a:extLst>
          </p:cNvPr>
          <p:cNvSpPr>
            <a:spLocks noGrp="1"/>
          </p:cNvSpPr>
          <p:nvPr>
            <p:ph idx="1"/>
          </p:nvPr>
        </p:nvSpPr>
        <p:spPr>
          <a:xfrm>
            <a:off x="495300" y="301754"/>
            <a:ext cx="6481572" cy="5545817"/>
          </a:xfrm>
          <a:prstGeom prst="rect">
            <a:avLst/>
          </a:prstGeom>
        </p:spPr>
        <p:txBody>
          <a:bodyPr lIns="0">
            <a:normAutofit/>
          </a:bodyPr>
          <a:lstStyle>
            <a:lvl1pPr>
              <a:defRPr sz="1400" b="0" i="0">
                <a:solidFill>
                  <a:schemeClr val="tx2"/>
                </a:solidFill>
                <a:latin typeface="Galano Grotesque" pitchFamily="2" charset="77"/>
                <a:cs typeface="Poppins" pitchFamily="2" charset="77"/>
              </a:defRPr>
            </a:lvl1pPr>
            <a:lvl2pPr>
              <a:defRPr sz="1400" b="0" i="0">
                <a:solidFill>
                  <a:schemeClr val="tx2"/>
                </a:solidFill>
                <a:latin typeface="Galano Grotesque" pitchFamily="2" charset="77"/>
                <a:cs typeface="Poppins" pitchFamily="2" charset="77"/>
              </a:defRPr>
            </a:lvl2pPr>
            <a:lvl3pPr>
              <a:defRPr sz="1400" b="0" i="0">
                <a:solidFill>
                  <a:schemeClr val="tx2"/>
                </a:solidFill>
                <a:latin typeface="Galano Grotesque" pitchFamily="2" charset="77"/>
                <a:cs typeface="Poppins" pitchFamily="2" charset="77"/>
              </a:defRPr>
            </a:lvl3pPr>
            <a:lvl4pPr>
              <a:defRPr sz="1400" b="0" i="0">
                <a:solidFill>
                  <a:schemeClr val="tx2"/>
                </a:solidFill>
                <a:latin typeface="Galano Grotesque" pitchFamily="2" charset="77"/>
                <a:cs typeface="Poppins" pitchFamily="2" charset="77"/>
              </a:defRPr>
            </a:lvl4pPr>
            <a:lvl5pPr>
              <a:defRPr sz="1400" b="0" i="0">
                <a:solidFill>
                  <a:schemeClr val="tx2"/>
                </a:solidFill>
                <a:latin typeface="Galano Grotesque" pitchFamily="2" charset="77"/>
                <a:cs typeface="Poppins" pitchFamily="2" charset="77"/>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8949D582-9E1A-C14D-A6AC-3B669600EEF7}"/>
              </a:ext>
            </a:extLst>
          </p:cNvPr>
          <p:cNvSpPr>
            <a:spLocks noGrp="1"/>
          </p:cNvSpPr>
          <p:nvPr>
            <p:ph type="sldNum" sz="quarter" idx="12"/>
          </p:nvPr>
        </p:nvSpPr>
        <p:spPr/>
        <p:txBody>
          <a:bodyPr/>
          <a:lstStyle>
            <a:lvl1pPr marL="0" algn="r" defTabSz="914400" rtl="0" eaLnBrk="1" latinLnBrk="0" hangingPunct="1">
              <a:defRPr lang="en-US" sz="1200" b="0" i="0" kern="1200" smtClean="0">
                <a:solidFill>
                  <a:schemeClr val="bg1"/>
                </a:solidFill>
                <a:latin typeface="Galano Grotesque" pitchFamily="2" charset="77"/>
                <a:ea typeface="+mn-ea"/>
                <a:cs typeface="+mn-cs"/>
              </a:defRPr>
            </a:lvl1pPr>
          </a:lstStyle>
          <a:p>
            <a:fld id="{43810C2F-5A3B-334F-B32E-597B62ACB14E}" type="slidenum">
              <a:rPr lang="en-US" smtClean="0"/>
              <a:pPr/>
              <a:t>‹#›</a:t>
            </a:fld>
            <a:endParaRPr lang="en-US"/>
          </a:p>
        </p:txBody>
      </p:sp>
      <p:sp>
        <p:nvSpPr>
          <p:cNvPr id="8" name="Content Placeholder 5">
            <a:extLst>
              <a:ext uri="{FF2B5EF4-FFF2-40B4-BE49-F238E27FC236}">
                <a16:creationId xmlns:a16="http://schemas.microsoft.com/office/drawing/2014/main" id="{F61B7951-B53D-4F47-95C8-5EB6A50501B7}"/>
              </a:ext>
            </a:extLst>
          </p:cNvPr>
          <p:cNvSpPr>
            <a:spLocks noGrp="1"/>
          </p:cNvSpPr>
          <p:nvPr>
            <p:ph sz="quarter" idx="14"/>
          </p:nvPr>
        </p:nvSpPr>
        <p:spPr>
          <a:xfrm>
            <a:off x="7329457" y="856469"/>
            <a:ext cx="4367243" cy="4991100"/>
          </a:xfrm>
          <a:prstGeom prst="rect">
            <a:avLst/>
          </a:prstGeom>
        </p:spPr>
        <p:txBody>
          <a:bodyPr lIns="0"/>
          <a:lstStyle>
            <a:lvl1pPr>
              <a:defRPr sz="1400" b="0" i="0">
                <a:solidFill>
                  <a:schemeClr val="tx2"/>
                </a:solidFill>
                <a:latin typeface="Galano Grotesque" pitchFamily="2" charset="77"/>
                <a:cs typeface="Poppins" pitchFamily="2" charset="77"/>
              </a:defRPr>
            </a:lvl1pPr>
            <a:lvl2pPr>
              <a:defRPr sz="1400" b="0" i="0">
                <a:solidFill>
                  <a:schemeClr val="tx2"/>
                </a:solidFill>
                <a:latin typeface="Galano Grotesque" pitchFamily="2" charset="77"/>
                <a:cs typeface="Poppins" pitchFamily="2" charset="77"/>
              </a:defRPr>
            </a:lvl2pPr>
            <a:lvl3pPr>
              <a:defRPr sz="1400" b="0" i="0">
                <a:solidFill>
                  <a:schemeClr val="tx2"/>
                </a:solidFill>
                <a:latin typeface="Galano Grotesque" pitchFamily="2" charset="77"/>
                <a:cs typeface="Poppins" pitchFamily="2" charset="77"/>
              </a:defRPr>
            </a:lvl3pPr>
            <a:lvl4pPr>
              <a:defRPr sz="1400" b="0" i="0">
                <a:solidFill>
                  <a:schemeClr val="tx2"/>
                </a:solidFill>
                <a:latin typeface="Galano Grotesque" pitchFamily="2" charset="77"/>
                <a:cs typeface="Poppins" pitchFamily="2" charset="77"/>
              </a:defRPr>
            </a:lvl4pPr>
            <a:lvl5pPr>
              <a:defRPr sz="1400" b="0" i="0">
                <a:solidFill>
                  <a:schemeClr val="tx2"/>
                </a:solidFill>
                <a:latin typeface="Galano Grotesque" pitchFamily="2" charset="77"/>
                <a:cs typeface="Poppins"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47117367"/>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1_Header, Body, Picture - 2 col - chart left">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51C508C-5B02-2840-A25A-1EADB8716721}"/>
              </a:ext>
            </a:extLst>
          </p:cNvPr>
          <p:cNvSpPr>
            <a:spLocks noGrp="1"/>
          </p:cNvSpPr>
          <p:nvPr>
            <p:ph type="sldNum" sz="quarter" idx="12"/>
          </p:nvPr>
        </p:nvSpPr>
        <p:spPr/>
        <p:txBody>
          <a:bodyPr/>
          <a:lstStyle/>
          <a:p>
            <a:fld id="{43810C2F-5A3B-334F-B32E-597B62ACB14E}" type="slidenum">
              <a:rPr lang="en-US" smtClean="0"/>
              <a:t>‹#›</a:t>
            </a:fld>
            <a:endParaRPr lang="en-US"/>
          </a:p>
        </p:txBody>
      </p:sp>
    </p:spTree>
    <p:extLst>
      <p:ext uri="{BB962C8B-B14F-4D97-AF65-F5344CB8AC3E}">
        <p14:creationId xmlns:p14="http://schemas.microsoft.com/office/powerpoint/2010/main" val="3910192717"/>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userDrawn="1">
  <p:cSld name="Close">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CB62A78D-2EF7-E148-BDD5-6BD30BD07B13}"/>
              </a:ext>
            </a:extLst>
          </p:cNvPr>
          <p:cNvPicPr>
            <a:picLocks noChangeAspect="1"/>
          </p:cNvPicPr>
          <p:nvPr userDrawn="1"/>
        </p:nvPicPr>
        <p:blipFill>
          <a:blip r:embed="rId2"/>
          <a:stretch>
            <a:fillRect/>
          </a:stretch>
        </p:blipFill>
        <p:spPr>
          <a:xfrm>
            <a:off x="4580029" y="2638588"/>
            <a:ext cx="2672723" cy="1597685"/>
          </a:xfrm>
          <a:prstGeom prst="rect">
            <a:avLst/>
          </a:prstGeom>
        </p:spPr>
      </p:pic>
    </p:spTree>
    <p:extLst>
      <p:ext uri="{BB962C8B-B14F-4D97-AF65-F5344CB8AC3E}">
        <p14:creationId xmlns:p14="http://schemas.microsoft.com/office/powerpoint/2010/main" val="3509835916"/>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030D6588-7FB2-4844-8F19-3A5E95893FF4}"/>
              </a:ext>
            </a:extLst>
          </p:cNvPr>
          <p:cNvGraphicFramePr>
            <a:graphicFrameLocks noChangeAspect="1"/>
          </p:cNvGraphicFramePr>
          <p:nvPr userDrawn="1">
            <p:custDataLst>
              <p:tags r:id="rId1"/>
            </p:custDataLst>
          </p:nvPr>
        </p:nvGraphicFramePr>
        <p:xfrm>
          <a:off x="2118" y="1588"/>
          <a:ext cx="2117" cy="1588"/>
        </p:xfrm>
        <a:graphic>
          <a:graphicData uri="http://schemas.openxmlformats.org/presentationml/2006/ole">
            <mc:AlternateContent xmlns:mc="http://schemas.openxmlformats.org/markup-compatibility/2006">
              <mc:Choice xmlns:v="urn:schemas-microsoft-com:vml" Requires="v">
                <p:oleObj name="think-cell Slide" r:id="rId4" imgW="287" imgH="288" progId="TCLayout.ActiveDocument.1">
                  <p:embed/>
                </p:oleObj>
              </mc:Choice>
              <mc:Fallback>
                <p:oleObj name="think-cell Slide" r:id="rId4" imgW="287" imgH="288" progId="TCLayout.ActiveDocument.1">
                  <p:embed/>
                  <p:pic>
                    <p:nvPicPr>
                      <p:cNvPr id="4" name="Object 3" hidden="1">
                        <a:extLst>
                          <a:ext uri="{FF2B5EF4-FFF2-40B4-BE49-F238E27FC236}">
                            <a16:creationId xmlns:a16="http://schemas.microsoft.com/office/drawing/2014/main" id="{030D6588-7FB2-4844-8F19-3A5E95893FF4}"/>
                          </a:ext>
                        </a:extLst>
                      </p:cNvPr>
                      <p:cNvPicPr/>
                      <p:nvPr/>
                    </p:nvPicPr>
                    <p:blipFill>
                      <a:blip r:embed="rId5"/>
                      <a:stretch>
                        <a:fillRect/>
                      </a:stretch>
                    </p:blipFill>
                    <p:spPr>
                      <a:xfrm>
                        <a:off x="2118" y="1588"/>
                        <a:ext cx="2117"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626D865F-73CC-46B0-A8B4-E948A50DFF01}"/>
              </a:ext>
            </a:extLst>
          </p:cNvPr>
          <p:cNvSpPr/>
          <p:nvPr userDrawn="1">
            <p:custDataLst>
              <p:tags r:id="rId2"/>
            </p:custDataLst>
          </p:nvPr>
        </p:nvSpPr>
        <p:spPr>
          <a:xfrm>
            <a:off x="0" y="0"/>
            <a:ext cx="211667" cy="1587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l" eaLnBrk="1">
              <a:lnSpc>
                <a:spcPct val="100000"/>
              </a:lnSpc>
              <a:spcBef>
                <a:spcPct val="0"/>
              </a:spcBef>
              <a:spcAft>
                <a:spcPct val="0"/>
              </a:spcAft>
            </a:pPr>
            <a:endParaRPr lang="en-US" sz="2400" b="0" i="0" baseline="0">
              <a:solidFill>
                <a:schemeClr val="bg1"/>
              </a:solidFill>
              <a:latin typeface="Montserrat" panose="00000800000000000000" pitchFamily="2" charset="0"/>
              <a:ea typeface="+mn-ea"/>
              <a:cs typeface="+mj-cs"/>
              <a:sym typeface="Montserrat" panose="00000800000000000000" pitchFamily="2" charset="0"/>
            </a:endParaRPr>
          </a:p>
        </p:txBody>
      </p:sp>
      <p:sp>
        <p:nvSpPr>
          <p:cNvPr id="10" name="Title 1">
            <a:extLst>
              <a:ext uri="{FF2B5EF4-FFF2-40B4-BE49-F238E27FC236}">
                <a16:creationId xmlns:a16="http://schemas.microsoft.com/office/drawing/2014/main" id="{EBD07FE2-E1A0-4212-913A-06829AEFAE38}"/>
              </a:ext>
            </a:extLst>
          </p:cNvPr>
          <p:cNvSpPr>
            <a:spLocks noGrp="1"/>
          </p:cNvSpPr>
          <p:nvPr>
            <p:ph type="title"/>
          </p:nvPr>
        </p:nvSpPr>
        <p:spPr>
          <a:xfrm>
            <a:off x="114301" y="49023"/>
            <a:ext cx="11907012" cy="640080"/>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2066459769"/>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1C8DA4B8-621A-432A-8827-71437254CE9B}"/>
              </a:ext>
            </a:extLst>
          </p:cNvPr>
          <p:cNvGraphicFramePr>
            <a:graphicFrameLocks noChangeAspect="1"/>
          </p:cNvGraphicFramePr>
          <p:nvPr userDrawn="1">
            <p:custDataLst>
              <p:tags r:id="rId1"/>
            </p:custDataLst>
          </p:nvPr>
        </p:nvGraphicFramePr>
        <p:xfrm>
          <a:off x="2118" y="1588"/>
          <a:ext cx="2117" cy="1588"/>
        </p:xfrm>
        <a:graphic>
          <a:graphicData uri="http://schemas.openxmlformats.org/presentationml/2006/ole">
            <mc:AlternateContent xmlns:mc="http://schemas.openxmlformats.org/markup-compatibility/2006">
              <mc:Choice xmlns:v="urn:schemas-microsoft-com:vml" Requires="v">
                <p:oleObj name="think-cell Slide" r:id="rId4" imgW="287" imgH="288" progId="TCLayout.ActiveDocument.1">
                  <p:embed/>
                </p:oleObj>
              </mc:Choice>
              <mc:Fallback>
                <p:oleObj name="think-cell Slide" r:id="rId4" imgW="287" imgH="288" progId="TCLayout.ActiveDocument.1">
                  <p:embed/>
                  <p:pic>
                    <p:nvPicPr>
                      <p:cNvPr id="5" name="Object 4" hidden="1">
                        <a:extLst>
                          <a:ext uri="{FF2B5EF4-FFF2-40B4-BE49-F238E27FC236}">
                            <a16:creationId xmlns:a16="http://schemas.microsoft.com/office/drawing/2014/main" id="{1C8DA4B8-621A-432A-8827-71437254CE9B}"/>
                          </a:ext>
                        </a:extLst>
                      </p:cNvPr>
                      <p:cNvPicPr/>
                      <p:nvPr/>
                    </p:nvPicPr>
                    <p:blipFill>
                      <a:blip r:embed="rId5"/>
                      <a:stretch>
                        <a:fillRect/>
                      </a:stretch>
                    </p:blipFill>
                    <p:spPr>
                      <a:xfrm>
                        <a:off x="2118" y="1588"/>
                        <a:ext cx="2117"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787506B-5C84-4A5B-A819-A4F6DD6C4D39}"/>
              </a:ext>
            </a:extLst>
          </p:cNvPr>
          <p:cNvSpPr/>
          <p:nvPr userDrawn="1">
            <p:custDataLst>
              <p:tags r:id="rId2"/>
            </p:custDataLst>
          </p:nvPr>
        </p:nvSpPr>
        <p:spPr>
          <a:xfrm>
            <a:off x="0" y="0"/>
            <a:ext cx="211667" cy="1587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l" eaLnBrk="1">
              <a:lnSpc>
                <a:spcPct val="100000"/>
              </a:lnSpc>
              <a:spcBef>
                <a:spcPct val="0"/>
              </a:spcBef>
              <a:spcAft>
                <a:spcPct val="0"/>
              </a:spcAft>
            </a:pPr>
            <a:endParaRPr lang="en-US" sz="2400" b="0" i="0" baseline="0">
              <a:solidFill>
                <a:schemeClr val="bg1"/>
              </a:solidFill>
              <a:latin typeface="Montserrat" panose="00000800000000000000" pitchFamily="2" charset="0"/>
              <a:ea typeface="+mn-ea"/>
              <a:cs typeface="+mj-cs"/>
              <a:sym typeface="Montserrat" panose="00000800000000000000" pitchFamily="2" charset="0"/>
            </a:endParaRPr>
          </a:p>
        </p:txBody>
      </p:sp>
      <p:sp>
        <p:nvSpPr>
          <p:cNvPr id="10" name="Title 1">
            <a:extLst>
              <a:ext uri="{FF2B5EF4-FFF2-40B4-BE49-F238E27FC236}">
                <a16:creationId xmlns:a16="http://schemas.microsoft.com/office/drawing/2014/main" id="{EBD07FE2-E1A0-4212-913A-06829AEFAE38}"/>
              </a:ext>
            </a:extLst>
          </p:cNvPr>
          <p:cNvSpPr>
            <a:spLocks noGrp="1"/>
          </p:cNvSpPr>
          <p:nvPr>
            <p:ph type="title"/>
          </p:nvPr>
        </p:nvSpPr>
        <p:spPr>
          <a:xfrm>
            <a:off x="114300" y="49023"/>
            <a:ext cx="11906859" cy="640080"/>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165ECE79-895B-4E25-9ADD-61DC9751057D}"/>
              </a:ext>
            </a:extLst>
          </p:cNvPr>
          <p:cNvSpPr>
            <a:spLocks noGrp="1"/>
          </p:cNvSpPr>
          <p:nvPr>
            <p:ph type="body" sz="quarter" idx="11"/>
          </p:nvPr>
        </p:nvSpPr>
        <p:spPr>
          <a:xfrm>
            <a:off x="664634" y="878459"/>
            <a:ext cx="11355917" cy="5265738"/>
          </a:xfrm>
        </p:spPr>
        <p:txBody>
          <a:bodyPr/>
          <a:lstStyle>
            <a:lvl1pPr>
              <a:spcBef>
                <a:spcPts val="300"/>
              </a:spcBef>
              <a:defRPr sz="1400">
                <a:latin typeface="Galano Grotesque" panose="00000500000000000000" pitchFamily="50" charset="0"/>
              </a:defRPr>
            </a:lvl1pPr>
            <a:lvl2pPr>
              <a:spcBef>
                <a:spcPts val="300"/>
              </a:spcBef>
              <a:defRPr sz="1400">
                <a:latin typeface="Galano Grotesque" panose="00000500000000000000" pitchFamily="50" charset="0"/>
              </a:defRPr>
            </a:lvl2pPr>
            <a:lvl3pPr>
              <a:spcBef>
                <a:spcPts val="300"/>
              </a:spcBef>
              <a:defRPr sz="1400">
                <a:latin typeface="Galano Grotesque" panose="00000500000000000000" pitchFamily="50" charset="0"/>
              </a:defRPr>
            </a:lvl3pPr>
            <a:lvl4pPr>
              <a:spcBef>
                <a:spcPts val="300"/>
              </a:spcBef>
              <a:defRPr sz="1400">
                <a:latin typeface="Galano Grotesque" panose="00000500000000000000" pitchFamily="50" charset="0"/>
              </a:defRPr>
            </a:lvl4pPr>
            <a:lvl5pPr>
              <a:spcBef>
                <a:spcPts val="300"/>
              </a:spcBef>
              <a:defRPr sz="1400">
                <a:latin typeface="Galano Grotesque" panose="00000500000000000000" pitchFamily="50"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728464B9-F45C-49BC-B92E-908502DD93A2}"/>
              </a:ext>
            </a:extLst>
          </p:cNvPr>
          <p:cNvSpPr>
            <a:spLocks noGrp="1"/>
          </p:cNvSpPr>
          <p:nvPr>
            <p:ph type="body" sz="quarter" idx="13"/>
          </p:nvPr>
        </p:nvSpPr>
        <p:spPr>
          <a:xfrm>
            <a:off x="24386" y="6615281"/>
            <a:ext cx="9018015" cy="183982"/>
          </a:xfrm>
        </p:spPr>
        <p:txBody>
          <a:bodyPr>
            <a:noAutofit/>
          </a:bodyPr>
          <a:lstStyle>
            <a:lvl1pPr marL="0" indent="0">
              <a:buNone/>
              <a:defRPr sz="900">
                <a:solidFill>
                  <a:schemeClr val="accent6">
                    <a:lumMod val="50000"/>
                  </a:schemeClr>
                </a:solidFill>
                <a:latin typeface="+mj-lt"/>
              </a:defRPr>
            </a:lvl1pPr>
          </a:lstStyle>
          <a:p>
            <a:pPr lvl="0"/>
            <a:endParaRPr lang="en-US"/>
          </a:p>
        </p:txBody>
      </p:sp>
    </p:spTree>
    <p:extLst>
      <p:ext uri="{BB962C8B-B14F-4D97-AF65-F5344CB8AC3E}">
        <p14:creationId xmlns:p14="http://schemas.microsoft.com/office/powerpoint/2010/main" val="3834478604"/>
      </p:ext>
    </p:extLst>
  </p:cSld>
  <p:clrMapOvr>
    <a:masterClrMapping/>
  </p:clrMapOvr>
  <p:hf sldNum="0" hdr="0" ftr="0" dt="0"/>
</p:sldLayout>
</file>

<file path=ppt/slideLayouts/slideLayout132.xml><?xml version="1.0" encoding="utf-8"?>
<p:sldLayout xmlns:a="http://schemas.openxmlformats.org/drawingml/2006/main" xmlns:r="http://schemas.openxmlformats.org/officeDocument/2006/relationships" xmlns:p="http://schemas.openxmlformats.org/presentationml/2006/main" userDrawn="1">
  <p:cSld name="1_Title Slide - No sub heading">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5DCB5D1-8320-6049-9687-3557CEFF5F62}"/>
              </a:ext>
            </a:extLst>
          </p:cNvPr>
          <p:cNvSpPr>
            <a:spLocks noGrp="1"/>
          </p:cNvSpPr>
          <p:nvPr>
            <p:ph type="sldNum" sz="quarter" idx="12"/>
          </p:nvPr>
        </p:nvSpPr>
        <p:spPr/>
        <p:txBody>
          <a:bodyPr/>
          <a:lstStyle/>
          <a:p>
            <a:fld id="{43810C2F-5A3B-334F-B32E-597B62ACB14E}" type="slidenum">
              <a:rPr lang="en-US" smtClean="0"/>
              <a:t>‹#›</a:t>
            </a:fld>
            <a:endParaRPr lang="en-US"/>
          </a:p>
        </p:txBody>
      </p:sp>
      <p:sp>
        <p:nvSpPr>
          <p:cNvPr id="2" name="Title 4">
            <a:extLst>
              <a:ext uri="{FF2B5EF4-FFF2-40B4-BE49-F238E27FC236}">
                <a16:creationId xmlns:a16="http://schemas.microsoft.com/office/drawing/2014/main" id="{748440E5-B0D6-A9E8-9AB5-1E0D1B3D1C1C}"/>
              </a:ext>
            </a:extLst>
          </p:cNvPr>
          <p:cNvSpPr>
            <a:spLocks noGrp="1"/>
          </p:cNvSpPr>
          <p:nvPr>
            <p:ph type="title" hasCustomPrompt="1"/>
          </p:nvPr>
        </p:nvSpPr>
        <p:spPr>
          <a:xfrm>
            <a:off x="82959" y="158231"/>
            <a:ext cx="11236280" cy="457200"/>
          </a:xfrm>
        </p:spPr>
        <p:txBody>
          <a:bodyPr/>
          <a:lstStyle>
            <a:lvl1pPr algn="l" defTabSz="914377" rtl="0" eaLnBrk="1" latinLnBrk="0" hangingPunct="1">
              <a:lnSpc>
                <a:spcPct val="90000"/>
              </a:lnSpc>
              <a:spcBef>
                <a:spcPct val="0"/>
              </a:spcBef>
              <a:buNone/>
              <a:defRPr lang="en-US" sz="2400" b="1" i="0" kern="1200" spc="0" dirty="0">
                <a:solidFill>
                  <a:srgbClr val="5F285E"/>
                </a:solidFill>
                <a:latin typeface="Galano Grotesque" pitchFamily="2" charset="77"/>
                <a:ea typeface="+mj-ea"/>
                <a:cs typeface="+mj-cs"/>
              </a:defRPr>
            </a:lvl1pPr>
          </a:lstStyle>
          <a:p>
            <a:r>
              <a:rPr lang="en-US"/>
              <a:t>Header goes here, can be up to two lines.</a:t>
            </a:r>
          </a:p>
        </p:txBody>
      </p:sp>
      <p:sp>
        <p:nvSpPr>
          <p:cNvPr id="3" name="Text Placeholder 2">
            <a:extLst>
              <a:ext uri="{FF2B5EF4-FFF2-40B4-BE49-F238E27FC236}">
                <a16:creationId xmlns:a16="http://schemas.microsoft.com/office/drawing/2014/main" id="{98015DA3-953D-9C9F-079D-DCFA49D40E54}"/>
              </a:ext>
            </a:extLst>
          </p:cNvPr>
          <p:cNvSpPr>
            <a:spLocks noGrp="1"/>
          </p:cNvSpPr>
          <p:nvPr>
            <p:ph type="body" sz="quarter" idx="11"/>
          </p:nvPr>
        </p:nvSpPr>
        <p:spPr>
          <a:xfrm>
            <a:off x="664634" y="878459"/>
            <a:ext cx="11355917" cy="5265738"/>
          </a:xfrm>
        </p:spPr>
        <p:txBody>
          <a:bodyPr/>
          <a:lstStyle>
            <a:lvl1pPr>
              <a:spcBef>
                <a:spcPts val="300"/>
              </a:spcBef>
              <a:defRPr sz="1400">
                <a:latin typeface="Galano Grotesque" panose="00000500000000000000" pitchFamily="50" charset="0"/>
              </a:defRPr>
            </a:lvl1pPr>
            <a:lvl2pPr>
              <a:spcBef>
                <a:spcPts val="300"/>
              </a:spcBef>
              <a:defRPr sz="1400">
                <a:latin typeface="Galano Grotesque" panose="00000500000000000000" pitchFamily="50" charset="0"/>
              </a:defRPr>
            </a:lvl2pPr>
            <a:lvl3pPr>
              <a:spcBef>
                <a:spcPts val="300"/>
              </a:spcBef>
              <a:defRPr sz="1400">
                <a:latin typeface="Galano Grotesque" panose="00000500000000000000" pitchFamily="50" charset="0"/>
              </a:defRPr>
            </a:lvl3pPr>
            <a:lvl4pPr>
              <a:spcBef>
                <a:spcPts val="300"/>
              </a:spcBef>
              <a:defRPr sz="1400">
                <a:latin typeface="Galano Grotesque" panose="00000500000000000000" pitchFamily="50" charset="0"/>
              </a:defRPr>
            </a:lvl4pPr>
            <a:lvl5pPr>
              <a:spcBef>
                <a:spcPts val="300"/>
              </a:spcBef>
              <a:defRPr sz="1400">
                <a:latin typeface="Galano Grotesque" panose="00000500000000000000" pitchFamily="50"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08251514"/>
      </p:ext>
    </p:extLst>
  </p:cSld>
  <p:clrMapOvr>
    <a:overrideClrMapping bg1="lt1" tx1="dk1" bg2="lt2" tx2="dk2" accent1="accent1" accent2="accent2" accent3="accent3" accent4="accent4" accent5="accent5" accent6="accent6" hlink="hlink" folHlink="folHlink"/>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85CD849-CB68-5447-A218-053859611873}"/>
              </a:ext>
            </a:extLst>
          </p:cNvPr>
          <p:cNvSpPr>
            <a:spLocks noGrp="1"/>
          </p:cNvSpPr>
          <p:nvPr>
            <p:ph type="sldNum" sz="quarter" idx="12"/>
          </p:nvPr>
        </p:nvSpPr>
        <p:spPr/>
        <p:txBody>
          <a:bodyPr/>
          <a:lstStyle/>
          <a:p>
            <a:fld id="{99FFAA2B-A53B-F04C-9653-7D2C0CA11015}" type="slidenum">
              <a:rPr lang="en-US" smtClean="0"/>
              <a:t>‹#›</a:t>
            </a:fld>
            <a:endParaRPr lang="en-US"/>
          </a:p>
        </p:txBody>
      </p:sp>
      <p:sp>
        <p:nvSpPr>
          <p:cNvPr id="7" name="Text Placeholder 6">
            <a:extLst>
              <a:ext uri="{FF2B5EF4-FFF2-40B4-BE49-F238E27FC236}">
                <a16:creationId xmlns:a16="http://schemas.microsoft.com/office/drawing/2014/main" id="{01A52F9E-DC1C-6247-A45E-2D92D0A1F522}"/>
              </a:ext>
            </a:extLst>
          </p:cNvPr>
          <p:cNvSpPr>
            <a:spLocks noGrp="1"/>
          </p:cNvSpPr>
          <p:nvPr>
            <p:ph type="body" sz="quarter" idx="15" hasCustomPrompt="1"/>
          </p:nvPr>
        </p:nvSpPr>
        <p:spPr>
          <a:xfrm>
            <a:off x="510799" y="1211657"/>
            <a:ext cx="4203700" cy="690562"/>
          </a:xfrm>
          <a:prstGeom prst="rect">
            <a:avLst/>
          </a:prstGeom>
        </p:spPr>
        <p:txBody>
          <a:bodyPr/>
          <a:lstStyle>
            <a:lvl1pPr marL="0" indent="0">
              <a:buNone/>
              <a:defRPr lang="en-US" sz="1800" b="0" i="0" kern="1200" dirty="0">
                <a:solidFill>
                  <a:srgbClr val="5F285E"/>
                </a:solidFill>
                <a:latin typeface="Galano Grotesque Medium" pitchFamily="2" charset="77"/>
                <a:ea typeface="+mn-ea"/>
                <a:cs typeface="+mn-cs"/>
              </a:defRPr>
            </a:lvl1pPr>
          </a:lstStyle>
          <a:p>
            <a:pPr marL="0" lvl="0" indent="0" algn="l" defTabSz="914377" rtl="0" eaLnBrk="1" latinLnBrk="0" hangingPunct="1">
              <a:lnSpc>
                <a:spcPct val="90000"/>
              </a:lnSpc>
              <a:spcBef>
                <a:spcPts val="1000"/>
              </a:spcBef>
              <a:buFont typeface="Arial" panose="020B0604020202020204" pitchFamily="34" charset="0"/>
              <a:buNone/>
            </a:pPr>
            <a:r>
              <a:rPr lang="en-US"/>
              <a:t>Subhead here.</a:t>
            </a:r>
          </a:p>
        </p:txBody>
      </p:sp>
      <p:sp>
        <p:nvSpPr>
          <p:cNvPr id="8" name="Title 1">
            <a:extLst>
              <a:ext uri="{FF2B5EF4-FFF2-40B4-BE49-F238E27FC236}">
                <a16:creationId xmlns:a16="http://schemas.microsoft.com/office/drawing/2014/main" id="{603D4201-1BF9-914A-8F1B-73B11531862B}"/>
              </a:ext>
            </a:extLst>
          </p:cNvPr>
          <p:cNvSpPr>
            <a:spLocks noGrp="1"/>
          </p:cNvSpPr>
          <p:nvPr>
            <p:ph type="title" hasCustomPrompt="1"/>
          </p:nvPr>
        </p:nvSpPr>
        <p:spPr>
          <a:xfrm>
            <a:off x="495300" y="583770"/>
            <a:ext cx="11237976" cy="457200"/>
          </a:xfrm>
        </p:spPr>
        <p:txBody>
          <a:bodyPr/>
          <a:lstStyle>
            <a:lvl1pPr algn="l" defTabSz="914377" rtl="0" eaLnBrk="1" latinLnBrk="0" hangingPunct="1">
              <a:lnSpc>
                <a:spcPct val="90000"/>
              </a:lnSpc>
              <a:spcBef>
                <a:spcPct val="0"/>
              </a:spcBef>
              <a:buNone/>
              <a:defRPr lang="en-US" sz="2400" b="1" i="0" kern="1200" spc="0" dirty="0">
                <a:solidFill>
                  <a:srgbClr val="5F285E"/>
                </a:solidFill>
                <a:latin typeface="Galano Grotesque" pitchFamily="2" charset="77"/>
                <a:ea typeface="+mj-ea"/>
                <a:cs typeface="+mj-cs"/>
              </a:defRPr>
            </a:lvl1pPr>
          </a:lstStyle>
          <a:p>
            <a:r>
              <a:rPr lang="en-US"/>
              <a:t>Header goes here, can be up to two lines.</a:t>
            </a:r>
          </a:p>
        </p:txBody>
      </p:sp>
    </p:spTree>
    <p:extLst>
      <p:ext uri="{BB962C8B-B14F-4D97-AF65-F5344CB8AC3E}">
        <p14:creationId xmlns:p14="http://schemas.microsoft.com/office/powerpoint/2010/main" val="1484454317"/>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userDrawn="1">
  <p:cSld name="Standard Slide">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030D6588-7FB2-4844-8F19-3A5E95893FF4}"/>
              </a:ext>
            </a:extLst>
          </p:cNvPr>
          <p:cNvGraphicFramePr>
            <a:graphicFrameLocks noChangeAspect="1"/>
          </p:cNvGraphicFramePr>
          <p:nvPr userDrawn="1">
            <p:custDataLst>
              <p:tags r:id="rId1"/>
            </p:custDataLst>
          </p:nvPr>
        </p:nvGraphicFramePr>
        <p:xfrm>
          <a:off x="2118" y="1588"/>
          <a:ext cx="2117" cy="1588"/>
        </p:xfrm>
        <a:graphic>
          <a:graphicData uri="http://schemas.openxmlformats.org/presentationml/2006/ole">
            <mc:AlternateContent xmlns:mc="http://schemas.openxmlformats.org/markup-compatibility/2006">
              <mc:Choice xmlns:v="urn:schemas-microsoft-com:vml" Requires="v">
                <p:oleObj name="think-cell Slide" r:id="rId4" imgW="287" imgH="288" progId="TCLayout.ActiveDocument.1">
                  <p:embed/>
                </p:oleObj>
              </mc:Choice>
              <mc:Fallback>
                <p:oleObj name="think-cell Slide" r:id="rId4" imgW="287" imgH="288" progId="TCLayout.ActiveDocument.1">
                  <p:embed/>
                  <p:pic>
                    <p:nvPicPr>
                      <p:cNvPr id="4" name="Object 3" hidden="1">
                        <a:extLst>
                          <a:ext uri="{FF2B5EF4-FFF2-40B4-BE49-F238E27FC236}">
                            <a16:creationId xmlns:a16="http://schemas.microsoft.com/office/drawing/2014/main" id="{030D6588-7FB2-4844-8F19-3A5E95893FF4}"/>
                          </a:ext>
                        </a:extLst>
                      </p:cNvPr>
                      <p:cNvPicPr/>
                      <p:nvPr/>
                    </p:nvPicPr>
                    <p:blipFill>
                      <a:blip r:embed="rId5"/>
                      <a:stretch>
                        <a:fillRect/>
                      </a:stretch>
                    </p:blipFill>
                    <p:spPr>
                      <a:xfrm>
                        <a:off x="2118" y="1588"/>
                        <a:ext cx="2117"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626D865F-73CC-46B0-A8B4-E948A50DFF01}"/>
              </a:ext>
            </a:extLst>
          </p:cNvPr>
          <p:cNvSpPr/>
          <p:nvPr userDrawn="1">
            <p:custDataLst>
              <p:tags r:id="rId2"/>
            </p:custDataLst>
          </p:nvPr>
        </p:nvSpPr>
        <p:spPr>
          <a:xfrm>
            <a:off x="0" y="0"/>
            <a:ext cx="211667" cy="1587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l" eaLnBrk="1">
              <a:lnSpc>
                <a:spcPct val="100000"/>
              </a:lnSpc>
              <a:spcBef>
                <a:spcPct val="0"/>
              </a:spcBef>
              <a:spcAft>
                <a:spcPct val="0"/>
              </a:spcAft>
            </a:pPr>
            <a:endParaRPr lang="en-US" sz="2400" b="0" i="0" baseline="0">
              <a:solidFill>
                <a:schemeClr val="bg1"/>
              </a:solidFill>
              <a:latin typeface="Montserrat" panose="00000800000000000000" pitchFamily="2" charset="0"/>
              <a:ea typeface="+mn-ea"/>
              <a:cs typeface="+mj-cs"/>
              <a:sym typeface="Montserrat" panose="00000800000000000000" pitchFamily="2" charset="0"/>
            </a:endParaRPr>
          </a:p>
        </p:txBody>
      </p:sp>
      <p:sp>
        <p:nvSpPr>
          <p:cNvPr id="10" name="Title 1">
            <a:extLst>
              <a:ext uri="{FF2B5EF4-FFF2-40B4-BE49-F238E27FC236}">
                <a16:creationId xmlns:a16="http://schemas.microsoft.com/office/drawing/2014/main" id="{EBD07FE2-E1A0-4212-913A-06829AEFAE38}"/>
              </a:ext>
            </a:extLst>
          </p:cNvPr>
          <p:cNvSpPr>
            <a:spLocks noGrp="1"/>
          </p:cNvSpPr>
          <p:nvPr>
            <p:ph type="title" hasCustomPrompt="1"/>
          </p:nvPr>
        </p:nvSpPr>
        <p:spPr>
          <a:xfrm>
            <a:off x="981957" y="0"/>
            <a:ext cx="10954512" cy="508958"/>
          </a:xfrm>
          <a:prstGeom prst="rect">
            <a:avLst/>
          </a:prstGeom>
        </p:spPr>
        <p:txBody>
          <a:bodyPr anchor="ctr"/>
          <a:lstStyle>
            <a:lvl1pPr>
              <a:defRPr sz="2400">
                <a:solidFill>
                  <a:schemeClr val="bg1"/>
                </a:solidFill>
              </a:defRPr>
            </a:lvl1pPr>
          </a:lstStyle>
          <a:p>
            <a:r>
              <a:rPr lang="en-US"/>
              <a:t>slide title – standard slide.</a:t>
            </a:r>
          </a:p>
        </p:txBody>
      </p:sp>
    </p:spTree>
    <p:extLst>
      <p:ext uri="{BB962C8B-B14F-4D97-AF65-F5344CB8AC3E}">
        <p14:creationId xmlns:p14="http://schemas.microsoft.com/office/powerpoint/2010/main" val="371748038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theme" Target="../theme/theme1.xml"/><Relationship Id="rId39"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slideLayout" Target="../slideLayouts/slideLayout39.xml"/><Relationship Id="rId3" Type="http://schemas.openxmlformats.org/officeDocument/2006/relationships/slideLayout" Target="../slideLayouts/slideLayout40.xml"/><Relationship Id="rId4" Type="http://schemas.openxmlformats.org/officeDocument/2006/relationships/slideLayout" Target="../slideLayouts/slideLayout41.xml"/><Relationship Id="rId5" Type="http://schemas.openxmlformats.org/officeDocument/2006/relationships/slideLayout" Target="../slideLayouts/slideLayout42.xml"/><Relationship Id="rId6" Type="http://schemas.openxmlformats.org/officeDocument/2006/relationships/slideLayout" Target="../slideLayouts/slideLayout43.xml"/><Relationship Id="rId7" Type="http://schemas.openxmlformats.org/officeDocument/2006/relationships/slideLayout" Target="../slideLayouts/slideLayout44.xml"/><Relationship Id="rId8" Type="http://schemas.openxmlformats.org/officeDocument/2006/relationships/slideLayout" Target="../slideLayouts/slideLayout45.xml"/><Relationship Id="rId9" Type="http://schemas.openxmlformats.org/officeDocument/2006/relationships/slideLayout" Target="../slideLayouts/slideLayout46.xml"/><Relationship Id="rId10" Type="http://schemas.openxmlformats.org/officeDocument/2006/relationships/slideLayout" Target="../slideLayouts/slideLayout47.xml"/><Relationship Id="rId11" Type="http://schemas.openxmlformats.org/officeDocument/2006/relationships/slideLayout" Target="../slideLayouts/slideLayout48.xml"/><Relationship Id="rId12" Type="http://schemas.openxmlformats.org/officeDocument/2006/relationships/slideLayout" Target="../slideLayouts/slideLayout49.xml"/><Relationship Id="rId13" Type="http://schemas.openxmlformats.org/officeDocument/2006/relationships/slideLayout" Target="../slideLayouts/slideLayout50.xml"/><Relationship Id="rId14" Type="http://schemas.openxmlformats.org/officeDocument/2006/relationships/slideLayout" Target="../slideLayouts/slideLayout51.xml"/><Relationship Id="rId15" Type="http://schemas.openxmlformats.org/officeDocument/2006/relationships/slideLayout" Target="../slideLayouts/slideLayout52.xml"/><Relationship Id="rId16" Type="http://schemas.openxmlformats.org/officeDocument/2006/relationships/slideLayout" Target="../slideLayouts/slideLayout53.xml"/><Relationship Id="rId17" Type="http://schemas.openxmlformats.org/officeDocument/2006/relationships/slideLayout" Target="../slideLayouts/slideLayout54.xml"/><Relationship Id="rId18" Type="http://schemas.openxmlformats.org/officeDocument/2006/relationships/slideLayout" Target="../slideLayouts/slideLayout55.xml"/><Relationship Id="rId19" Type="http://schemas.openxmlformats.org/officeDocument/2006/relationships/theme" Target="../theme/theme2.xml"/><Relationship Id="rId20" Type="http://schemas.openxmlformats.org/officeDocument/2006/relationships/image" Target="../media/image15.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slideLayout" Target="../slideLayouts/slideLayout57.xml"/><Relationship Id="rId3" Type="http://schemas.openxmlformats.org/officeDocument/2006/relationships/slideLayout" Target="../slideLayouts/slideLayout58.xml"/><Relationship Id="rId4" Type="http://schemas.openxmlformats.org/officeDocument/2006/relationships/slideLayout" Target="../slideLayouts/slideLayout59.xml"/><Relationship Id="rId5" Type="http://schemas.openxmlformats.org/officeDocument/2006/relationships/slideLayout" Target="../slideLayouts/slideLayout60.xml"/><Relationship Id="rId6" Type="http://schemas.openxmlformats.org/officeDocument/2006/relationships/slideLayout" Target="../slideLayouts/slideLayout61.xml"/><Relationship Id="rId7" Type="http://schemas.openxmlformats.org/officeDocument/2006/relationships/slideLayout" Target="../slideLayouts/slideLayout62.xml"/><Relationship Id="rId8" Type="http://schemas.openxmlformats.org/officeDocument/2006/relationships/slideLayout" Target="../slideLayouts/slideLayout63.xml"/><Relationship Id="rId9" Type="http://schemas.openxmlformats.org/officeDocument/2006/relationships/slideLayout" Target="../slideLayouts/slideLayout64.xml"/><Relationship Id="rId10" Type="http://schemas.openxmlformats.org/officeDocument/2006/relationships/slideLayout" Target="../slideLayouts/slideLayout65.xml"/><Relationship Id="rId11" Type="http://schemas.openxmlformats.org/officeDocument/2006/relationships/slideLayout" Target="../slideLayouts/slideLayout66.xml"/><Relationship Id="rId12" Type="http://schemas.openxmlformats.org/officeDocument/2006/relationships/slideLayout" Target="../slideLayouts/slideLayout67.xml"/><Relationship Id="rId13" Type="http://schemas.openxmlformats.org/officeDocument/2006/relationships/slideLayout" Target="../slideLayouts/slideLayout68.xml"/><Relationship Id="rId14" Type="http://schemas.openxmlformats.org/officeDocument/2006/relationships/slideLayout" Target="../slideLayouts/slideLayout69.xml"/><Relationship Id="rId15" Type="http://schemas.openxmlformats.org/officeDocument/2006/relationships/slideLayout" Target="../slideLayouts/slideLayout70.xml"/><Relationship Id="rId16" Type="http://schemas.openxmlformats.org/officeDocument/2006/relationships/slideLayout" Target="../slideLayouts/slideLayout71.xml"/><Relationship Id="rId17" Type="http://schemas.openxmlformats.org/officeDocument/2006/relationships/slideLayout" Target="../slideLayouts/slideLayout72.xml"/><Relationship Id="rId18" Type="http://schemas.openxmlformats.org/officeDocument/2006/relationships/slideLayout" Target="../slideLayouts/slideLayout73.xml"/><Relationship Id="rId19" Type="http://schemas.openxmlformats.org/officeDocument/2006/relationships/slideLayout" Target="../slideLayouts/slideLayout74.xml"/><Relationship Id="rId20" Type="http://schemas.openxmlformats.org/officeDocument/2006/relationships/slideLayout" Target="../slideLayouts/slideLayout75.xml"/><Relationship Id="rId21" Type="http://schemas.openxmlformats.org/officeDocument/2006/relationships/slideLayout" Target="../slideLayouts/slideLayout76.xml"/><Relationship Id="rId22" Type="http://schemas.openxmlformats.org/officeDocument/2006/relationships/theme" Target="../theme/theme3.xml"/><Relationship Id="rId23" Type="http://schemas.openxmlformats.org/officeDocument/2006/relationships/image" Target="../media/image15.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77.xml"/><Relationship Id="rId2" Type="http://schemas.openxmlformats.org/officeDocument/2006/relationships/slideLayout" Target="../slideLayouts/slideLayout78.xml"/><Relationship Id="rId3" Type="http://schemas.openxmlformats.org/officeDocument/2006/relationships/slideLayout" Target="../slideLayouts/slideLayout79.xml"/><Relationship Id="rId4" Type="http://schemas.openxmlformats.org/officeDocument/2006/relationships/slideLayout" Target="../slideLayouts/slideLayout80.xml"/><Relationship Id="rId5" Type="http://schemas.openxmlformats.org/officeDocument/2006/relationships/slideLayout" Target="../slideLayouts/slideLayout81.xml"/><Relationship Id="rId6" Type="http://schemas.openxmlformats.org/officeDocument/2006/relationships/slideLayout" Target="../slideLayouts/slideLayout82.xml"/><Relationship Id="rId7" Type="http://schemas.openxmlformats.org/officeDocument/2006/relationships/slideLayout" Target="../slideLayouts/slideLayout83.xml"/><Relationship Id="rId8" Type="http://schemas.openxmlformats.org/officeDocument/2006/relationships/slideLayout" Target="../slideLayouts/slideLayout84.xml"/><Relationship Id="rId9" Type="http://schemas.openxmlformats.org/officeDocument/2006/relationships/slideLayout" Target="../slideLayouts/slideLayout85.xml"/><Relationship Id="rId10" Type="http://schemas.openxmlformats.org/officeDocument/2006/relationships/slideLayout" Target="../slideLayouts/slideLayout86.xml"/><Relationship Id="rId11" Type="http://schemas.openxmlformats.org/officeDocument/2006/relationships/slideLayout" Target="../slideLayouts/slideLayout87.xml"/><Relationship Id="rId12" Type="http://schemas.openxmlformats.org/officeDocument/2006/relationships/slideLayout" Target="../slideLayouts/slideLayout88.xml"/><Relationship Id="rId13" Type="http://schemas.openxmlformats.org/officeDocument/2006/relationships/slideLayout" Target="../slideLayouts/slideLayout89.xml"/><Relationship Id="rId14" Type="http://schemas.openxmlformats.org/officeDocument/2006/relationships/slideLayout" Target="../slideLayouts/slideLayout90.xml"/><Relationship Id="rId15" Type="http://schemas.openxmlformats.org/officeDocument/2006/relationships/slideLayout" Target="../slideLayouts/slideLayout91.xml"/><Relationship Id="rId16" Type="http://schemas.openxmlformats.org/officeDocument/2006/relationships/slideLayout" Target="../slideLayouts/slideLayout92.xml"/><Relationship Id="rId17" Type="http://schemas.openxmlformats.org/officeDocument/2006/relationships/slideLayout" Target="../slideLayouts/slideLayout93.xml"/><Relationship Id="rId18" Type="http://schemas.openxmlformats.org/officeDocument/2006/relationships/slideLayout" Target="../slideLayouts/slideLayout94.xml"/><Relationship Id="rId19" Type="http://schemas.openxmlformats.org/officeDocument/2006/relationships/slideLayout" Target="../slideLayouts/slideLayout95.xml"/><Relationship Id="rId20" Type="http://schemas.openxmlformats.org/officeDocument/2006/relationships/slideLayout" Target="../slideLayouts/slideLayout96.xml"/><Relationship Id="rId21" Type="http://schemas.openxmlformats.org/officeDocument/2006/relationships/theme" Target="../theme/theme4.xml"/><Relationship Id="rId22" Type="http://schemas.openxmlformats.org/officeDocument/2006/relationships/tags" Target="../tags/tag15.xml"/><Relationship Id="rId23" Type="http://schemas.openxmlformats.org/officeDocument/2006/relationships/oleObject" Target="../embeddings/oleObject8.bin"/><Relationship Id="rId24" Type="http://schemas.openxmlformats.org/officeDocument/2006/relationships/image" Target="../media/image18.emf"/><Relationship Id="rId25" Type="http://schemas.openxmlformats.org/officeDocument/2006/relationships/image" Target="../media/image15.png"/></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97.xml"/><Relationship Id="rId2" Type="http://schemas.openxmlformats.org/officeDocument/2006/relationships/slideLayout" Target="../slideLayouts/slideLayout98.xml"/><Relationship Id="rId3" Type="http://schemas.openxmlformats.org/officeDocument/2006/relationships/slideLayout" Target="../slideLayouts/slideLayout99.xml"/><Relationship Id="rId4" Type="http://schemas.openxmlformats.org/officeDocument/2006/relationships/slideLayout" Target="../slideLayouts/slideLayout100.xml"/><Relationship Id="rId5" Type="http://schemas.openxmlformats.org/officeDocument/2006/relationships/slideLayout" Target="../slideLayouts/slideLayout101.xml"/><Relationship Id="rId6" Type="http://schemas.openxmlformats.org/officeDocument/2006/relationships/slideLayout" Target="../slideLayouts/slideLayout102.xml"/><Relationship Id="rId7" Type="http://schemas.openxmlformats.org/officeDocument/2006/relationships/slideLayout" Target="../slideLayouts/slideLayout103.xml"/><Relationship Id="rId8" Type="http://schemas.openxmlformats.org/officeDocument/2006/relationships/slideLayout" Target="../slideLayouts/slideLayout104.xml"/><Relationship Id="rId9" Type="http://schemas.openxmlformats.org/officeDocument/2006/relationships/slideLayout" Target="../slideLayouts/slideLayout105.xml"/><Relationship Id="rId10" Type="http://schemas.openxmlformats.org/officeDocument/2006/relationships/slideLayout" Target="../slideLayouts/slideLayout106.xml"/><Relationship Id="rId11" Type="http://schemas.openxmlformats.org/officeDocument/2006/relationships/slideLayout" Target="../slideLayouts/slideLayout107.xml"/><Relationship Id="rId12" Type="http://schemas.openxmlformats.org/officeDocument/2006/relationships/slideLayout" Target="../slideLayouts/slideLayout108.xml"/><Relationship Id="rId13" Type="http://schemas.openxmlformats.org/officeDocument/2006/relationships/slideLayout" Target="../slideLayouts/slideLayout109.xml"/><Relationship Id="rId14" Type="http://schemas.openxmlformats.org/officeDocument/2006/relationships/slideLayout" Target="../slideLayouts/slideLayout110.xml"/><Relationship Id="rId15" Type="http://schemas.openxmlformats.org/officeDocument/2006/relationships/slideLayout" Target="../slideLayouts/slideLayout111.xml"/><Relationship Id="rId16" Type="http://schemas.openxmlformats.org/officeDocument/2006/relationships/slideLayout" Target="../slideLayouts/slideLayout112.xml"/><Relationship Id="rId17" Type="http://schemas.openxmlformats.org/officeDocument/2006/relationships/slideLayout" Target="../slideLayouts/slideLayout113.xml"/><Relationship Id="rId18" Type="http://schemas.openxmlformats.org/officeDocument/2006/relationships/slideLayout" Target="../slideLayouts/slideLayout114.xml"/><Relationship Id="rId19" Type="http://schemas.openxmlformats.org/officeDocument/2006/relationships/slideLayout" Target="../slideLayouts/slideLayout115.xml"/><Relationship Id="rId20" Type="http://schemas.openxmlformats.org/officeDocument/2006/relationships/slideLayout" Target="../slideLayouts/slideLayout116.xml"/><Relationship Id="rId21" Type="http://schemas.openxmlformats.org/officeDocument/2006/relationships/slideLayout" Target="../slideLayouts/slideLayout117.xml"/><Relationship Id="rId22" Type="http://schemas.openxmlformats.org/officeDocument/2006/relationships/slideLayout" Target="../slideLayouts/slideLayout118.xml"/><Relationship Id="rId23" Type="http://schemas.openxmlformats.org/officeDocument/2006/relationships/slideLayout" Target="../slideLayouts/slideLayout119.xml"/><Relationship Id="rId24" Type="http://schemas.openxmlformats.org/officeDocument/2006/relationships/slideLayout" Target="../slideLayouts/slideLayout120.xml"/><Relationship Id="rId25" Type="http://schemas.openxmlformats.org/officeDocument/2006/relationships/slideLayout" Target="../slideLayouts/slideLayout121.xml"/><Relationship Id="rId26" Type="http://schemas.openxmlformats.org/officeDocument/2006/relationships/slideLayout" Target="../slideLayouts/slideLayout122.xml"/><Relationship Id="rId27" Type="http://schemas.openxmlformats.org/officeDocument/2006/relationships/slideLayout" Target="../slideLayouts/slideLayout123.xml"/><Relationship Id="rId28" Type="http://schemas.openxmlformats.org/officeDocument/2006/relationships/slideLayout" Target="../slideLayouts/slideLayout124.xml"/><Relationship Id="rId29" Type="http://schemas.openxmlformats.org/officeDocument/2006/relationships/slideLayout" Target="../slideLayouts/slideLayout125.xml"/><Relationship Id="rId30" Type="http://schemas.openxmlformats.org/officeDocument/2006/relationships/slideLayout" Target="../slideLayouts/slideLayout126.xml"/><Relationship Id="rId31" Type="http://schemas.openxmlformats.org/officeDocument/2006/relationships/slideLayout" Target="../slideLayouts/slideLayout127.xml"/><Relationship Id="rId32" Type="http://schemas.openxmlformats.org/officeDocument/2006/relationships/slideLayout" Target="../slideLayouts/slideLayout128.xml"/><Relationship Id="rId33" Type="http://schemas.openxmlformats.org/officeDocument/2006/relationships/slideLayout" Target="../slideLayouts/slideLayout129.xml"/><Relationship Id="rId34" Type="http://schemas.openxmlformats.org/officeDocument/2006/relationships/slideLayout" Target="../slideLayouts/slideLayout130.xml"/><Relationship Id="rId35" Type="http://schemas.openxmlformats.org/officeDocument/2006/relationships/slideLayout" Target="../slideLayouts/slideLayout131.xml"/><Relationship Id="rId36" Type="http://schemas.openxmlformats.org/officeDocument/2006/relationships/slideLayout" Target="../slideLayouts/slideLayout132.xml"/><Relationship Id="rId37" Type="http://schemas.openxmlformats.org/officeDocument/2006/relationships/slideLayout" Target="../slideLayouts/slideLayout133.xml"/><Relationship Id="rId38" Type="http://schemas.openxmlformats.org/officeDocument/2006/relationships/slideLayout" Target="../slideLayouts/slideLayout134.xml"/><Relationship Id="rId39" Type="http://schemas.openxmlformats.org/officeDocument/2006/relationships/theme" Target="../theme/theme5.xml"/><Relationship Id="rId40"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5" name="Picture 44">
            <a:extLst>
              <a:ext uri="{FF2B5EF4-FFF2-40B4-BE49-F238E27FC236}">
                <a16:creationId xmlns:a16="http://schemas.microsoft.com/office/drawing/2014/main" id="{CADF5CB6-5E13-3F6E-DFF4-F13F4051F074}"/>
              </a:ext>
            </a:extLst>
          </p:cNvPr>
          <p:cNvPicPr>
            <a:picLocks noChangeAspect="1"/>
          </p:cNvPicPr>
          <p:nvPr userDrawn="1"/>
        </p:nvPicPr>
        <p:blipFill>
          <a:blip r:embed="rId39"/>
          <a:srcRect/>
          <a:stretch/>
        </p:blipFill>
        <p:spPr>
          <a:xfrm>
            <a:off x="498489" y="6316958"/>
            <a:ext cx="1733517" cy="380659"/>
          </a:xfrm>
          <a:prstGeom prst="rect">
            <a:avLst/>
          </a:prstGeom>
        </p:spPr>
      </p:pic>
      <p:sp>
        <p:nvSpPr>
          <p:cNvPr id="2" name="Title Placeholder 1">
            <a:extLst>
              <a:ext uri="{FF2B5EF4-FFF2-40B4-BE49-F238E27FC236}">
                <a16:creationId xmlns:a16="http://schemas.microsoft.com/office/drawing/2014/main" id="{B2C4BBBC-6794-0944-ABD9-21E6D7F7A560}"/>
              </a:ext>
            </a:extLst>
          </p:cNvPr>
          <p:cNvSpPr>
            <a:spLocks noGrp="1"/>
          </p:cNvSpPr>
          <p:nvPr>
            <p:ph type="title"/>
          </p:nvPr>
        </p:nvSpPr>
        <p:spPr>
          <a:xfrm>
            <a:off x="495300" y="3064186"/>
            <a:ext cx="10820400" cy="478441"/>
          </a:xfrm>
          <a:prstGeom prst="rect">
            <a:avLst/>
          </a:prstGeom>
        </p:spPr>
        <p:txBody>
          <a:bodyPr vert="horz" lIns="91440" tIns="45720" rIns="91440" bIns="45720" rtlCol="0" anchor="ctr">
            <a:noAutofit/>
          </a:bodyPr>
          <a:lstStyle/>
          <a:p>
            <a:r>
              <a:rPr lang="en-US"/>
              <a:t>title slide.</a:t>
            </a:r>
          </a:p>
        </p:txBody>
      </p:sp>
      <p:sp>
        <p:nvSpPr>
          <p:cNvPr id="6" name="Slide Number Placeholder 5">
            <a:extLst>
              <a:ext uri="{FF2B5EF4-FFF2-40B4-BE49-F238E27FC236}">
                <a16:creationId xmlns:a16="http://schemas.microsoft.com/office/drawing/2014/main" id="{B3580D65-C08F-304B-A914-16B862A49327}"/>
              </a:ext>
            </a:extLst>
          </p:cNvPr>
          <p:cNvSpPr>
            <a:spLocks noGrp="1"/>
          </p:cNvSpPr>
          <p:nvPr>
            <p:ph type="sldNum" sz="quarter" idx="4"/>
          </p:nvPr>
        </p:nvSpPr>
        <p:spPr>
          <a:xfrm>
            <a:off x="8953500" y="6356352"/>
            <a:ext cx="2743200" cy="365125"/>
          </a:xfrm>
          <a:prstGeom prst="rect">
            <a:avLst/>
          </a:prstGeom>
        </p:spPr>
        <p:txBody>
          <a:bodyPr vert="horz" lIns="91440" tIns="45720" rIns="91440" bIns="45720" rtlCol="0" anchor="ctr"/>
          <a:lstStyle>
            <a:lvl1pPr algn="r">
              <a:defRPr sz="1200" b="0" i="0">
                <a:solidFill>
                  <a:schemeClr val="tx2"/>
                </a:solidFill>
                <a:latin typeface="Galano Grotesque" pitchFamily="2" charset="77"/>
              </a:defRPr>
            </a:lvl1pPr>
          </a:lstStyle>
          <a:p>
            <a:fld id="{D4D03052-4607-E242-8BD1-5604B8DBB111}" type="slidenum">
              <a:rPr lang="en-US" smtClean="0"/>
              <a:pPr/>
              <a:t>‹#›</a:t>
            </a:fld>
            <a:endParaRPr lang="en-US"/>
          </a:p>
        </p:txBody>
      </p:sp>
      <p:sp>
        <p:nvSpPr>
          <p:cNvPr id="14" name="Footer Placeholder 13">
            <a:extLst>
              <a:ext uri="{FF2B5EF4-FFF2-40B4-BE49-F238E27FC236}">
                <a16:creationId xmlns:a16="http://schemas.microsoft.com/office/drawing/2014/main" id="{593E4CD4-300B-3B4F-8C70-3CCC466910E2}"/>
              </a:ext>
            </a:extLst>
          </p:cNvPr>
          <p:cNvSpPr>
            <a:spLocks noGrp="1"/>
          </p:cNvSpPr>
          <p:nvPr>
            <p:ph type="ftr" sz="quarter" idx="3"/>
          </p:nvPr>
        </p:nvSpPr>
        <p:spPr>
          <a:xfrm>
            <a:off x="4000500" y="6356352"/>
            <a:ext cx="4114800" cy="365125"/>
          </a:xfrm>
          <a:prstGeom prst="rect">
            <a:avLst/>
          </a:prstGeom>
        </p:spPr>
        <p:txBody>
          <a:bodyPr vert="horz" lIns="91440" tIns="45720" rIns="91440" bIns="45720" rtlCol="0" anchor="ctr"/>
          <a:lstStyle>
            <a:lvl1pPr algn="ctr">
              <a:defRPr sz="1200" b="0" i="0">
                <a:solidFill>
                  <a:schemeClr val="accent2"/>
                </a:solidFill>
                <a:latin typeface="Galano Grotesque" pitchFamily="2" charset="77"/>
              </a:defRPr>
            </a:lvl1pPr>
          </a:lstStyle>
          <a:p>
            <a:r>
              <a:rPr lang="en-US"/>
              <a:t>ally.com</a:t>
            </a:r>
          </a:p>
        </p:txBody>
      </p:sp>
      <p:sp>
        <p:nvSpPr>
          <p:cNvPr id="3" name="Rectangle 2">
            <a:extLst>
              <a:ext uri="{FF2B5EF4-FFF2-40B4-BE49-F238E27FC236}">
                <a16:creationId xmlns:a16="http://schemas.microsoft.com/office/drawing/2014/main" id="{B5F82F3F-316E-EB18-FDE7-6D456EE96856}"/>
              </a:ext>
            </a:extLst>
          </p:cNvPr>
          <p:cNvSpPr/>
          <p:nvPr userDrawn="1"/>
        </p:nvSpPr>
        <p:spPr>
          <a:xfrm>
            <a:off x="17427803" y="1226515"/>
            <a:ext cx="1433367" cy="1483550"/>
          </a:xfrm>
          <a:prstGeom prst="rect">
            <a:avLst/>
          </a:prstGeom>
          <a:solidFill>
            <a:srgbClr val="FFF7F0"/>
          </a:solid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alano Grotesque" pitchFamily="2" charset="77"/>
            </a:endParaRPr>
          </a:p>
        </p:txBody>
      </p:sp>
      <p:sp>
        <p:nvSpPr>
          <p:cNvPr id="4" name="Rectangle 3">
            <a:extLst>
              <a:ext uri="{FF2B5EF4-FFF2-40B4-BE49-F238E27FC236}">
                <a16:creationId xmlns:a16="http://schemas.microsoft.com/office/drawing/2014/main" id="{92238B79-F57A-7FCF-E38B-123556EA108B}"/>
              </a:ext>
            </a:extLst>
          </p:cNvPr>
          <p:cNvSpPr/>
          <p:nvPr userDrawn="1"/>
        </p:nvSpPr>
        <p:spPr>
          <a:xfrm>
            <a:off x="12629705" y="1226515"/>
            <a:ext cx="1433367" cy="1483550"/>
          </a:xfrm>
          <a:prstGeom prst="rect">
            <a:avLst/>
          </a:prstGeom>
          <a:solidFill>
            <a:srgbClr val="30094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alano Grotesque" pitchFamily="2" charset="77"/>
            </a:endParaRPr>
          </a:p>
        </p:txBody>
      </p:sp>
      <p:sp>
        <p:nvSpPr>
          <p:cNvPr id="5" name="Rectangle 4">
            <a:extLst>
              <a:ext uri="{FF2B5EF4-FFF2-40B4-BE49-F238E27FC236}">
                <a16:creationId xmlns:a16="http://schemas.microsoft.com/office/drawing/2014/main" id="{F834525C-EB38-C041-37C7-8FD63278D747}"/>
              </a:ext>
            </a:extLst>
          </p:cNvPr>
          <p:cNvSpPr/>
          <p:nvPr userDrawn="1"/>
        </p:nvSpPr>
        <p:spPr>
          <a:xfrm>
            <a:off x="14232876" y="1226515"/>
            <a:ext cx="1433367" cy="1483550"/>
          </a:xfrm>
          <a:prstGeom prst="rect">
            <a:avLst/>
          </a:prstGeom>
          <a:solidFill>
            <a:srgbClr val="650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5F285E"/>
              </a:solidFill>
              <a:latin typeface="Galano Grotesque" pitchFamily="2" charset="77"/>
            </a:endParaRPr>
          </a:p>
        </p:txBody>
      </p:sp>
      <p:sp>
        <p:nvSpPr>
          <p:cNvPr id="7" name="Rectangle 6">
            <a:extLst>
              <a:ext uri="{FF2B5EF4-FFF2-40B4-BE49-F238E27FC236}">
                <a16:creationId xmlns:a16="http://schemas.microsoft.com/office/drawing/2014/main" id="{B234BBAF-DC31-D35A-0675-74F941A83840}"/>
              </a:ext>
            </a:extLst>
          </p:cNvPr>
          <p:cNvSpPr/>
          <p:nvPr userDrawn="1"/>
        </p:nvSpPr>
        <p:spPr>
          <a:xfrm>
            <a:off x="15825666" y="1226515"/>
            <a:ext cx="1433367" cy="1483550"/>
          </a:xfrm>
          <a:prstGeom prst="rect">
            <a:avLst/>
          </a:prstGeom>
          <a:solidFill>
            <a:srgbClr val="FE4A8B"/>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alano Grotesque" pitchFamily="2" charset="77"/>
            </a:endParaRPr>
          </a:p>
        </p:txBody>
      </p:sp>
      <p:sp>
        <p:nvSpPr>
          <p:cNvPr id="8" name="Rectangle 7">
            <a:extLst>
              <a:ext uri="{FF2B5EF4-FFF2-40B4-BE49-F238E27FC236}">
                <a16:creationId xmlns:a16="http://schemas.microsoft.com/office/drawing/2014/main" id="{92266002-694C-3B46-B4CA-E883ADCD01F0}"/>
              </a:ext>
            </a:extLst>
          </p:cNvPr>
          <p:cNvSpPr/>
          <p:nvPr userDrawn="1"/>
        </p:nvSpPr>
        <p:spPr>
          <a:xfrm>
            <a:off x="12629705" y="2915723"/>
            <a:ext cx="1433367" cy="539704"/>
          </a:xfrm>
          <a:prstGeom prst="rect">
            <a:avLst/>
          </a:prstGeom>
          <a:solidFill>
            <a:srgbClr val="5F2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alano Grotesque" pitchFamily="2" charset="77"/>
            </a:endParaRPr>
          </a:p>
        </p:txBody>
      </p:sp>
      <p:sp>
        <p:nvSpPr>
          <p:cNvPr id="9" name="Rectangle 8">
            <a:extLst>
              <a:ext uri="{FF2B5EF4-FFF2-40B4-BE49-F238E27FC236}">
                <a16:creationId xmlns:a16="http://schemas.microsoft.com/office/drawing/2014/main" id="{B974556A-2D14-82AC-9E87-739634FA2AAD}"/>
              </a:ext>
            </a:extLst>
          </p:cNvPr>
          <p:cNvSpPr/>
          <p:nvPr userDrawn="1"/>
        </p:nvSpPr>
        <p:spPr>
          <a:xfrm>
            <a:off x="14232877" y="2915722"/>
            <a:ext cx="1449016" cy="539704"/>
          </a:xfrm>
          <a:prstGeom prst="rect">
            <a:avLst/>
          </a:prstGeom>
          <a:solidFill>
            <a:srgbClr val="9542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alano Grotesque" pitchFamily="2" charset="77"/>
            </a:endParaRPr>
          </a:p>
        </p:txBody>
      </p:sp>
      <p:sp>
        <p:nvSpPr>
          <p:cNvPr id="10" name="TextBox 9">
            <a:extLst>
              <a:ext uri="{FF2B5EF4-FFF2-40B4-BE49-F238E27FC236}">
                <a16:creationId xmlns:a16="http://schemas.microsoft.com/office/drawing/2014/main" id="{C590575A-131E-B8F2-6E6A-E4935138DAAE}"/>
              </a:ext>
            </a:extLst>
          </p:cNvPr>
          <p:cNvSpPr txBox="1"/>
          <p:nvPr userDrawn="1"/>
        </p:nvSpPr>
        <p:spPr>
          <a:xfrm>
            <a:off x="12602216" y="2255619"/>
            <a:ext cx="1334630" cy="461665"/>
          </a:xfrm>
          <a:prstGeom prst="rect">
            <a:avLst/>
          </a:prstGeom>
          <a:noFill/>
        </p:spPr>
        <p:txBody>
          <a:bodyPr wrap="square" rtlCol="0">
            <a:spAutoFit/>
          </a:bodyPr>
          <a:lstStyle/>
          <a:p>
            <a:r>
              <a:rPr lang="en-US" sz="1200" b="1">
                <a:solidFill>
                  <a:schemeClr val="bg1"/>
                </a:solidFill>
                <a:latin typeface="Galano Grotesque SemiBold" pitchFamily="2" charset="77"/>
              </a:rPr>
              <a:t>#300942</a:t>
            </a:r>
          </a:p>
          <a:p>
            <a:r>
              <a:rPr lang="en-US" sz="1200" b="1">
                <a:solidFill>
                  <a:schemeClr val="bg1"/>
                </a:solidFill>
                <a:latin typeface="Galano Grotesque SemiBold" pitchFamily="2" charset="77"/>
              </a:rPr>
              <a:t>Blueberry </a:t>
            </a:r>
          </a:p>
        </p:txBody>
      </p:sp>
      <p:sp>
        <p:nvSpPr>
          <p:cNvPr id="11" name="TextBox 10">
            <a:extLst>
              <a:ext uri="{FF2B5EF4-FFF2-40B4-BE49-F238E27FC236}">
                <a16:creationId xmlns:a16="http://schemas.microsoft.com/office/drawing/2014/main" id="{0897B980-0181-CC6D-6629-AED08BE55155}"/>
              </a:ext>
            </a:extLst>
          </p:cNvPr>
          <p:cNvSpPr txBox="1"/>
          <p:nvPr userDrawn="1"/>
        </p:nvSpPr>
        <p:spPr>
          <a:xfrm>
            <a:off x="14232876" y="2255619"/>
            <a:ext cx="1334630" cy="461665"/>
          </a:xfrm>
          <a:prstGeom prst="rect">
            <a:avLst/>
          </a:prstGeom>
          <a:noFill/>
        </p:spPr>
        <p:txBody>
          <a:bodyPr wrap="square" rtlCol="0">
            <a:spAutoFit/>
          </a:bodyPr>
          <a:lstStyle/>
          <a:p>
            <a:r>
              <a:rPr lang="en-US" sz="1200" b="1">
                <a:solidFill>
                  <a:schemeClr val="bg1"/>
                </a:solidFill>
                <a:latin typeface="Galano Grotesque SemiBold" pitchFamily="2" charset="77"/>
              </a:rPr>
              <a:t>#650360</a:t>
            </a:r>
            <a:br>
              <a:rPr lang="en-US" sz="1200" b="1">
                <a:solidFill>
                  <a:schemeClr val="bg1"/>
                </a:solidFill>
                <a:latin typeface="Galano Grotesque SemiBold" pitchFamily="2" charset="77"/>
              </a:rPr>
            </a:br>
            <a:r>
              <a:rPr lang="en-US" sz="1200" b="1">
                <a:solidFill>
                  <a:schemeClr val="bg1"/>
                </a:solidFill>
                <a:latin typeface="Galano Grotesque SemiBold" pitchFamily="2" charset="77"/>
              </a:rPr>
              <a:t>Plum </a:t>
            </a:r>
          </a:p>
        </p:txBody>
      </p:sp>
      <p:sp>
        <p:nvSpPr>
          <p:cNvPr id="12" name="TextBox 11">
            <a:extLst>
              <a:ext uri="{FF2B5EF4-FFF2-40B4-BE49-F238E27FC236}">
                <a16:creationId xmlns:a16="http://schemas.microsoft.com/office/drawing/2014/main" id="{84FC81C6-68D8-2214-ECFB-72F038E7A3BD}"/>
              </a:ext>
            </a:extLst>
          </p:cNvPr>
          <p:cNvSpPr txBox="1"/>
          <p:nvPr userDrawn="1"/>
        </p:nvSpPr>
        <p:spPr>
          <a:xfrm>
            <a:off x="15825666" y="2255619"/>
            <a:ext cx="1334630" cy="461665"/>
          </a:xfrm>
          <a:prstGeom prst="rect">
            <a:avLst/>
          </a:prstGeom>
          <a:noFill/>
        </p:spPr>
        <p:txBody>
          <a:bodyPr wrap="square" rtlCol="0">
            <a:spAutoFit/>
          </a:bodyPr>
          <a:lstStyle/>
          <a:p>
            <a:r>
              <a:rPr lang="en-US" sz="1200" b="1">
                <a:solidFill>
                  <a:srgbClr val="300942"/>
                </a:solidFill>
                <a:latin typeface="Galano Grotesque SemiBold" pitchFamily="2" charset="77"/>
              </a:rPr>
              <a:t>#FE4A8B</a:t>
            </a:r>
          </a:p>
          <a:p>
            <a:r>
              <a:rPr lang="en-US" sz="1200" b="1">
                <a:solidFill>
                  <a:srgbClr val="300942"/>
                </a:solidFill>
                <a:latin typeface="Galano Grotesque SemiBold" pitchFamily="2" charset="77"/>
              </a:rPr>
              <a:t>Grapefruit </a:t>
            </a:r>
          </a:p>
        </p:txBody>
      </p:sp>
      <p:sp>
        <p:nvSpPr>
          <p:cNvPr id="13" name="TextBox 12">
            <a:extLst>
              <a:ext uri="{FF2B5EF4-FFF2-40B4-BE49-F238E27FC236}">
                <a16:creationId xmlns:a16="http://schemas.microsoft.com/office/drawing/2014/main" id="{C1354B94-F74E-D54B-758A-EF44AC68E5F3}"/>
              </a:ext>
            </a:extLst>
          </p:cNvPr>
          <p:cNvSpPr txBox="1"/>
          <p:nvPr userDrawn="1"/>
        </p:nvSpPr>
        <p:spPr>
          <a:xfrm>
            <a:off x="12602216" y="2962485"/>
            <a:ext cx="1334630" cy="461665"/>
          </a:xfrm>
          <a:prstGeom prst="rect">
            <a:avLst/>
          </a:prstGeom>
          <a:noFill/>
        </p:spPr>
        <p:txBody>
          <a:bodyPr wrap="square" rtlCol="0">
            <a:spAutoFit/>
          </a:bodyPr>
          <a:lstStyle/>
          <a:p>
            <a:r>
              <a:rPr lang="en-US" sz="1200" b="1">
                <a:solidFill>
                  <a:schemeClr val="bg1"/>
                </a:solidFill>
                <a:latin typeface="Galano Grotesque SemiBold" pitchFamily="2" charset="77"/>
              </a:rPr>
              <a:t>#5F2779</a:t>
            </a:r>
          </a:p>
          <a:p>
            <a:r>
              <a:rPr lang="en-US" sz="1200" b="1">
                <a:solidFill>
                  <a:schemeClr val="bg1"/>
                </a:solidFill>
                <a:latin typeface="Galano Grotesque SemiBold" pitchFamily="2" charset="77"/>
              </a:rPr>
              <a:t>Blueberry S1</a:t>
            </a:r>
          </a:p>
        </p:txBody>
      </p:sp>
      <p:sp>
        <p:nvSpPr>
          <p:cNvPr id="15" name="TextBox 14">
            <a:extLst>
              <a:ext uri="{FF2B5EF4-FFF2-40B4-BE49-F238E27FC236}">
                <a16:creationId xmlns:a16="http://schemas.microsoft.com/office/drawing/2014/main" id="{3343E200-A4D6-6A42-017E-680678491958}"/>
              </a:ext>
            </a:extLst>
          </p:cNvPr>
          <p:cNvSpPr txBox="1"/>
          <p:nvPr userDrawn="1"/>
        </p:nvSpPr>
        <p:spPr>
          <a:xfrm>
            <a:off x="14231654" y="2962485"/>
            <a:ext cx="949788" cy="461665"/>
          </a:xfrm>
          <a:prstGeom prst="rect">
            <a:avLst/>
          </a:prstGeom>
          <a:noFill/>
        </p:spPr>
        <p:txBody>
          <a:bodyPr wrap="square" rtlCol="0">
            <a:spAutoFit/>
          </a:bodyPr>
          <a:lstStyle/>
          <a:p>
            <a:r>
              <a:rPr lang="en-US" sz="1200" b="1">
                <a:solidFill>
                  <a:schemeClr val="bg1"/>
                </a:solidFill>
                <a:latin typeface="Galano Grotesque SemiBold" pitchFamily="2" charset="77"/>
              </a:rPr>
              <a:t>#954293</a:t>
            </a:r>
          </a:p>
          <a:p>
            <a:r>
              <a:rPr lang="en-US" sz="1200" b="1">
                <a:solidFill>
                  <a:schemeClr val="bg1"/>
                </a:solidFill>
                <a:latin typeface="Galano Grotesque SemiBold" pitchFamily="2" charset="77"/>
              </a:rPr>
              <a:t>Plum S1 </a:t>
            </a:r>
          </a:p>
        </p:txBody>
      </p:sp>
      <p:sp>
        <p:nvSpPr>
          <p:cNvPr id="16" name="Rectangle 15">
            <a:extLst>
              <a:ext uri="{FF2B5EF4-FFF2-40B4-BE49-F238E27FC236}">
                <a16:creationId xmlns:a16="http://schemas.microsoft.com/office/drawing/2014/main" id="{1A12007A-5704-8CDA-7743-84FB6699E7CD}"/>
              </a:ext>
            </a:extLst>
          </p:cNvPr>
          <p:cNvSpPr/>
          <p:nvPr userDrawn="1"/>
        </p:nvSpPr>
        <p:spPr>
          <a:xfrm>
            <a:off x="12629705" y="3635914"/>
            <a:ext cx="1433367" cy="539704"/>
          </a:xfrm>
          <a:prstGeom prst="rect">
            <a:avLst/>
          </a:prstGeom>
          <a:solidFill>
            <a:srgbClr val="BB72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alano Grotesque" pitchFamily="2" charset="77"/>
            </a:endParaRPr>
          </a:p>
        </p:txBody>
      </p:sp>
      <p:sp>
        <p:nvSpPr>
          <p:cNvPr id="17" name="Rectangle 16">
            <a:extLst>
              <a:ext uri="{FF2B5EF4-FFF2-40B4-BE49-F238E27FC236}">
                <a16:creationId xmlns:a16="http://schemas.microsoft.com/office/drawing/2014/main" id="{542E0402-ECCD-7E20-6F0E-7519FDDE94A9}"/>
              </a:ext>
            </a:extLst>
          </p:cNvPr>
          <p:cNvSpPr/>
          <p:nvPr userDrawn="1"/>
        </p:nvSpPr>
        <p:spPr>
          <a:xfrm>
            <a:off x="14232877" y="3635913"/>
            <a:ext cx="1449016" cy="539704"/>
          </a:xfrm>
          <a:prstGeom prst="rect">
            <a:avLst/>
          </a:prstGeom>
          <a:solidFill>
            <a:srgbClr val="DF9D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alano Grotesque" pitchFamily="2" charset="77"/>
            </a:endParaRPr>
          </a:p>
        </p:txBody>
      </p:sp>
      <p:sp>
        <p:nvSpPr>
          <p:cNvPr id="18" name="TextBox 17">
            <a:extLst>
              <a:ext uri="{FF2B5EF4-FFF2-40B4-BE49-F238E27FC236}">
                <a16:creationId xmlns:a16="http://schemas.microsoft.com/office/drawing/2014/main" id="{27059A1D-19F8-8DE5-BD5F-2A8EEBA09DA5}"/>
              </a:ext>
            </a:extLst>
          </p:cNvPr>
          <p:cNvSpPr txBox="1"/>
          <p:nvPr userDrawn="1"/>
        </p:nvSpPr>
        <p:spPr>
          <a:xfrm>
            <a:off x="12602216" y="3682676"/>
            <a:ext cx="1334630" cy="461665"/>
          </a:xfrm>
          <a:prstGeom prst="rect">
            <a:avLst/>
          </a:prstGeom>
          <a:noFill/>
        </p:spPr>
        <p:txBody>
          <a:bodyPr wrap="square" rtlCol="0">
            <a:spAutoFit/>
          </a:bodyPr>
          <a:lstStyle/>
          <a:p>
            <a:r>
              <a:rPr lang="en-US" sz="1200" b="1">
                <a:solidFill>
                  <a:srgbClr val="300942"/>
                </a:solidFill>
                <a:latin typeface="Galano Grotesque SemiBold" pitchFamily="2" charset="77"/>
              </a:rPr>
              <a:t>#BB72DD</a:t>
            </a:r>
          </a:p>
          <a:p>
            <a:r>
              <a:rPr lang="en-US" sz="1200" b="1">
                <a:solidFill>
                  <a:srgbClr val="300942"/>
                </a:solidFill>
                <a:latin typeface="Galano Grotesque SemiBold" pitchFamily="2" charset="77"/>
              </a:rPr>
              <a:t>Blueberry S2</a:t>
            </a:r>
          </a:p>
        </p:txBody>
      </p:sp>
      <p:sp>
        <p:nvSpPr>
          <p:cNvPr id="20" name="TextBox 19">
            <a:extLst>
              <a:ext uri="{FF2B5EF4-FFF2-40B4-BE49-F238E27FC236}">
                <a16:creationId xmlns:a16="http://schemas.microsoft.com/office/drawing/2014/main" id="{898C473D-31DD-AF1D-7D74-AC2E488099CF}"/>
              </a:ext>
            </a:extLst>
          </p:cNvPr>
          <p:cNvSpPr txBox="1"/>
          <p:nvPr userDrawn="1"/>
        </p:nvSpPr>
        <p:spPr>
          <a:xfrm>
            <a:off x="14231654" y="3682676"/>
            <a:ext cx="949788" cy="461665"/>
          </a:xfrm>
          <a:prstGeom prst="rect">
            <a:avLst/>
          </a:prstGeom>
          <a:noFill/>
        </p:spPr>
        <p:txBody>
          <a:bodyPr wrap="square" rtlCol="0">
            <a:spAutoFit/>
          </a:bodyPr>
          <a:lstStyle/>
          <a:p>
            <a:r>
              <a:rPr lang="en-US" sz="1200" b="1">
                <a:solidFill>
                  <a:srgbClr val="300942"/>
                </a:solidFill>
                <a:latin typeface="Galano Grotesque SemiBold" pitchFamily="2" charset="77"/>
              </a:rPr>
              <a:t>#DF9DDE</a:t>
            </a:r>
          </a:p>
          <a:p>
            <a:r>
              <a:rPr lang="en-US" sz="1200" b="1">
                <a:solidFill>
                  <a:srgbClr val="300942"/>
                </a:solidFill>
                <a:latin typeface="Galano Grotesque SemiBold" pitchFamily="2" charset="77"/>
              </a:rPr>
              <a:t>Plum S2 </a:t>
            </a:r>
          </a:p>
        </p:txBody>
      </p:sp>
      <p:sp>
        <p:nvSpPr>
          <p:cNvPr id="21" name="Rectangle 20">
            <a:extLst>
              <a:ext uri="{FF2B5EF4-FFF2-40B4-BE49-F238E27FC236}">
                <a16:creationId xmlns:a16="http://schemas.microsoft.com/office/drawing/2014/main" id="{99730DDD-F5C7-3668-3196-98051A79CE3C}"/>
              </a:ext>
            </a:extLst>
          </p:cNvPr>
          <p:cNvSpPr/>
          <p:nvPr userDrawn="1"/>
        </p:nvSpPr>
        <p:spPr>
          <a:xfrm>
            <a:off x="12629705" y="4356105"/>
            <a:ext cx="1433367" cy="53970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latin typeface="Galano Grotesque" pitchFamily="2" charset="77"/>
            </a:endParaRPr>
          </a:p>
        </p:txBody>
      </p:sp>
      <p:sp>
        <p:nvSpPr>
          <p:cNvPr id="22" name="Rectangle 21">
            <a:extLst>
              <a:ext uri="{FF2B5EF4-FFF2-40B4-BE49-F238E27FC236}">
                <a16:creationId xmlns:a16="http://schemas.microsoft.com/office/drawing/2014/main" id="{318E23F3-A825-E089-40E5-3B8193C519BC}"/>
              </a:ext>
            </a:extLst>
          </p:cNvPr>
          <p:cNvSpPr/>
          <p:nvPr userDrawn="1"/>
        </p:nvSpPr>
        <p:spPr>
          <a:xfrm>
            <a:off x="14232877" y="4356104"/>
            <a:ext cx="1449016" cy="539704"/>
          </a:xfrm>
          <a:prstGeom prst="rect">
            <a:avLst/>
          </a:prstGeom>
          <a:solidFill>
            <a:srgbClr val="FFA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alano Grotesque" pitchFamily="2" charset="77"/>
            </a:endParaRPr>
          </a:p>
        </p:txBody>
      </p:sp>
      <p:sp>
        <p:nvSpPr>
          <p:cNvPr id="23" name="TextBox 22">
            <a:extLst>
              <a:ext uri="{FF2B5EF4-FFF2-40B4-BE49-F238E27FC236}">
                <a16:creationId xmlns:a16="http://schemas.microsoft.com/office/drawing/2014/main" id="{AA374124-823B-C817-97C1-AC6B0E55F695}"/>
              </a:ext>
            </a:extLst>
          </p:cNvPr>
          <p:cNvSpPr txBox="1"/>
          <p:nvPr userDrawn="1"/>
        </p:nvSpPr>
        <p:spPr>
          <a:xfrm>
            <a:off x="12602216" y="4402867"/>
            <a:ext cx="1334630" cy="461665"/>
          </a:xfrm>
          <a:prstGeom prst="rect">
            <a:avLst/>
          </a:prstGeom>
          <a:noFill/>
        </p:spPr>
        <p:txBody>
          <a:bodyPr wrap="square" rtlCol="0">
            <a:spAutoFit/>
          </a:bodyPr>
          <a:lstStyle/>
          <a:p>
            <a:r>
              <a:rPr lang="en-US" sz="1200" b="1">
                <a:solidFill>
                  <a:schemeClr val="bg1"/>
                </a:solidFill>
                <a:latin typeface="Galano Grotesque SemiBold" pitchFamily="2" charset="77"/>
              </a:rPr>
              <a:t>#000000</a:t>
            </a:r>
          </a:p>
          <a:p>
            <a:r>
              <a:rPr lang="en-US" sz="1200" b="1">
                <a:solidFill>
                  <a:schemeClr val="bg1"/>
                </a:solidFill>
                <a:latin typeface="Galano Grotesque SemiBold" pitchFamily="2" charset="77"/>
              </a:rPr>
              <a:t>Blackberry</a:t>
            </a:r>
          </a:p>
        </p:txBody>
      </p:sp>
      <p:sp>
        <p:nvSpPr>
          <p:cNvPr id="24" name="TextBox 23">
            <a:extLst>
              <a:ext uri="{FF2B5EF4-FFF2-40B4-BE49-F238E27FC236}">
                <a16:creationId xmlns:a16="http://schemas.microsoft.com/office/drawing/2014/main" id="{D026210F-7165-56B9-F24F-B27B963A9F89}"/>
              </a:ext>
            </a:extLst>
          </p:cNvPr>
          <p:cNvSpPr txBox="1"/>
          <p:nvPr userDrawn="1"/>
        </p:nvSpPr>
        <p:spPr>
          <a:xfrm>
            <a:off x="14231654" y="4402867"/>
            <a:ext cx="949788" cy="461665"/>
          </a:xfrm>
          <a:prstGeom prst="rect">
            <a:avLst/>
          </a:prstGeom>
          <a:noFill/>
        </p:spPr>
        <p:txBody>
          <a:bodyPr wrap="square" rtlCol="0">
            <a:spAutoFit/>
          </a:bodyPr>
          <a:lstStyle/>
          <a:p>
            <a:r>
              <a:rPr lang="en-US" sz="1200" b="1">
                <a:solidFill>
                  <a:srgbClr val="300942"/>
                </a:solidFill>
                <a:latin typeface="Galano Grotesque SemiBold" pitchFamily="2" charset="77"/>
              </a:rPr>
              <a:t>#FFADFD</a:t>
            </a:r>
          </a:p>
          <a:p>
            <a:r>
              <a:rPr lang="en-US" sz="1200" b="1">
                <a:solidFill>
                  <a:srgbClr val="300942"/>
                </a:solidFill>
                <a:latin typeface="Galano Grotesque SemiBold" pitchFamily="2" charset="77"/>
              </a:rPr>
              <a:t>Plum S3 </a:t>
            </a:r>
          </a:p>
        </p:txBody>
      </p:sp>
      <p:sp>
        <p:nvSpPr>
          <p:cNvPr id="25" name="TextBox 24">
            <a:extLst>
              <a:ext uri="{FF2B5EF4-FFF2-40B4-BE49-F238E27FC236}">
                <a16:creationId xmlns:a16="http://schemas.microsoft.com/office/drawing/2014/main" id="{6258BA05-116D-88B0-22F2-D7344D622269}"/>
              </a:ext>
            </a:extLst>
          </p:cNvPr>
          <p:cNvSpPr txBox="1"/>
          <p:nvPr userDrawn="1"/>
        </p:nvSpPr>
        <p:spPr>
          <a:xfrm>
            <a:off x="17427803" y="2255619"/>
            <a:ext cx="1334630" cy="461665"/>
          </a:xfrm>
          <a:prstGeom prst="rect">
            <a:avLst/>
          </a:prstGeom>
          <a:noFill/>
        </p:spPr>
        <p:txBody>
          <a:bodyPr wrap="square" rtlCol="0">
            <a:spAutoFit/>
          </a:bodyPr>
          <a:lstStyle/>
          <a:p>
            <a:r>
              <a:rPr lang="en-US" sz="1200" b="1">
                <a:solidFill>
                  <a:srgbClr val="300942"/>
                </a:solidFill>
                <a:latin typeface="Galano Grotesque SemiBold" pitchFamily="2" charset="77"/>
              </a:rPr>
              <a:t>#FFF7F0</a:t>
            </a:r>
          </a:p>
          <a:p>
            <a:r>
              <a:rPr lang="en-US" sz="1200" b="1">
                <a:solidFill>
                  <a:srgbClr val="300942"/>
                </a:solidFill>
                <a:latin typeface="Galano Grotesque SemiBold" pitchFamily="2" charset="77"/>
              </a:rPr>
              <a:t>Champagne </a:t>
            </a:r>
          </a:p>
        </p:txBody>
      </p:sp>
      <p:sp>
        <p:nvSpPr>
          <p:cNvPr id="26" name="Rectangle 25">
            <a:extLst>
              <a:ext uri="{FF2B5EF4-FFF2-40B4-BE49-F238E27FC236}">
                <a16:creationId xmlns:a16="http://schemas.microsoft.com/office/drawing/2014/main" id="{19B3B401-BF6C-A5C0-1656-1E6C9FF14AD4}"/>
              </a:ext>
            </a:extLst>
          </p:cNvPr>
          <p:cNvSpPr/>
          <p:nvPr userDrawn="1"/>
        </p:nvSpPr>
        <p:spPr>
          <a:xfrm>
            <a:off x="15827008" y="2915722"/>
            <a:ext cx="1449016" cy="539704"/>
          </a:xfrm>
          <a:prstGeom prst="rect">
            <a:avLst/>
          </a:prstGeom>
          <a:solidFill>
            <a:srgbClr val="FF9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alano Grotesque" pitchFamily="2" charset="77"/>
            </a:endParaRPr>
          </a:p>
        </p:txBody>
      </p:sp>
      <p:sp>
        <p:nvSpPr>
          <p:cNvPr id="27" name="TextBox 26">
            <a:extLst>
              <a:ext uri="{FF2B5EF4-FFF2-40B4-BE49-F238E27FC236}">
                <a16:creationId xmlns:a16="http://schemas.microsoft.com/office/drawing/2014/main" id="{9137F7F3-C105-9304-8ED3-F382BE68CB5F}"/>
              </a:ext>
            </a:extLst>
          </p:cNvPr>
          <p:cNvSpPr txBox="1"/>
          <p:nvPr userDrawn="1"/>
        </p:nvSpPr>
        <p:spPr>
          <a:xfrm>
            <a:off x="15825785" y="2962485"/>
            <a:ext cx="1334510" cy="461665"/>
          </a:xfrm>
          <a:prstGeom prst="rect">
            <a:avLst/>
          </a:prstGeom>
          <a:noFill/>
        </p:spPr>
        <p:txBody>
          <a:bodyPr wrap="square" rtlCol="0">
            <a:spAutoFit/>
          </a:bodyPr>
          <a:lstStyle/>
          <a:p>
            <a:r>
              <a:rPr lang="en-US" sz="1200" b="1">
                <a:solidFill>
                  <a:srgbClr val="300942"/>
                </a:solidFill>
                <a:latin typeface="Galano Grotesque SemiBold" pitchFamily="2" charset="77"/>
              </a:rPr>
              <a:t>#FF92BA</a:t>
            </a:r>
          </a:p>
          <a:p>
            <a:r>
              <a:rPr lang="en-US" sz="1200" b="1">
                <a:solidFill>
                  <a:srgbClr val="300942"/>
                </a:solidFill>
                <a:latin typeface="Galano Grotesque SemiBold" pitchFamily="2" charset="77"/>
              </a:rPr>
              <a:t>Grapefruit S1</a:t>
            </a:r>
          </a:p>
        </p:txBody>
      </p:sp>
      <p:sp>
        <p:nvSpPr>
          <p:cNvPr id="28" name="Rectangle 27">
            <a:extLst>
              <a:ext uri="{FF2B5EF4-FFF2-40B4-BE49-F238E27FC236}">
                <a16:creationId xmlns:a16="http://schemas.microsoft.com/office/drawing/2014/main" id="{5FC1B097-F21C-90A2-0AB1-DBAE88A8451D}"/>
              </a:ext>
            </a:extLst>
          </p:cNvPr>
          <p:cNvSpPr/>
          <p:nvPr userDrawn="1"/>
        </p:nvSpPr>
        <p:spPr>
          <a:xfrm>
            <a:off x="15827008" y="3635913"/>
            <a:ext cx="1449016" cy="539704"/>
          </a:xfrm>
          <a:prstGeom prst="rect">
            <a:avLst/>
          </a:prstGeom>
          <a:solidFill>
            <a:srgbClr val="FFB7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alano Grotesque" pitchFamily="2" charset="77"/>
            </a:endParaRPr>
          </a:p>
        </p:txBody>
      </p:sp>
      <p:sp>
        <p:nvSpPr>
          <p:cNvPr id="29" name="TextBox 28">
            <a:extLst>
              <a:ext uri="{FF2B5EF4-FFF2-40B4-BE49-F238E27FC236}">
                <a16:creationId xmlns:a16="http://schemas.microsoft.com/office/drawing/2014/main" id="{BAA87105-D953-68BE-4F92-CF6BA4BA7110}"/>
              </a:ext>
            </a:extLst>
          </p:cNvPr>
          <p:cNvSpPr txBox="1"/>
          <p:nvPr userDrawn="1"/>
        </p:nvSpPr>
        <p:spPr>
          <a:xfrm>
            <a:off x="15825785" y="3682676"/>
            <a:ext cx="1433248" cy="461665"/>
          </a:xfrm>
          <a:prstGeom prst="rect">
            <a:avLst/>
          </a:prstGeom>
          <a:noFill/>
        </p:spPr>
        <p:txBody>
          <a:bodyPr wrap="square" rtlCol="0">
            <a:spAutoFit/>
          </a:bodyPr>
          <a:lstStyle/>
          <a:p>
            <a:r>
              <a:rPr lang="en-US" sz="1200" b="1">
                <a:solidFill>
                  <a:srgbClr val="300942"/>
                </a:solidFill>
                <a:latin typeface="Galano Grotesque SemiBold" pitchFamily="2" charset="77"/>
              </a:rPr>
              <a:t>#FFB7D1</a:t>
            </a:r>
          </a:p>
          <a:p>
            <a:r>
              <a:rPr lang="en-US" sz="1200" b="1">
                <a:solidFill>
                  <a:srgbClr val="300942"/>
                </a:solidFill>
                <a:latin typeface="Galano Grotesque SemiBold" pitchFamily="2" charset="77"/>
              </a:rPr>
              <a:t>Grapefruit S2</a:t>
            </a:r>
          </a:p>
        </p:txBody>
      </p:sp>
      <p:sp>
        <p:nvSpPr>
          <p:cNvPr id="30" name="Rectangle 29">
            <a:extLst>
              <a:ext uri="{FF2B5EF4-FFF2-40B4-BE49-F238E27FC236}">
                <a16:creationId xmlns:a16="http://schemas.microsoft.com/office/drawing/2014/main" id="{E92C07A2-E3B9-F695-DFB7-54856BC04312}"/>
              </a:ext>
            </a:extLst>
          </p:cNvPr>
          <p:cNvSpPr/>
          <p:nvPr userDrawn="1"/>
        </p:nvSpPr>
        <p:spPr>
          <a:xfrm>
            <a:off x="15827008" y="4356104"/>
            <a:ext cx="1449016" cy="539704"/>
          </a:xfrm>
          <a:prstGeom prst="rect">
            <a:avLst/>
          </a:prstGeom>
          <a:solidFill>
            <a:srgbClr val="FFDB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alano Grotesque" pitchFamily="2" charset="77"/>
            </a:endParaRPr>
          </a:p>
        </p:txBody>
      </p:sp>
      <p:sp>
        <p:nvSpPr>
          <p:cNvPr id="31" name="TextBox 30">
            <a:extLst>
              <a:ext uri="{FF2B5EF4-FFF2-40B4-BE49-F238E27FC236}">
                <a16:creationId xmlns:a16="http://schemas.microsoft.com/office/drawing/2014/main" id="{9EE8A74A-14D7-53CC-2FC6-81BF1091076E}"/>
              </a:ext>
            </a:extLst>
          </p:cNvPr>
          <p:cNvSpPr txBox="1"/>
          <p:nvPr userDrawn="1"/>
        </p:nvSpPr>
        <p:spPr>
          <a:xfrm>
            <a:off x="15825784" y="4402867"/>
            <a:ext cx="1334511" cy="461665"/>
          </a:xfrm>
          <a:prstGeom prst="rect">
            <a:avLst/>
          </a:prstGeom>
          <a:noFill/>
        </p:spPr>
        <p:txBody>
          <a:bodyPr wrap="square" rtlCol="0">
            <a:spAutoFit/>
          </a:bodyPr>
          <a:lstStyle/>
          <a:p>
            <a:r>
              <a:rPr lang="en-US" sz="1200" b="1">
                <a:solidFill>
                  <a:srgbClr val="300942"/>
                </a:solidFill>
                <a:latin typeface="Galano Grotesque SemiBold" pitchFamily="2" charset="77"/>
              </a:rPr>
              <a:t>#FFDBE8</a:t>
            </a:r>
          </a:p>
          <a:p>
            <a:r>
              <a:rPr lang="en-US" sz="1200" b="1">
                <a:solidFill>
                  <a:srgbClr val="300942"/>
                </a:solidFill>
                <a:latin typeface="Galano Grotesque SemiBold" pitchFamily="2" charset="77"/>
              </a:rPr>
              <a:t>Grapefruit S3</a:t>
            </a:r>
          </a:p>
        </p:txBody>
      </p:sp>
      <p:sp>
        <p:nvSpPr>
          <p:cNvPr id="32" name="Rectangle 31">
            <a:extLst>
              <a:ext uri="{FF2B5EF4-FFF2-40B4-BE49-F238E27FC236}">
                <a16:creationId xmlns:a16="http://schemas.microsoft.com/office/drawing/2014/main" id="{9D23E387-9D61-5E5C-4D70-D8DABC9A4E18}"/>
              </a:ext>
            </a:extLst>
          </p:cNvPr>
          <p:cNvSpPr/>
          <p:nvPr userDrawn="1"/>
        </p:nvSpPr>
        <p:spPr>
          <a:xfrm>
            <a:off x="17421054" y="2915722"/>
            <a:ext cx="1449016" cy="539704"/>
          </a:xfrm>
          <a:prstGeom prst="rect">
            <a:avLst/>
          </a:prstGeom>
          <a:solidFill>
            <a:srgbClr val="22D6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alano Grotesque" pitchFamily="2" charset="77"/>
            </a:endParaRPr>
          </a:p>
        </p:txBody>
      </p:sp>
      <p:sp>
        <p:nvSpPr>
          <p:cNvPr id="33" name="TextBox 32">
            <a:extLst>
              <a:ext uri="{FF2B5EF4-FFF2-40B4-BE49-F238E27FC236}">
                <a16:creationId xmlns:a16="http://schemas.microsoft.com/office/drawing/2014/main" id="{8B9DC0CE-940E-CFA9-019D-06727BA46DB1}"/>
              </a:ext>
            </a:extLst>
          </p:cNvPr>
          <p:cNvSpPr txBox="1"/>
          <p:nvPr userDrawn="1"/>
        </p:nvSpPr>
        <p:spPr>
          <a:xfrm>
            <a:off x="17419831" y="2962485"/>
            <a:ext cx="949788" cy="461665"/>
          </a:xfrm>
          <a:prstGeom prst="rect">
            <a:avLst/>
          </a:prstGeom>
          <a:noFill/>
        </p:spPr>
        <p:txBody>
          <a:bodyPr wrap="square" rtlCol="0">
            <a:spAutoFit/>
          </a:bodyPr>
          <a:lstStyle/>
          <a:p>
            <a:r>
              <a:rPr lang="en-US" sz="1200" b="1">
                <a:solidFill>
                  <a:srgbClr val="300942"/>
                </a:solidFill>
                <a:latin typeface="Galano Grotesque SemiBold" pitchFamily="2" charset="77"/>
              </a:rPr>
              <a:t>#22D6B7</a:t>
            </a:r>
          </a:p>
          <a:p>
            <a:r>
              <a:rPr lang="en-US" sz="1200" b="1">
                <a:solidFill>
                  <a:srgbClr val="300942"/>
                </a:solidFill>
                <a:latin typeface="Galano Grotesque SemiBold" pitchFamily="2" charset="77"/>
              </a:rPr>
              <a:t>Seafoam  </a:t>
            </a:r>
          </a:p>
        </p:txBody>
      </p:sp>
      <p:sp>
        <p:nvSpPr>
          <p:cNvPr id="34" name="Rectangle 33">
            <a:extLst>
              <a:ext uri="{FF2B5EF4-FFF2-40B4-BE49-F238E27FC236}">
                <a16:creationId xmlns:a16="http://schemas.microsoft.com/office/drawing/2014/main" id="{9F4232F8-5EE1-88D5-84D6-FEA6B652548E}"/>
              </a:ext>
            </a:extLst>
          </p:cNvPr>
          <p:cNvSpPr/>
          <p:nvPr userDrawn="1"/>
        </p:nvSpPr>
        <p:spPr>
          <a:xfrm>
            <a:off x="17421054" y="3635913"/>
            <a:ext cx="1449016" cy="539704"/>
          </a:xfrm>
          <a:prstGeom prst="rect">
            <a:avLst/>
          </a:prstGeom>
          <a:solidFill>
            <a:srgbClr val="5DE2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alano Grotesque" pitchFamily="2" charset="77"/>
            </a:endParaRPr>
          </a:p>
        </p:txBody>
      </p:sp>
      <p:sp>
        <p:nvSpPr>
          <p:cNvPr id="35" name="TextBox 34">
            <a:extLst>
              <a:ext uri="{FF2B5EF4-FFF2-40B4-BE49-F238E27FC236}">
                <a16:creationId xmlns:a16="http://schemas.microsoft.com/office/drawing/2014/main" id="{8510F579-BFCC-5EF5-F563-1A4E1DB02503}"/>
              </a:ext>
            </a:extLst>
          </p:cNvPr>
          <p:cNvSpPr txBox="1"/>
          <p:nvPr userDrawn="1"/>
        </p:nvSpPr>
        <p:spPr>
          <a:xfrm>
            <a:off x="17419830" y="3682676"/>
            <a:ext cx="1228133" cy="461665"/>
          </a:xfrm>
          <a:prstGeom prst="rect">
            <a:avLst/>
          </a:prstGeom>
          <a:noFill/>
        </p:spPr>
        <p:txBody>
          <a:bodyPr wrap="square" rtlCol="0">
            <a:spAutoFit/>
          </a:bodyPr>
          <a:lstStyle/>
          <a:p>
            <a:r>
              <a:rPr lang="en-US" sz="1200" b="1">
                <a:solidFill>
                  <a:srgbClr val="300942"/>
                </a:solidFill>
                <a:latin typeface="Galano Grotesque SemiBold" pitchFamily="2" charset="77"/>
              </a:rPr>
              <a:t>#5DE2CC</a:t>
            </a:r>
          </a:p>
          <a:p>
            <a:r>
              <a:rPr lang="en-US" sz="1200" b="1">
                <a:solidFill>
                  <a:srgbClr val="300942"/>
                </a:solidFill>
                <a:latin typeface="Galano Grotesque SemiBold" pitchFamily="2" charset="77"/>
              </a:rPr>
              <a:t>Seafoam S1 </a:t>
            </a:r>
          </a:p>
        </p:txBody>
      </p:sp>
      <p:sp>
        <p:nvSpPr>
          <p:cNvPr id="36" name="Rectangle 35">
            <a:extLst>
              <a:ext uri="{FF2B5EF4-FFF2-40B4-BE49-F238E27FC236}">
                <a16:creationId xmlns:a16="http://schemas.microsoft.com/office/drawing/2014/main" id="{1EABC71B-FFEF-95FB-BF07-0BB859240A2F}"/>
              </a:ext>
            </a:extLst>
          </p:cNvPr>
          <p:cNvSpPr/>
          <p:nvPr userDrawn="1"/>
        </p:nvSpPr>
        <p:spPr>
          <a:xfrm>
            <a:off x="17421054" y="4356104"/>
            <a:ext cx="1449016" cy="539704"/>
          </a:xfrm>
          <a:prstGeom prst="rect">
            <a:avLst/>
          </a:prstGeom>
          <a:solidFill>
            <a:srgbClr val="9EEF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alano Grotesque" pitchFamily="2" charset="77"/>
            </a:endParaRPr>
          </a:p>
        </p:txBody>
      </p:sp>
      <p:sp>
        <p:nvSpPr>
          <p:cNvPr id="37" name="TextBox 36">
            <a:extLst>
              <a:ext uri="{FF2B5EF4-FFF2-40B4-BE49-F238E27FC236}">
                <a16:creationId xmlns:a16="http://schemas.microsoft.com/office/drawing/2014/main" id="{ADF3B226-E7D0-27AC-0BCE-3BCBB7564765}"/>
              </a:ext>
            </a:extLst>
          </p:cNvPr>
          <p:cNvSpPr txBox="1"/>
          <p:nvPr userDrawn="1"/>
        </p:nvSpPr>
        <p:spPr>
          <a:xfrm>
            <a:off x="17419831" y="4402867"/>
            <a:ext cx="1228132" cy="461665"/>
          </a:xfrm>
          <a:prstGeom prst="rect">
            <a:avLst/>
          </a:prstGeom>
          <a:noFill/>
        </p:spPr>
        <p:txBody>
          <a:bodyPr wrap="square" rtlCol="0">
            <a:spAutoFit/>
          </a:bodyPr>
          <a:lstStyle/>
          <a:p>
            <a:r>
              <a:rPr lang="en-US" sz="1200" b="1">
                <a:solidFill>
                  <a:srgbClr val="300942"/>
                </a:solidFill>
                <a:latin typeface="Galano Grotesque SemiBold" pitchFamily="2" charset="77"/>
              </a:rPr>
              <a:t>#9EEFE1</a:t>
            </a:r>
          </a:p>
          <a:p>
            <a:r>
              <a:rPr lang="en-US" sz="1200" b="1">
                <a:solidFill>
                  <a:srgbClr val="300942"/>
                </a:solidFill>
                <a:latin typeface="Galano Grotesque SemiBold" pitchFamily="2" charset="77"/>
              </a:rPr>
              <a:t>Seafoam S2 </a:t>
            </a:r>
          </a:p>
        </p:txBody>
      </p:sp>
      <p:sp>
        <p:nvSpPr>
          <p:cNvPr id="38" name="Rectangle 37">
            <a:extLst>
              <a:ext uri="{FF2B5EF4-FFF2-40B4-BE49-F238E27FC236}">
                <a16:creationId xmlns:a16="http://schemas.microsoft.com/office/drawing/2014/main" id="{3CC6798A-8366-641B-E901-006A2C0DD485}"/>
              </a:ext>
            </a:extLst>
          </p:cNvPr>
          <p:cNvSpPr/>
          <p:nvPr userDrawn="1"/>
        </p:nvSpPr>
        <p:spPr>
          <a:xfrm>
            <a:off x="17421054" y="5068203"/>
            <a:ext cx="1449016" cy="539704"/>
          </a:xfrm>
          <a:prstGeom prst="rect">
            <a:avLst/>
          </a:prstGeom>
          <a:solidFill>
            <a:srgbClr val="E3FF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alano Grotesque" pitchFamily="2" charset="77"/>
            </a:endParaRPr>
          </a:p>
        </p:txBody>
      </p:sp>
      <p:sp>
        <p:nvSpPr>
          <p:cNvPr id="39" name="TextBox 38">
            <a:extLst>
              <a:ext uri="{FF2B5EF4-FFF2-40B4-BE49-F238E27FC236}">
                <a16:creationId xmlns:a16="http://schemas.microsoft.com/office/drawing/2014/main" id="{08FAB672-A2CF-ABA2-4854-76DA36EF8B58}"/>
              </a:ext>
            </a:extLst>
          </p:cNvPr>
          <p:cNvSpPr txBox="1"/>
          <p:nvPr userDrawn="1"/>
        </p:nvSpPr>
        <p:spPr>
          <a:xfrm>
            <a:off x="17419830" y="5123058"/>
            <a:ext cx="1228131" cy="461665"/>
          </a:xfrm>
          <a:prstGeom prst="rect">
            <a:avLst/>
          </a:prstGeom>
          <a:noFill/>
        </p:spPr>
        <p:txBody>
          <a:bodyPr wrap="square" rtlCol="0">
            <a:spAutoFit/>
          </a:bodyPr>
          <a:lstStyle/>
          <a:p>
            <a:r>
              <a:rPr lang="en-US" sz="1200" b="1">
                <a:solidFill>
                  <a:srgbClr val="300942"/>
                </a:solidFill>
                <a:latin typeface="Galano Grotesque SemiBold" pitchFamily="2" charset="77"/>
              </a:rPr>
              <a:t>#E3FFFA</a:t>
            </a:r>
          </a:p>
          <a:p>
            <a:r>
              <a:rPr lang="en-US" sz="1200" b="1">
                <a:solidFill>
                  <a:srgbClr val="300942"/>
                </a:solidFill>
                <a:latin typeface="Galano Grotesque SemiBold" pitchFamily="2" charset="77"/>
              </a:rPr>
              <a:t>Seafoam S3 </a:t>
            </a:r>
          </a:p>
        </p:txBody>
      </p:sp>
      <p:sp>
        <p:nvSpPr>
          <p:cNvPr id="42" name="Rectangle 41">
            <a:extLst>
              <a:ext uri="{FF2B5EF4-FFF2-40B4-BE49-F238E27FC236}">
                <a16:creationId xmlns:a16="http://schemas.microsoft.com/office/drawing/2014/main" id="{1F0339BF-A262-83D6-B62C-BB53D5B2F811}"/>
              </a:ext>
            </a:extLst>
          </p:cNvPr>
          <p:cNvSpPr/>
          <p:nvPr userDrawn="1"/>
        </p:nvSpPr>
        <p:spPr>
          <a:xfrm>
            <a:off x="12629705" y="5035374"/>
            <a:ext cx="1433367" cy="539704"/>
          </a:xfrm>
          <a:prstGeom prst="rect">
            <a:avLst/>
          </a:prstGeom>
          <a:solidFill>
            <a:srgbClr val="FFFFFF"/>
          </a:solidFill>
          <a:ln>
            <a:solidFill>
              <a:srgbClr val="3008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latin typeface="Galano Grotesque" pitchFamily="2" charset="77"/>
            </a:endParaRPr>
          </a:p>
        </p:txBody>
      </p:sp>
      <p:sp>
        <p:nvSpPr>
          <p:cNvPr id="43" name="TextBox 42">
            <a:extLst>
              <a:ext uri="{FF2B5EF4-FFF2-40B4-BE49-F238E27FC236}">
                <a16:creationId xmlns:a16="http://schemas.microsoft.com/office/drawing/2014/main" id="{486CA0AC-512B-D901-5C41-7EE059D692FD}"/>
              </a:ext>
            </a:extLst>
          </p:cNvPr>
          <p:cNvSpPr txBox="1"/>
          <p:nvPr userDrawn="1"/>
        </p:nvSpPr>
        <p:spPr>
          <a:xfrm>
            <a:off x="12602216" y="5082136"/>
            <a:ext cx="1334630" cy="461665"/>
          </a:xfrm>
          <a:prstGeom prst="rect">
            <a:avLst/>
          </a:prstGeom>
          <a:noFill/>
        </p:spPr>
        <p:txBody>
          <a:bodyPr wrap="square" rtlCol="0">
            <a:spAutoFit/>
          </a:bodyPr>
          <a:lstStyle/>
          <a:p>
            <a:r>
              <a:rPr lang="en-US" sz="1200" b="1">
                <a:latin typeface="Galano Grotesque SemiBold" pitchFamily="2" charset="77"/>
              </a:rPr>
              <a:t>#FFFFFF</a:t>
            </a:r>
          </a:p>
          <a:p>
            <a:r>
              <a:rPr lang="en-US" sz="1200" b="1">
                <a:effectLst/>
                <a:latin typeface="Galano Grotesque SemiBold" pitchFamily="2" charset="77"/>
              </a:rPr>
              <a:t>Coconut</a:t>
            </a:r>
          </a:p>
        </p:txBody>
      </p:sp>
    </p:spTree>
    <p:extLst>
      <p:ext uri="{BB962C8B-B14F-4D97-AF65-F5344CB8AC3E}">
        <p14:creationId xmlns:p14="http://schemas.microsoft.com/office/powerpoint/2010/main" val="2719081958"/>
      </p:ext>
    </p:extLst>
  </p:cSld>
  <p:clrMap bg1="lt1" tx1="dk1" bg2="lt2" tx2="dk2" accent1="accent1" accent2="accent2" accent3="accent3" accent4="accent4" accent5="accent5" accent6="accent6" hlink="hlink" folHlink="folHlink"/>
  <p:sldLayoutIdLst>
    <p:sldLayoutId id="2147483707" r:id="rId1"/>
    <p:sldLayoutId id="2147483723" r:id="rId2"/>
    <p:sldLayoutId id="2147483714" r:id="rId3"/>
    <p:sldLayoutId id="2147483715" r:id="rId4"/>
    <p:sldLayoutId id="2147483716" r:id="rId5"/>
    <p:sldLayoutId id="2147483708" r:id="rId6"/>
    <p:sldLayoutId id="2147483730" r:id="rId7"/>
    <p:sldLayoutId id="2147483731" r:id="rId8"/>
    <p:sldLayoutId id="2147483732" r:id="rId9"/>
    <p:sldLayoutId id="2147483717" r:id="rId10"/>
    <p:sldLayoutId id="2147483718" r:id="rId11"/>
    <p:sldLayoutId id="2147483719" r:id="rId12"/>
    <p:sldLayoutId id="2147483720" r:id="rId13"/>
    <p:sldLayoutId id="2147483705" r:id="rId14"/>
    <p:sldLayoutId id="2147483706" r:id="rId15"/>
    <p:sldLayoutId id="2147483649" r:id="rId16"/>
    <p:sldLayoutId id="2147483762" r:id="rId17"/>
    <p:sldLayoutId id="2147483728" r:id="rId18"/>
    <p:sldLayoutId id="2147483729" r:id="rId19"/>
    <p:sldLayoutId id="2147483698" r:id="rId20"/>
    <p:sldLayoutId id="2147483724" r:id="rId21"/>
    <p:sldLayoutId id="2147483736" r:id="rId22"/>
    <p:sldLayoutId id="2147483734" r:id="rId23"/>
    <p:sldLayoutId id="2147483725" r:id="rId24"/>
    <p:sldLayoutId id="2147483726" r:id="rId25"/>
    <p:sldLayoutId id="2147483650" r:id="rId26"/>
    <p:sldLayoutId id="2147483763" r:id="rId27"/>
    <p:sldLayoutId id="2147483653" r:id="rId28"/>
    <p:sldLayoutId id="2147483703" r:id="rId29"/>
    <p:sldLayoutId id="2147483656" r:id="rId30"/>
    <p:sldLayoutId id="2147483727" r:id="rId31"/>
    <p:sldLayoutId id="2147483699" r:id="rId32"/>
    <p:sldLayoutId id="2147483651" r:id="rId33"/>
    <p:sldLayoutId id="2147483737" r:id="rId34"/>
    <p:sldLayoutId id="2147483738" r:id="rId35"/>
    <p:sldLayoutId id="2147483742" r:id="rId36"/>
    <p:sldLayoutId id="2147483764" r:id="rId37"/>
  </p:sldLayoutIdLst>
  <p:hf hdr="0" dt="0"/>
  <p:txStyles>
    <p:titleStyle>
      <a:lvl1pPr algn="l" defTabSz="914377" rtl="0" eaLnBrk="1" latinLnBrk="0" hangingPunct="1">
        <a:lnSpc>
          <a:spcPct val="90000"/>
        </a:lnSpc>
        <a:spcBef>
          <a:spcPct val="0"/>
        </a:spcBef>
        <a:buNone/>
        <a:defRPr sz="2400" b="0" i="0" kern="1200">
          <a:solidFill>
            <a:schemeClr val="tx2"/>
          </a:solidFill>
          <a:latin typeface="Galano Grotesque" pitchFamily="2" charset="77"/>
          <a:ea typeface="+mj-ea"/>
          <a:cs typeface="+mj-cs"/>
        </a:defRPr>
      </a:lvl1pPr>
    </p:titleStyle>
    <p:bodyStyle>
      <a:lvl1pPr marL="0" indent="0" algn="l" defTabSz="914377" rtl="0" eaLnBrk="1" latinLnBrk="0" hangingPunct="1">
        <a:lnSpc>
          <a:spcPct val="90000"/>
        </a:lnSpc>
        <a:spcBef>
          <a:spcPts val="1000"/>
        </a:spcBef>
        <a:buFont typeface="Arial" panose="020B0604020202020204" pitchFamily="34" charset="0"/>
        <a:buNone/>
        <a:defRPr sz="1200" kern="1200">
          <a:solidFill>
            <a:schemeClr val="tx1"/>
          </a:solidFill>
          <a:latin typeface="Montserrat" pitchFamily="2" charset="77"/>
          <a:ea typeface="+mn-ea"/>
          <a:cs typeface="+mn-cs"/>
        </a:defRPr>
      </a:lvl1pPr>
      <a:lvl2pPr marL="457189" indent="0" algn="l" defTabSz="914377" rtl="0" eaLnBrk="1" latinLnBrk="0" hangingPunct="1">
        <a:lnSpc>
          <a:spcPct val="90000"/>
        </a:lnSpc>
        <a:spcBef>
          <a:spcPts val="500"/>
        </a:spcBef>
        <a:buFont typeface="Arial" panose="020B0604020202020204" pitchFamily="34" charset="0"/>
        <a:buNone/>
        <a:defRPr sz="1200" kern="1200">
          <a:solidFill>
            <a:schemeClr val="tx1"/>
          </a:solidFill>
          <a:latin typeface="Montserrat" pitchFamily="2" charset="77"/>
          <a:ea typeface="+mn-ea"/>
          <a:cs typeface="+mn-cs"/>
        </a:defRPr>
      </a:lvl2pPr>
      <a:lvl3pPr marL="914377" indent="0" algn="l" defTabSz="914377" rtl="0" eaLnBrk="1" latinLnBrk="0" hangingPunct="1">
        <a:lnSpc>
          <a:spcPct val="90000"/>
        </a:lnSpc>
        <a:spcBef>
          <a:spcPts val="500"/>
        </a:spcBef>
        <a:buFont typeface="Arial" panose="020B0604020202020204" pitchFamily="34" charset="0"/>
        <a:buNone/>
        <a:defRPr sz="1200" kern="1200">
          <a:solidFill>
            <a:schemeClr val="tx1"/>
          </a:solidFill>
          <a:latin typeface="Montserrat" pitchFamily="2" charset="77"/>
          <a:ea typeface="+mn-ea"/>
          <a:cs typeface="+mn-cs"/>
        </a:defRPr>
      </a:lvl3pPr>
      <a:lvl4pPr marL="1371566" indent="0" algn="l" defTabSz="914377" rtl="0" eaLnBrk="1" latinLnBrk="0" hangingPunct="1">
        <a:lnSpc>
          <a:spcPct val="90000"/>
        </a:lnSpc>
        <a:spcBef>
          <a:spcPts val="500"/>
        </a:spcBef>
        <a:buFont typeface="Arial" panose="020B0604020202020204" pitchFamily="34" charset="0"/>
        <a:buNone/>
        <a:defRPr sz="1200" kern="1200">
          <a:solidFill>
            <a:schemeClr val="tx1"/>
          </a:solidFill>
          <a:latin typeface="Montserrat" pitchFamily="2" charset="77"/>
          <a:ea typeface="+mn-ea"/>
          <a:cs typeface="+mn-cs"/>
        </a:defRPr>
      </a:lvl4pPr>
      <a:lvl5pPr marL="1828754" indent="0" algn="l" defTabSz="914377" rtl="0" eaLnBrk="1" latinLnBrk="0" hangingPunct="1">
        <a:lnSpc>
          <a:spcPct val="90000"/>
        </a:lnSpc>
        <a:spcBef>
          <a:spcPts val="500"/>
        </a:spcBef>
        <a:buFont typeface="Arial" panose="020B0604020202020204" pitchFamily="34" charset="0"/>
        <a:buNone/>
        <a:defRPr sz="120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C4BBBC-6794-0944-ABD9-21E6D7F7A560}"/>
              </a:ext>
            </a:extLst>
          </p:cNvPr>
          <p:cNvSpPr>
            <a:spLocks noGrp="1"/>
          </p:cNvSpPr>
          <p:nvPr>
            <p:ph type="title"/>
          </p:nvPr>
        </p:nvSpPr>
        <p:spPr>
          <a:xfrm>
            <a:off x="495300" y="3064186"/>
            <a:ext cx="10820400" cy="478441"/>
          </a:xfrm>
          <a:prstGeom prst="rect">
            <a:avLst/>
          </a:prstGeom>
        </p:spPr>
        <p:txBody>
          <a:bodyPr vert="horz" lIns="91440" tIns="45720" rIns="91440" bIns="45720" rtlCol="0" anchor="ctr">
            <a:noAutofit/>
          </a:bodyPr>
          <a:lstStyle/>
          <a:p>
            <a:r>
              <a:rPr lang="en-US"/>
              <a:t>title slide.</a:t>
            </a:r>
          </a:p>
        </p:txBody>
      </p:sp>
      <p:sp>
        <p:nvSpPr>
          <p:cNvPr id="6" name="Slide Number Placeholder 5">
            <a:extLst>
              <a:ext uri="{FF2B5EF4-FFF2-40B4-BE49-F238E27FC236}">
                <a16:creationId xmlns:a16="http://schemas.microsoft.com/office/drawing/2014/main" id="{B3580D65-C08F-304B-A914-16B862A49327}"/>
              </a:ext>
            </a:extLst>
          </p:cNvPr>
          <p:cNvSpPr>
            <a:spLocks noGrp="1"/>
          </p:cNvSpPr>
          <p:nvPr>
            <p:ph type="sldNum" sz="quarter" idx="4"/>
          </p:nvPr>
        </p:nvSpPr>
        <p:spPr>
          <a:xfrm>
            <a:off x="8970918" y="6486987"/>
            <a:ext cx="2743200" cy="365125"/>
          </a:xfrm>
          <a:prstGeom prst="rect">
            <a:avLst/>
          </a:prstGeom>
        </p:spPr>
        <p:txBody>
          <a:bodyPr vert="horz" lIns="91440" tIns="45720" rIns="91440" bIns="45720" rtlCol="0" anchor="ctr"/>
          <a:lstStyle>
            <a:lvl1pPr algn="r">
              <a:defRPr sz="1200" b="1" i="0">
                <a:solidFill>
                  <a:schemeClr val="tx2"/>
                </a:solidFill>
                <a:latin typeface="Galano Grotesque" pitchFamily="2" charset="77"/>
              </a:defRPr>
            </a:lvl1pPr>
          </a:lstStyle>
          <a:p>
            <a:fld id="{D4D03052-4607-E242-8BD1-5604B8DBB111}" type="slidenum">
              <a:rPr lang="en-US" smtClean="0"/>
              <a:pPr/>
              <a:t>‹#›</a:t>
            </a:fld>
            <a:endParaRPr lang="en-US"/>
          </a:p>
        </p:txBody>
      </p:sp>
      <p:pic>
        <p:nvPicPr>
          <p:cNvPr id="19" name="Picture 18">
            <a:extLst>
              <a:ext uri="{FF2B5EF4-FFF2-40B4-BE49-F238E27FC236}">
                <a16:creationId xmlns:a16="http://schemas.microsoft.com/office/drawing/2014/main" id="{130714CE-4714-3A49-B7B7-767BC8CB01B5}"/>
              </a:ext>
            </a:extLst>
          </p:cNvPr>
          <p:cNvPicPr>
            <a:picLocks noChangeAspect="1"/>
          </p:cNvPicPr>
          <p:nvPr userDrawn="1"/>
        </p:nvPicPr>
        <p:blipFill>
          <a:blip r:embed="rId20"/>
          <a:srcRect/>
          <a:stretch/>
        </p:blipFill>
        <p:spPr>
          <a:xfrm>
            <a:off x="495300" y="6358208"/>
            <a:ext cx="1739900" cy="364584"/>
          </a:xfrm>
          <a:prstGeom prst="rect">
            <a:avLst/>
          </a:prstGeom>
        </p:spPr>
      </p:pic>
      <p:sp>
        <p:nvSpPr>
          <p:cNvPr id="14" name="Footer Placeholder 13">
            <a:extLst>
              <a:ext uri="{FF2B5EF4-FFF2-40B4-BE49-F238E27FC236}">
                <a16:creationId xmlns:a16="http://schemas.microsoft.com/office/drawing/2014/main" id="{593E4CD4-300B-3B4F-8C70-3CCC466910E2}"/>
              </a:ext>
            </a:extLst>
          </p:cNvPr>
          <p:cNvSpPr>
            <a:spLocks noGrp="1"/>
          </p:cNvSpPr>
          <p:nvPr>
            <p:ph type="ftr" sz="quarter" idx="3"/>
          </p:nvPr>
        </p:nvSpPr>
        <p:spPr>
          <a:xfrm>
            <a:off x="4000500" y="6356352"/>
            <a:ext cx="4114800" cy="365125"/>
          </a:xfrm>
          <a:prstGeom prst="rect">
            <a:avLst/>
          </a:prstGeom>
        </p:spPr>
        <p:txBody>
          <a:bodyPr vert="horz" lIns="91440" tIns="45720" rIns="91440" bIns="45720" rtlCol="0" anchor="ctr"/>
          <a:lstStyle>
            <a:lvl1pPr algn="ctr">
              <a:defRPr sz="1200" b="1" i="0">
                <a:solidFill>
                  <a:schemeClr val="accent2"/>
                </a:solidFill>
                <a:latin typeface="Galano Grotesque" pitchFamily="2" charset="77"/>
              </a:defRPr>
            </a:lvl1pPr>
          </a:lstStyle>
          <a:p>
            <a:endParaRPr lang="en-US"/>
          </a:p>
        </p:txBody>
      </p:sp>
      <p:sp>
        <p:nvSpPr>
          <p:cNvPr id="3" name="TextBox 2">
            <a:extLst>
              <a:ext uri="{FF2B5EF4-FFF2-40B4-BE49-F238E27FC236}">
                <a16:creationId xmlns:a16="http://schemas.microsoft.com/office/drawing/2014/main" id="{F72FE7A4-B4F4-4DEC-B4D4-90F2E82947F0}"/>
              </a:ext>
            </a:extLst>
          </p:cNvPr>
          <p:cNvSpPr txBox="1"/>
          <p:nvPr userDrawn="1"/>
        </p:nvSpPr>
        <p:spPr>
          <a:xfrm>
            <a:off x="10010775" y="6542133"/>
            <a:ext cx="1380982" cy="261610"/>
          </a:xfrm>
          <a:prstGeom prst="rect">
            <a:avLst/>
          </a:prstGeom>
          <a:noFill/>
        </p:spPr>
        <p:txBody>
          <a:bodyPr wrap="square" rtlCol="0">
            <a:spAutoFit/>
          </a:bodyPr>
          <a:lstStyle/>
          <a:p>
            <a:r>
              <a:rPr lang="en-US" sz="1100" b="1">
                <a:latin typeface="Galano Grotesque" panose="00000500000000000000" pitchFamily="50" charset="0"/>
              </a:rPr>
              <a:t>Ally Confidential</a:t>
            </a:r>
          </a:p>
        </p:txBody>
      </p:sp>
    </p:spTree>
    <p:extLst>
      <p:ext uri="{BB962C8B-B14F-4D97-AF65-F5344CB8AC3E}">
        <p14:creationId xmlns:p14="http://schemas.microsoft.com/office/powerpoint/2010/main" val="275446000"/>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 id="2147483755" r:id="rId12"/>
    <p:sldLayoutId id="2147483756" r:id="rId13"/>
    <p:sldLayoutId id="2147483757" r:id="rId14"/>
    <p:sldLayoutId id="2147483758" r:id="rId15"/>
    <p:sldLayoutId id="2147483759" r:id="rId16"/>
    <p:sldLayoutId id="2147483760" r:id="rId17"/>
    <p:sldLayoutId id="2147483761" r:id="rId18"/>
  </p:sldLayoutIdLst>
  <p:hf hdr="0" ftr="0" dt="0"/>
  <p:txStyles>
    <p:titleStyle>
      <a:lvl1pPr algn="l" defTabSz="914377" rtl="0" eaLnBrk="1" latinLnBrk="0" hangingPunct="1">
        <a:lnSpc>
          <a:spcPct val="90000"/>
        </a:lnSpc>
        <a:spcBef>
          <a:spcPct val="0"/>
        </a:spcBef>
        <a:buNone/>
        <a:defRPr sz="2400" b="1" i="0" kern="1200">
          <a:solidFill>
            <a:srgbClr val="5F285E"/>
          </a:solidFill>
          <a:latin typeface="Galano Grotesque" pitchFamily="2" charset="77"/>
          <a:ea typeface="+mj-ea"/>
          <a:cs typeface="+mj-cs"/>
        </a:defRPr>
      </a:lvl1pPr>
    </p:titleStyle>
    <p:bodyStyle>
      <a:lvl1pPr marL="0" indent="0" algn="l" defTabSz="914377" rtl="0" eaLnBrk="1" latinLnBrk="0" hangingPunct="1">
        <a:lnSpc>
          <a:spcPct val="90000"/>
        </a:lnSpc>
        <a:spcBef>
          <a:spcPts val="1000"/>
        </a:spcBef>
        <a:buFont typeface="Arial" panose="020B0604020202020204" pitchFamily="34" charset="0"/>
        <a:buNone/>
        <a:defRPr sz="1200" kern="1200">
          <a:solidFill>
            <a:schemeClr val="tx1"/>
          </a:solidFill>
          <a:latin typeface="Montserrat" pitchFamily="2" charset="77"/>
          <a:ea typeface="+mn-ea"/>
          <a:cs typeface="+mn-cs"/>
        </a:defRPr>
      </a:lvl1pPr>
      <a:lvl2pPr marL="457189" indent="0" algn="l" defTabSz="914377" rtl="0" eaLnBrk="1" latinLnBrk="0" hangingPunct="1">
        <a:lnSpc>
          <a:spcPct val="90000"/>
        </a:lnSpc>
        <a:spcBef>
          <a:spcPts val="500"/>
        </a:spcBef>
        <a:buFont typeface="Arial" panose="020B0604020202020204" pitchFamily="34" charset="0"/>
        <a:buNone/>
        <a:defRPr sz="1200" kern="1200">
          <a:solidFill>
            <a:schemeClr val="tx1"/>
          </a:solidFill>
          <a:latin typeface="Montserrat" pitchFamily="2" charset="77"/>
          <a:ea typeface="+mn-ea"/>
          <a:cs typeface="+mn-cs"/>
        </a:defRPr>
      </a:lvl2pPr>
      <a:lvl3pPr marL="914377" indent="0" algn="l" defTabSz="914377" rtl="0" eaLnBrk="1" latinLnBrk="0" hangingPunct="1">
        <a:lnSpc>
          <a:spcPct val="90000"/>
        </a:lnSpc>
        <a:spcBef>
          <a:spcPts val="500"/>
        </a:spcBef>
        <a:buFont typeface="Arial" panose="020B0604020202020204" pitchFamily="34" charset="0"/>
        <a:buNone/>
        <a:defRPr sz="1200" kern="1200">
          <a:solidFill>
            <a:schemeClr val="tx1"/>
          </a:solidFill>
          <a:latin typeface="Montserrat" pitchFamily="2" charset="77"/>
          <a:ea typeface="+mn-ea"/>
          <a:cs typeface="+mn-cs"/>
        </a:defRPr>
      </a:lvl3pPr>
      <a:lvl4pPr marL="1371566" indent="0" algn="l" defTabSz="914377" rtl="0" eaLnBrk="1" latinLnBrk="0" hangingPunct="1">
        <a:lnSpc>
          <a:spcPct val="90000"/>
        </a:lnSpc>
        <a:spcBef>
          <a:spcPts val="500"/>
        </a:spcBef>
        <a:buFont typeface="Arial" panose="020B0604020202020204" pitchFamily="34" charset="0"/>
        <a:buNone/>
        <a:defRPr sz="1200" kern="1200">
          <a:solidFill>
            <a:schemeClr val="tx1"/>
          </a:solidFill>
          <a:latin typeface="Montserrat" pitchFamily="2" charset="77"/>
          <a:ea typeface="+mn-ea"/>
          <a:cs typeface="+mn-cs"/>
        </a:defRPr>
      </a:lvl4pPr>
      <a:lvl5pPr marL="1828754" indent="0" algn="l" defTabSz="914377" rtl="0" eaLnBrk="1" latinLnBrk="0" hangingPunct="1">
        <a:lnSpc>
          <a:spcPct val="90000"/>
        </a:lnSpc>
        <a:spcBef>
          <a:spcPts val="500"/>
        </a:spcBef>
        <a:buFont typeface="Arial" panose="020B0604020202020204" pitchFamily="34" charset="0"/>
        <a:buNone/>
        <a:defRPr sz="120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2">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C4BBBC-6794-0944-ABD9-21E6D7F7A560}"/>
              </a:ext>
            </a:extLst>
          </p:cNvPr>
          <p:cNvSpPr>
            <a:spLocks noGrp="1"/>
          </p:cNvSpPr>
          <p:nvPr>
            <p:ph type="title"/>
          </p:nvPr>
        </p:nvSpPr>
        <p:spPr>
          <a:xfrm>
            <a:off x="495300" y="3064186"/>
            <a:ext cx="10820400" cy="478441"/>
          </a:xfrm>
          <a:prstGeom prst="rect">
            <a:avLst/>
          </a:prstGeom>
        </p:spPr>
        <p:txBody>
          <a:bodyPr vert="horz" lIns="91440" tIns="45720" rIns="91440" bIns="45720" rtlCol="0" anchor="ctr">
            <a:noAutofit/>
          </a:bodyPr>
          <a:lstStyle/>
          <a:p>
            <a:r>
              <a:rPr lang="en-US"/>
              <a:t>title slide.</a:t>
            </a:r>
          </a:p>
        </p:txBody>
      </p:sp>
      <p:sp>
        <p:nvSpPr>
          <p:cNvPr id="6" name="Slide Number Placeholder 5">
            <a:extLst>
              <a:ext uri="{FF2B5EF4-FFF2-40B4-BE49-F238E27FC236}">
                <a16:creationId xmlns:a16="http://schemas.microsoft.com/office/drawing/2014/main" id="{B3580D65-C08F-304B-A914-16B862A49327}"/>
              </a:ext>
            </a:extLst>
          </p:cNvPr>
          <p:cNvSpPr>
            <a:spLocks noGrp="1"/>
          </p:cNvSpPr>
          <p:nvPr>
            <p:ph type="sldNum" sz="quarter" idx="4"/>
          </p:nvPr>
        </p:nvSpPr>
        <p:spPr>
          <a:xfrm>
            <a:off x="8953500" y="6356352"/>
            <a:ext cx="2743200" cy="365125"/>
          </a:xfrm>
          <a:prstGeom prst="rect">
            <a:avLst/>
          </a:prstGeom>
        </p:spPr>
        <p:txBody>
          <a:bodyPr vert="horz" lIns="91440" tIns="45720" rIns="91440" bIns="45720" rtlCol="0" anchor="ctr"/>
          <a:lstStyle>
            <a:lvl1pPr algn="r">
              <a:defRPr sz="1200" b="1" i="0">
                <a:solidFill>
                  <a:schemeClr val="tx2"/>
                </a:solidFill>
                <a:latin typeface="Galano Grotesque" pitchFamily="2" charset="77"/>
              </a:defRPr>
            </a:lvl1pPr>
          </a:lstStyle>
          <a:p>
            <a:fld id="{D4D03052-4607-E242-8BD1-5604B8DBB111}" type="slidenum">
              <a:rPr lang="en-US" smtClean="0"/>
              <a:pPr/>
              <a:t>‹#›</a:t>
            </a:fld>
            <a:endParaRPr lang="en-US"/>
          </a:p>
        </p:txBody>
      </p:sp>
      <p:pic>
        <p:nvPicPr>
          <p:cNvPr id="19" name="Picture 18">
            <a:extLst>
              <a:ext uri="{FF2B5EF4-FFF2-40B4-BE49-F238E27FC236}">
                <a16:creationId xmlns:a16="http://schemas.microsoft.com/office/drawing/2014/main" id="{130714CE-4714-3A49-B7B7-767BC8CB01B5}"/>
              </a:ext>
            </a:extLst>
          </p:cNvPr>
          <p:cNvPicPr>
            <a:picLocks noChangeAspect="1"/>
          </p:cNvPicPr>
          <p:nvPr userDrawn="1"/>
        </p:nvPicPr>
        <p:blipFill>
          <a:blip r:embed="rId23"/>
          <a:srcRect/>
          <a:stretch/>
        </p:blipFill>
        <p:spPr>
          <a:xfrm>
            <a:off x="495300" y="6358208"/>
            <a:ext cx="1739900" cy="364584"/>
          </a:xfrm>
          <a:prstGeom prst="rect">
            <a:avLst/>
          </a:prstGeom>
        </p:spPr>
      </p:pic>
      <p:sp>
        <p:nvSpPr>
          <p:cNvPr id="3" name="Footer Placeholder 13">
            <a:extLst>
              <a:ext uri="{FF2B5EF4-FFF2-40B4-BE49-F238E27FC236}">
                <a16:creationId xmlns:a16="http://schemas.microsoft.com/office/drawing/2014/main" id="{2A394999-C416-444E-8407-CA12A2817F65}"/>
              </a:ext>
            </a:extLst>
          </p:cNvPr>
          <p:cNvSpPr txBox="1">
            <a:spLocks/>
          </p:cNvSpPr>
          <p:nvPr userDrawn="1"/>
        </p:nvSpPr>
        <p:spPr>
          <a:xfrm>
            <a:off x="4000500" y="635635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1" kern="1200">
                <a:solidFill>
                  <a:schemeClr val="accent2"/>
                </a:solidFill>
                <a:latin typeface="Galano Grotesque" panose="00000500000000000000" pitchFamily="50"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Ally Confidential</a:t>
            </a:r>
          </a:p>
        </p:txBody>
      </p:sp>
    </p:spTree>
    <p:extLst>
      <p:ext uri="{BB962C8B-B14F-4D97-AF65-F5344CB8AC3E}">
        <p14:creationId xmlns:p14="http://schemas.microsoft.com/office/powerpoint/2010/main" val="4438308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3" r:id="rId21"/>
  </p:sldLayoutIdLst>
  <p:hf hdr="0" dt="0"/>
  <p:txStyles>
    <p:titleStyle>
      <a:lvl1pPr algn="l" defTabSz="914377" rtl="0" eaLnBrk="1" latinLnBrk="0" hangingPunct="1">
        <a:lnSpc>
          <a:spcPct val="90000"/>
        </a:lnSpc>
        <a:spcBef>
          <a:spcPct val="0"/>
        </a:spcBef>
        <a:buNone/>
        <a:defRPr sz="2400" b="1" i="0" kern="1200">
          <a:solidFill>
            <a:srgbClr val="5F285E"/>
          </a:solidFill>
          <a:latin typeface="Galano Grotesque" pitchFamily="2" charset="77"/>
          <a:ea typeface="+mj-ea"/>
          <a:cs typeface="+mj-cs"/>
        </a:defRPr>
      </a:lvl1pPr>
    </p:titleStyle>
    <p:bodyStyle>
      <a:lvl1pPr marL="0" indent="0" algn="l" defTabSz="914377" rtl="0" eaLnBrk="1" latinLnBrk="0" hangingPunct="1">
        <a:lnSpc>
          <a:spcPct val="90000"/>
        </a:lnSpc>
        <a:spcBef>
          <a:spcPts val="1000"/>
        </a:spcBef>
        <a:buFont typeface="Arial" panose="020B0604020202020204" pitchFamily="34" charset="0"/>
        <a:buNone/>
        <a:defRPr sz="1200" kern="1200">
          <a:solidFill>
            <a:schemeClr val="tx1"/>
          </a:solidFill>
          <a:latin typeface="Montserrat" pitchFamily="2" charset="77"/>
          <a:ea typeface="+mn-ea"/>
          <a:cs typeface="+mn-cs"/>
        </a:defRPr>
      </a:lvl1pPr>
      <a:lvl2pPr marL="457189" indent="0" algn="l" defTabSz="914377" rtl="0" eaLnBrk="1" latinLnBrk="0" hangingPunct="1">
        <a:lnSpc>
          <a:spcPct val="90000"/>
        </a:lnSpc>
        <a:spcBef>
          <a:spcPts val="500"/>
        </a:spcBef>
        <a:buFont typeface="Arial" panose="020B0604020202020204" pitchFamily="34" charset="0"/>
        <a:buNone/>
        <a:defRPr sz="1200" kern="1200">
          <a:solidFill>
            <a:schemeClr val="tx1"/>
          </a:solidFill>
          <a:latin typeface="Montserrat" pitchFamily="2" charset="77"/>
          <a:ea typeface="+mn-ea"/>
          <a:cs typeface="+mn-cs"/>
        </a:defRPr>
      </a:lvl2pPr>
      <a:lvl3pPr marL="914377" indent="0" algn="l" defTabSz="914377" rtl="0" eaLnBrk="1" latinLnBrk="0" hangingPunct="1">
        <a:lnSpc>
          <a:spcPct val="90000"/>
        </a:lnSpc>
        <a:spcBef>
          <a:spcPts val="500"/>
        </a:spcBef>
        <a:buFont typeface="Arial" panose="020B0604020202020204" pitchFamily="34" charset="0"/>
        <a:buNone/>
        <a:defRPr sz="1200" kern="1200">
          <a:solidFill>
            <a:schemeClr val="tx1"/>
          </a:solidFill>
          <a:latin typeface="Montserrat" pitchFamily="2" charset="77"/>
          <a:ea typeface="+mn-ea"/>
          <a:cs typeface="+mn-cs"/>
        </a:defRPr>
      </a:lvl3pPr>
      <a:lvl4pPr marL="1371566" indent="0" algn="l" defTabSz="914377" rtl="0" eaLnBrk="1" latinLnBrk="0" hangingPunct="1">
        <a:lnSpc>
          <a:spcPct val="90000"/>
        </a:lnSpc>
        <a:spcBef>
          <a:spcPts val="500"/>
        </a:spcBef>
        <a:buFont typeface="Arial" panose="020B0604020202020204" pitchFamily="34" charset="0"/>
        <a:buNone/>
        <a:defRPr sz="1200" kern="1200">
          <a:solidFill>
            <a:schemeClr val="tx1"/>
          </a:solidFill>
          <a:latin typeface="Montserrat" pitchFamily="2" charset="77"/>
          <a:ea typeface="+mn-ea"/>
          <a:cs typeface="+mn-cs"/>
        </a:defRPr>
      </a:lvl4pPr>
      <a:lvl5pPr marL="1828754" indent="0" algn="l" defTabSz="914377" rtl="0" eaLnBrk="1" latinLnBrk="0" hangingPunct="1">
        <a:lnSpc>
          <a:spcPct val="90000"/>
        </a:lnSpc>
        <a:spcBef>
          <a:spcPts val="500"/>
        </a:spcBef>
        <a:buFont typeface="Arial" panose="020B0604020202020204" pitchFamily="34" charset="0"/>
        <a:buNone/>
        <a:defRPr sz="120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2">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18BE5EF8-A934-505C-86E3-CB31145948DC}"/>
              </a:ext>
            </a:extLst>
          </p:cNvPr>
          <p:cNvGraphicFramePr>
            <a:graphicFrameLocks noChangeAspect="1"/>
          </p:cNvGraphicFramePr>
          <p:nvPr userDrawn="1">
            <p:custDataLst>
              <p:tags r:id="rId22"/>
            </p:custDataLst>
            <p:extLst>
              <p:ext uri="{D42A27DB-BD31-4B8C-83A1-F6EECF244321}">
                <p14:modId xmlns:p14="http://schemas.microsoft.com/office/powerpoint/2010/main" val="14967173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3" imgW="359" imgH="360" progId="TCLayout.ActiveDocument.1">
                  <p:embed/>
                </p:oleObj>
              </mc:Choice>
              <mc:Fallback>
                <p:oleObj name="think-cell Slide" r:id="rId23" imgW="359" imgH="360" progId="TCLayout.ActiveDocument.1">
                  <p:embed/>
                  <p:pic>
                    <p:nvPicPr>
                      <p:cNvPr id="5" name="Object 4" hidden="1">
                        <a:extLst>
                          <a:ext uri="{FF2B5EF4-FFF2-40B4-BE49-F238E27FC236}">
                            <a16:creationId xmlns:a16="http://schemas.microsoft.com/office/drawing/2014/main" id="{18BE5EF8-A934-505C-86E3-CB31145948DC}"/>
                          </a:ext>
                        </a:extLst>
                      </p:cNvPr>
                      <p:cNvPicPr/>
                      <p:nvPr/>
                    </p:nvPicPr>
                    <p:blipFill>
                      <a:blip r:embed="rId24"/>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B2C4BBBC-6794-0944-ABD9-21E6D7F7A560}"/>
              </a:ext>
            </a:extLst>
          </p:cNvPr>
          <p:cNvSpPr>
            <a:spLocks noGrp="1"/>
          </p:cNvSpPr>
          <p:nvPr>
            <p:ph type="title"/>
          </p:nvPr>
        </p:nvSpPr>
        <p:spPr>
          <a:xfrm>
            <a:off x="495300" y="3064186"/>
            <a:ext cx="10820400" cy="478441"/>
          </a:xfrm>
          <a:prstGeom prst="rect">
            <a:avLst/>
          </a:prstGeom>
        </p:spPr>
        <p:txBody>
          <a:bodyPr vert="horz" lIns="91440" tIns="45720" rIns="91440" bIns="45720" rtlCol="0" anchor="ctr">
            <a:noAutofit/>
          </a:bodyPr>
          <a:lstStyle/>
          <a:p>
            <a:r>
              <a:rPr lang="en-US"/>
              <a:t>title slide.</a:t>
            </a:r>
          </a:p>
        </p:txBody>
      </p:sp>
      <p:sp>
        <p:nvSpPr>
          <p:cNvPr id="6" name="Slide Number Placeholder 5">
            <a:extLst>
              <a:ext uri="{FF2B5EF4-FFF2-40B4-BE49-F238E27FC236}">
                <a16:creationId xmlns:a16="http://schemas.microsoft.com/office/drawing/2014/main" id="{B3580D65-C08F-304B-A914-16B862A49327}"/>
              </a:ext>
            </a:extLst>
          </p:cNvPr>
          <p:cNvSpPr>
            <a:spLocks noGrp="1"/>
          </p:cNvSpPr>
          <p:nvPr>
            <p:ph type="sldNum" sz="quarter" idx="4"/>
          </p:nvPr>
        </p:nvSpPr>
        <p:spPr>
          <a:xfrm>
            <a:off x="8970918" y="6486987"/>
            <a:ext cx="2743200" cy="365125"/>
          </a:xfrm>
          <a:prstGeom prst="rect">
            <a:avLst/>
          </a:prstGeom>
        </p:spPr>
        <p:txBody>
          <a:bodyPr vert="horz" lIns="91440" tIns="45720" rIns="91440" bIns="45720" rtlCol="0" anchor="ctr"/>
          <a:lstStyle>
            <a:lvl1pPr algn="r">
              <a:defRPr sz="1200" b="1" i="0">
                <a:solidFill>
                  <a:schemeClr val="tx2"/>
                </a:solidFill>
                <a:latin typeface="Galano Grotesque" pitchFamily="2" charset="77"/>
              </a:defRPr>
            </a:lvl1pPr>
          </a:lstStyle>
          <a:p>
            <a:fld id="{D4D03052-4607-E242-8BD1-5604B8DBB111}" type="slidenum">
              <a:rPr lang="en-US" smtClean="0"/>
              <a:pPr/>
              <a:t>‹#›</a:t>
            </a:fld>
            <a:endParaRPr lang="en-US"/>
          </a:p>
        </p:txBody>
      </p:sp>
      <p:pic>
        <p:nvPicPr>
          <p:cNvPr id="19" name="Picture 18">
            <a:extLst>
              <a:ext uri="{FF2B5EF4-FFF2-40B4-BE49-F238E27FC236}">
                <a16:creationId xmlns:a16="http://schemas.microsoft.com/office/drawing/2014/main" id="{130714CE-4714-3A49-B7B7-767BC8CB01B5}"/>
              </a:ext>
            </a:extLst>
          </p:cNvPr>
          <p:cNvPicPr>
            <a:picLocks noChangeAspect="1"/>
          </p:cNvPicPr>
          <p:nvPr userDrawn="1"/>
        </p:nvPicPr>
        <p:blipFill>
          <a:blip r:embed="rId25"/>
          <a:srcRect/>
          <a:stretch/>
        </p:blipFill>
        <p:spPr>
          <a:xfrm>
            <a:off x="495300" y="6358208"/>
            <a:ext cx="1739900" cy="364584"/>
          </a:xfrm>
          <a:prstGeom prst="rect">
            <a:avLst/>
          </a:prstGeom>
        </p:spPr>
      </p:pic>
      <p:sp>
        <p:nvSpPr>
          <p:cNvPr id="14" name="Footer Placeholder 13">
            <a:extLst>
              <a:ext uri="{FF2B5EF4-FFF2-40B4-BE49-F238E27FC236}">
                <a16:creationId xmlns:a16="http://schemas.microsoft.com/office/drawing/2014/main" id="{593E4CD4-300B-3B4F-8C70-3CCC466910E2}"/>
              </a:ext>
            </a:extLst>
          </p:cNvPr>
          <p:cNvSpPr>
            <a:spLocks noGrp="1"/>
          </p:cNvSpPr>
          <p:nvPr>
            <p:ph type="ftr" sz="quarter" idx="3"/>
          </p:nvPr>
        </p:nvSpPr>
        <p:spPr>
          <a:xfrm>
            <a:off x="4000500" y="6356352"/>
            <a:ext cx="4114800" cy="365125"/>
          </a:xfrm>
          <a:prstGeom prst="rect">
            <a:avLst/>
          </a:prstGeom>
        </p:spPr>
        <p:txBody>
          <a:bodyPr vert="horz" lIns="91440" tIns="45720" rIns="91440" bIns="45720" rtlCol="0" anchor="ctr"/>
          <a:lstStyle>
            <a:lvl1pPr algn="ctr">
              <a:defRPr sz="1200" b="1" i="0">
                <a:solidFill>
                  <a:schemeClr val="accent2"/>
                </a:solidFill>
                <a:latin typeface="Galano Grotesque" pitchFamily="2" charset="77"/>
              </a:defRPr>
            </a:lvl1pPr>
          </a:lstStyle>
          <a:p>
            <a:endParaRPr lang="en-US"/>
          </a:p>
        </p:txBody>
      </p:sp>
      <p:sp>
        <p:nvSpPr>
          <p:cNvPr id="3" name="TextBox 2">
            <a:extLst>
              <a:ext uri="{FF2B5EF4-FFF2-40B4-BE49-F238E27FC236}">
                <a16:creationId xmlns:a16="http://schemas.microsoft.com/office/drawing/2014/main" id="{F72FE7A4-B4F4-4DEC-B4D4-90F2E82947F0}"/>
              </a:ext>
            </a:extLst>
          </p:cNvPr>
          <p:cNvSpPr txBox="1"/>
          <p:nvPr userDrawn="1"/>
        </p:nvSpPr>
        <p:spPr>
          <a:xfrm>
            <a:off x="10010775" y="6542133"/>
            <a:ext cx="1380982" cy="261610"/>
          </a:xfrm>
          <a:prstGeom prst="rect">
            <a:avLst/>
          </a:prstGeom>
          <a:noFill/>
        </p:spPr>
        <p:txBody>
          <a:bodyPr wrap="square" rtlCol="0">
            <a:spAutoFit/>
          </a:bodyPr>
          <a:lstStyle/>
          <a:p>
            <a:r>
              <a:rPr lang="en-US" sz="1100" b="1">
                <a:latin typeface="Galano Grotesque" panose="00000500000000000000" pitchFamily="50" charset="0"/>
              </a:rPr>
              <a:t>Ally Confidential</a:t>
            </a:r>
          </a:p>
        </p:txBody>
      </p:sp>
    </p:spTree>
    <p:extLst>
      <p:ext uri="{BB962C8B-B14F-4D97-AF65-F5344CB8AC3E}">
        <p14:creationId xmlns:p14="http://schemas.microsoft.com/office/powerpoint/2010/main" val="2112944170"/>
      </p:ext>
    </p:extLst>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 id="2147483779" r:id="rId12"/>
    <p:sldLayoutId id="2147483780" r:id="rId13"/>
    <p:sldLayoutId id="2147483781" r:id="rId14"/>
    <p:sldLayoutId id="2147483782" r:id="rId15"/>
    <p:sldLayoutId id="2147483783" r:id="rId16"/>
    <p:sldLayoutId id="2147483784" r:id="rId17"/>
    <p:sldLayoutId id="2147483785" r:id="rId18"/>
    <p:sldLayoutId id="2147483786" r:id="rId19"/>
    <p:sldLayoutId id="2147483787" r:id="rId20"/>
  </p:sldLayoutIdLst>
  <p:hf hdr="0" ftr="0" dt="0"/>
  <p:txStyles>
    <p:titleStyle>
      <a:lvl1pPr algn="l" defTabSz="914377" rtl="0" eaLnBrk="1" latinLnBrk="0" hangingPunct="1">
        <a:lnSpc>
          <a:spcPct val="90000"/>
        </a:lnSpc>
        <a:spcBef>
          <a:spcPct val="0"/>
        </a:spcBef>
        <a:buNone/>
        <a:defRPr sz="2400" b="1" i="0" kern="1200">
          <a:solidFill>
            <a:srgbClr val="5F285E"/>
          </a:solidFill>
          <a:latin typeface="Galano Grotesque" pitchFamily="2" charset="77"/>
          <a:ea typeface="+mj-ea"/>
          <a:cs typeface="+mj-cs"/>
        </a:defRPr>
      </a:lvl1pPr>
    </p:titleStyle>
    <p:bodyStyle>
      <a:lvl1pPr marL="0" indent="0" algn="l" defTabSz="914377" rtl="0" eaLnBrk="1" latinLnBrk="0" hangingPunct="1">
        <a:lnSpc>
          <a:spcPct val="90000"/>
        </a:lnSpc>
        <a:spcBef>
          <a:spcPts val="1000"/>
        </a:spcBef>
        <a:buFont typeface="Arial" panose="020B0604020202020204" pitchFamily="34" charset="0"/>
        <a:buNone/>
        <a:defRPr sz="1200" kern="1200">
          <a:solidFill>
            <a:schemeClr val="tx1"/>
          </a:solidFill>
          <a:latin typeface="Montserrat" pitchFamily="2" charset="77"/>
          <a:ea typeface="+mn-ea"/>
          <a:cs typeface="+mn-cs"/>
        </a:defRPr>
      </a:lvl1pPr>
      <a:lvl2pPr marL="457189" indent="0" algn="l" defTabSz="914377" rtl="0" eaLnBrk="1" latinLnBrk="0" hangingPunct="1">
        <a:lnSpc>
          <a:spcPct val="90000"/>
        </a:lnSpc>
        <a:spcBef>
          <a:spcPts val="500"/>
        </a:spcBef>
        <a:buFont typeface="Arial" panose="020B0604020202020204" pitchFamily="34" charset="0"/>
        <a:buNone/>
        <a:defRPr sz="1200" kern="1200">
          <a:solidFill>
            <a:schemeClr val="tx1"/>
          </a:solidFill>
          <a:latin typeface="Montserrat" pitchFamily="2" charset="77"/>
          <a:ea typeface="+mn-ea"/>
          <a:cs typeface="+mn-cs"/>
        </a:defRPr>
      </a:lvl2pPr>
      <a:lvl3pPr marL="914377" indent="0" algn="l" defTabSz="914377" rtl="0" eaLnBrk="1" latinLnBrk="0" hangingPunct="1">
        <a:lnSpc>
          <a:spcPct val="90000"/>
        </a:lnSpc>
        <a:spcBef>
          <a:spcPts val="500"/>
        </a:spcBef>
        <a:buFont typeface="Arial" panose="020B0604020202020204" pitchFamily="34" charset="0"/>
        <a:buNone/>
        <a:defRPr sz="1200" kern="1200">
          <a:solidFill>
            <a:schemeClr val="tx1"/>
          </a:solidFill>
          <a:latin typeface="Montserrat" pitchFamily="2" charset="77"/>
          <a:ea typeface="+mn-ea"/>
          <a:cs typeface="+mn-cs"/>
        </a:defRPr>
      </a:lvl3pPr>
      <a:lvl4pPr marL="1371566" indent="0" algn="l" defTabSz="914377" rtl="0" eaLnBrk="1" latinLnBrk="0" hangingPunct="1">
        <a:lnSpc>
          <a:spcPct val="90000"/>
        </a:lnSpc>
        <a:spcBef>
          <a:spcPts val="500"/>
        </a:spcBef>
        <a:buFont typeface="Arial" panose="020B0604020202020204" pitchFamily="34" charset="0"/>
        <a:buNone/>
        <a:defRPr sz="1200" kern="1200">
          <a:solidFill>
            <a:schemeClr val="tx1"/>
          </a:solidFill>
          <a:latin typeface="Montserrat" pitchFamily="2" charset="77"/>
          <a:ea typeface="+mn-ea"/>
          <a:cs typeface="+mn-cs"/>
        </a:defRPr>
      </a:lvl4pPr>
      <a:lvl5pPr marL="1828754" indent="0" algn="l" defTabSz="914377" rtl="0" eaLnBrk="1" latinLnBrk="0" hangingPunct="1">
        <a:lnSpc>
          <a:spcPct val="90000"/>
        </a:lnSpc>
        <a:spcBef>
          <a:spcPts val="500"/>
        </a:spcBef>
        <a:buFont typeface="Arial" panose="020B0604020202020204" pitchFamily="34" charset="0"/>
        <a:buNone/>
        <a:defRPr sz="120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2">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5" name="Picture 44">
            <a:extLst>
              <a:ext uri="{FF2B5EF4-FFF2-40B4-BE49-F238E27FC236}">
                <a16:creationId xmlns:a16="http://schemas.microsoft.com/office/drawing/2014/main" id="{CADF5CB6-5E13-3F6E-DFF4-F13F4051F074}"/>
              </a:ext>
            </a:extLst>
          </p:cNvPr>
          <p:cNvPicPr>
            <a:picLocks noChangeAspect="1"/>
          </p:cNvPicPr>
          <p:nvPr userDrawn="1"/>
        </p:nvPicPr>
        <p:blipFill>
          <a:blip r:embed="rId40"/>
          <a:srcRect/>
          <a:stretch/>
        </p:blipFill>
        <p:spPr>
          <a:xfrm>
            <a:off x="498489" y="6316958"/>
            <a:ext cx="1733517" cy="380659"/>
          </a:xfrm>
          <a:prstGeom prst="rect">
            <a:avLst/>
          </a:prstGeom>
        </p:spPr>
      </p:pic>
      <p:sp>
        <p:nvSpPr>
          <p:cNvPr id="2" name="Title Placeholder 1">
            <a:extLst>
              <a:ext uri="{FF2B5EF4-FFF2-40B4-BE49-F238E27FC236}">
                <a16:creationId xmlns:a16="http://schemas.microsoft.com/office/drawing/2014/main" id="{B2C4BBBC-6794-0944-ABD9-21E6D7F7A560}"/>
              </a:ext>
            </a:extLst>
          </p:cNvPr>
          <p:cNvSpPr>
            <a:spLocks noGrp="1"/>
          </p:cNvSpPr>
          <p:nvPr>
            <p:ph type="title"/>
          </p:nvPr>
        </p:nvSpPr>
        <p:spPr>
          <a:xfrm>
            <a:off x="495300" y="3064186"/>
            <a:ext cx="10820400" cy="478441"/>
          </a:xfrm>
          <a:prstGeom prst="rect">
            <a:avLst/>
          </a:prstGeom>
        </p:spPr>
        <p:txBody>
          <a:bodyPr vert="horz" lIns="91440" tIns="45720" rIns="91440" bIns="45720" rtlCol="0" anchor="ctr">
            <a:noAutofit/>
          </a:bodyPr>
          <a:lstStyle/>
          <a:p>
            <a:r>
              <a:rPr lang="en-US"/>
              <a:t>title slide.</a:t>
            </a:r>
          </a:p>
        </p:txBody>
      </p:sp>
      <p:sp>
        <p:nvSpPr>
          <p:cNvPr id="6" name="Slide Number Placeholder 5">
            <a:extLst>
              <a:ext uri="{FF2B5EF4-FFF2-40B4-BE49-F238E27FC236}">
                <a16:creationId xmlns:a16="http://schemas.microsoft.com/office/drawing/2014/main" id="{B3580D65-C08F-304B-A914-16B862A49327}"/>
              </a:ext>
            </a:extLst>
          </p:cNvPr>
          <p:cNvSpPr>
            <a:spLocks noGrp="1"/>
          </p:cNvSpPr>
          <p:nvPr>
            <p:ph type="sldNum" sz="quarter" idx="4"/>
          </p:nvPr>
        </p:nvSpPr>
        <p:spPr>
          <a:xfrm>
            <a:off x="8953500" y="6356352"/>
            <a:ext cx="2743200" cy="365125"/>
          </a:xfrm>
          <a:prstGeom prst="rect">
            <a:avLst/>
          </a:prstGeom>
        </p:spPr>
        <p:txBody>
          <a:bodyPr vert="horz" lIns="91440" tIns="45720" rIns="91440" bIns="45720" rtlCol="0" anchor="ctr"/>
          <a:lstStyle>
            <a:lvl1pPr algn="r">
              <a:defRPr sz="1200" b="0" i="0">
                <a:solidFill>
                  <a:schemeClr val="tx2"/>
                </a:solidFill>
                <a:latin typeface="Galano Grotesque" pitchFamily="2" charset="77"/>
              </a:defRPr>
            </a:lvl1pPr>
          </a:lstStyle>
          <a:p>
            <a:fld id="{D4D03052-4607-E242-8BD1-5604B8DBB111}" type="slidenum">
              <a:rPr lang="en-US" smtClean="0"/>
              <a:pPr/>
              <a:t>‹#›</a:t>
            </a:fld>
            <a:endParaRPr lang="en-US"/>
          </a:p>
        </p:txBody>
      </p:sp>
      <p:sp>
        <p:nvSpPr>
          <p:cNvPr id="14" name="Footer Placeholder 13">
            <a:extLst>
              <a:ext uri="{FF2B5EF4-FFF2-40B4-BE49-F238E27FC236}">
                <a16:creationId xmlns:a16="http://schemas.microsoft.com/office/drawing/2014/main" id="{593E4CD4-300B-3B4F-8C70-3CCC466910E2}"/>
              </a:ext>
            </a:extLst>
          </p:cNvPr>
          <p:cNvSpPr>
            <a:spLocks noGrp="1"/>
          </p:cNvSpPr>
          <p:nvPr>
            <p:ph type="ftr" sz="quarter" idx="3"/>
          </p:nvPr>
        </p:nvSpPr>
        <p:spPr>
          <a:xfrm>
            <a:off x="4000500" y="6356352"/>
            <a:ext cx="4114800" cy="365125"/>
          </a:xfrm>
          <a:prstGeom prst="rect">
            <a:avLst/>
          </a:prstGeom>
        </p:spPr>
        <p:txBody>
          <a:bodyPr vert="horz" lIns="91440" tIns="45720" rIns="91440" bIns="45720" rtlCol="0" anchor="ctr"/>
          <a:lstStyle>
            <a:lvl1pPr algn="ctr">
              <a:defRPr sz="1200" b="0" i="0">
                <a:solidFill>
                  <a:schemeClr val="accent2"/>
                </a:solidFill>
                <a:latin typeface="Galano Grotesque" pitchFamily="2" charset="77"/>
              </a:defRPr>
            </a:lvl1pPr>
          </a:lstStyle>
          <a:p>
            <a:r>
              <a:rPr lang="en-US"/>
              <a:t>ally.com</a:t>
            </a:r>
          </a:p>
        </p:txBody>
      </p:sp>
      <p:sp>
        <p:nvSpPr>
          <p:cNvPr id="3" name="Rectangle 2">
            <a:extLst>
              <a:ext uri="{FF2B5EF4-FFF2-40B4-BE49-F238E27FC236}">
                <a16:creationId xmlns:a16="http://schemas.microsoft.com/office/drawing/2014/main" id="{B5F82F3F-316E-EB18-FDE7-6D456EE96856}"/>
              </a:ext>
            </a:extLst>
          </p:cNvPr>
          <p:cNvSpPr/>
          <p:nvPr userDrawn="1"/>
        </p:nvSpPr>
        <p:spPr>
          <a:xfrm>
            <a:off x="17427803" y="1226515"/>
            <a:ext cx="1433367" cy="1483550"/>
          </a:xfrm>
          <a:prstGeom prst="rect">
            <a:avLst/>
          </a:prstGeom>
          <a:solidFill>
            <a:srgbClr val="FFF7F0"/>
          </a:solid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alano Grotesque" pitchFamily="2" charset="77"/>
            </a:endParaRPr>
          </a:p>
        </p:txBody>
      </p:sp>
      <p:sp>
        <p:nvSpPr>
          <p:cNvPr id="4" name="Rectangle 3">
            <a:extLst>
              <a:ext uri="{FF2B5EF4-FFF2-40B4-BE49-F238E27FC236}">
                <a16:creationId xmlns:a16="http://schemas.microsoft.com/office/drawing/2014/main" id="{92238B79-F57A-7FCF-E38B-123556EA108B}"/>
              </a:ext>
            </a:extLst>
          </p:cNvPr>
          <p:cNvSpPr/>
          <p:nvPr userDrawn="1"/>
        </p:nvSpPr>
        <p:spPr>
          <a:xfrm>
            <a:off x="12629705" y="1226515"/>
            <a:ext cx="1433367" cy="1483550"/>
          </a:xfrm>
          <a:prstGeom prst="rect">
            <a:avLst/>
          </a:prstGeom>
          <a:solidFill>
            <a:srgbClr val="30094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alano Grotesque" pitchFamily="2" charset="77"/>
            </a:endParaRPr>
          </a:p>
        </p:txBody>
      </p:sp>
      <p:sp>
        <p:nvSpPr>
          <p:cNvPr id="5" name="Rectangle 4">
            <a:extLst>
              <a:ext uri="{FF2B5EF4-FFF2-40B4-BE49-F238E27FC236}">
                <a16:creationId xmlns:a16="http://schemas.microsoft.com/office/drawing/2014/main" id="{F834525C-EB38-C041-37C7-8FD63278D747}"/>
              </a:ext>
            </a:extLst>
          </p:cNvPr>
          <p:cNvSpPr/>
          <p:nvPr userDrawn="1"/>
        </p:nvSpPr>
        <p:spPr>
          <a:xfrm>
            <a:off x="14232876" y="1226515"/>
            <a:ext cx="1433367" cy="1483550"/>
          </a:xfrm>
          <a:prstGeom prst="rect">
            <a:avLst/>
          </a:prstGeom>
          <a:solidFill>
            <a:srgbClr val="650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5F285E"/>
              </a:solidFill>
              <a:latin typeface="Galano Grotesque" pitchFamily="2" charset="77"/>
            </a:endParaRPr>
          </a:p>
        </p:txBody>
      </p:sp>
      <p:sp>
        <p:nvSpPr>
          <p:cNvPr id="7" name="Rectangle 6">
            <a:extLst>
              <a:ext uri="{FF2B5EF4-FFF2-40B4-BE49-F238E27FC236}">
                <a16:creationId xmlns:a16="http://schemas.microsoft.com/office/drawing/2014/main" id="{B234BBAF-DC31-D35A-0675-74F941A83840}"/>
              </a:ext>
            </a:extLst>
          </p:cNvPr>
          <p:cNvSpPr/>
          <p:nvPr userDrawn="1"/>
        </p:nvSpPr>
        <p:spPr>
          <a:xfrm>
            <a:off x="15825666" y="1226515"/>
            <a:ext cx="1433367" cy="1483550"/>
          </a:xfrm>
          <a:prstGeom prst="rect">
            <a:avLst/>
          </a:prstGeom>
          <a:solidFill>
            <a:srgbClr val="FE4A8B"/>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alano Grotesque" pitchFamily="2" charset="77"/>
            </a:endParaRPr>
          </a:p>
        </p:txBody>
      </p:sp>
      <p:sp>
        <p:nvSpPr>
          <p:cNvPr id="8" name="Rectangle 7">
            <a:extLst>
              <a:ext uri="{FF2B5EF4-FFF2-40B4-BE49-F238E27FC236}">
                <a16:creationId xmlns:a16="http://schemas.microsoft.com/office/drawing/2014/main" id="{92266002-694C-3B46-B4CA-E883ADCD01F0}"/>
              </a:ext>
            </a:extLst>
          </p:cNvPr>
          <p:cNvSpPr/>
          <p:nvPr userDrawn="1"/>
        </p:nvSpPr>
        <p:spPr>
          <a:xfrm>
            <a:off x="12629705" y="2915723"/>
            <a:ext cx="1433367" cy="539704"/>
          </a:xfrm>
          <a:prstGeom prst="rect">
            <a:avLst/>
          </a:prstGeom>
          <a:solidFill>
            <a:srgbClr val="5F2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alano Grotesque" pitchFamily="2" charset="77"/>
            </a:endParaRPr>
          </a:p>
        </p:txBody>
      </p:sp>
      <p:sp>
        <p:nvSpPr>
          <p:cNvPr id="9" name="Rectangle 8">
            <a:extLst>
              <a:ext uri="{FF2B5EF4-FFF2-40B4-BE49-F238E27FC236}">
                <a16:creationId xmlns:a16="http://schemas.microsoft.com/office/drawing/2014/main" id="{B974556A-2D14-82AC-9E87-739634FA2AAD}"/>
              </a:ext>
            </a:extLst>
          </p:cNvPr>
          <p:cNvSpPr/>
          <p:nvPr userDrawn="1"/>
        </p:nvSpPr>
        <p:spPr>
          <a:xfrm>
            <a:off x="14232877" y="2915722"/>
            <a:ext cx="1449016" cy="539704"/>
          </a:xfrm>
          <a:prstGeom prst="rect">
            <a:avLst/>
          </a:prstGeom>
          <a:solidFill>
            <a:srgbClr val="9542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alano Grotesque" pitchFamily="2" charset="77"/>
            </a:endParaRPr>
          </a:p>
        </p:txBody>
      </p:sp>
      <p:sp>
        <p:nvSpPr>
          <p:cNvPr id="10" name="TextBox 9">
            <a:extLst>
              <a:ext uri="{FF2B5EF4-FFF2-40B4-BE49-F238E27FC236}">
                <a16:creationId xmlns:a16="http://schemas.microsoft.com/office/drawing/2014/main" id="{C590575A-131E-B8F2-6E6A-E4935138DAAE}"/>
              </a:ext>
            </a:extLst>
          </p:cNvPr>
          <p:cNvSpPr txBox="1"/>
          <p:nvPr userDrawn="1"/>
        </p:nvSpPr>
        <p:spPr>
          <a:xfrm>
            <a:off x="12602216" y="2255619"/>
            <a:ext cx="1334630" cy="461665"/>
          </a:xfrm>
          <a:prstGeom prst="rect">
            <a:avLst/>
          </a:prstGeom>
          <a:noFill/>
        </p:spPr>
        <p:txBody>
          <a:bodyPr wrap="square" rtlCol="0">
            <a:spAutoFit/>
          </a:bodyPr>
          <a:lstStyle/>
          <a:p>
            <a:r>
              <a:rPr lang="en-US" sz="1200" b="1">
                <a:solidFill>
                  <a:schemeClr val="bg1"/>
                </a:solidFill>
                <a:latin typeface="Galano Grotesque SemiBold" pitchFamily="2" charset="77"/>
              </a:rPr>
              <a:t>#300942</a:t>
            </a:r>
          </a:p>
          <a:p>
            <a:r>
              <a:rPr lang="en-US" sz="1200" b="1">
                <a:solidFill>
                  <a:schemeClr val="bg1"/>
                </a:solidFill>
                <a:latin typeface="Galano Grotesque SemiBold" pitchFamily="2" charset="77"/>
              </a:rPr>
              <a:t>Blueberry </a:t>
            </a:r>
          </a:p>
        </p:txBody>
      </p:sp>
      <p:sp>
        <p:nvSpPr>
          <p:cNvPr id="11" name="TextBox 10">
            <a:extLst>
              <a:ext uri="{FF2B5EF4-FFF2-40B4-BE49-F238E27FC236}">
                <a16:creationId xmlns:a16="http://schemas.microsoft.com/office/drawing/2014/main" id="{0897B980-0181-CC6D-6629-AED08BE55155}"/>
              </a:ext>
            </a:extLst>
          </p:cNvPr>
          <p:cNvSpPr txBox="1"/>
          <p:nvPr userDrawn="1"/>
        </p:nvSpPr>
        <p:spPr>
          <a:xfrm>
            <a:off x="14232876" y="2255619"/>
            <a:ext cx="1334630" cy="461665"/>
          </a:xfrm>
          <a:prstGeom prst="rect">
            <a:avLst/>
          </a:prstGeom>
          <a:noFill/>
        </p:spPr>
        <p:txBody>
          <a:bodyPr wrap="square" rtlCol="0">
            <a:spAutoFit/>
          </a:bodyPr>
          <a:lstStyle/>
          <a:p>
            <a:r>
              <a:rPr lang="en-US" sz="1200" b="1">
                <a:solidFill>
                  <a:schemeClr val="bg1"/>
                </a:solidFill>
                <a:latin typeface="Galano Grotesque SemiBold" pitchFamily="2" charset="77"/>
              </a:rPr>
              <a:t>#650360</a:t>
            </a:r>
            <a:br>
              <a:rPr lang="en-US" sz="1200" b="1">
                <a:solidFill>
                  <a:schemeClr val="bg1"/>
                </a:solidFill>
                <a:latin typeface="Galano Grotesque SemiBold" pitchFamily="2" charset="77"/>
              </a:rPr>
            </a:br>
            <a:r>
              <a:rPr lang="en-US" sz="1200" b="1">
                <a:solidFill>
                  <a:schemeClr val="bg1"/>
                </a:solidFill>
                <a:latin typeface="Galano Grotesque SemiBold" pitchFamily="2" charset="77"/>
              </a:rPr>
              <a:t>Plum </a:t>
            </a:r>
          </a:p>
        </p:txBody>
      </p:sp>
      <p:sp>
        <p:nvSpPr>
          <p:cNvPr id="12" name="TextBox 11">
            <a:extLst>
              <a:ext uri="{FF2B5EF4-FFF2-40B4-BE49-F238E27FC236}">
                <a16:creationId xmlns:a16="http://schemas.microsoft.com/office/drawing/2014/main" id="{84FC81C6-68D8-2214-ECFB-72F038E7A3BD}"/>
              </a:ext>
            </a:extLst>
          </p:cNvPr>
          <p:cNvSpPr txBox="1"/>
          <p:nvPr userDrawn="1"/>
        </p:nvSpPr>
        <p:spPr>
          <a:xfrm>
            <a:off x="15825666" y="2255619"/>
            <a:ext cx="1334630" cy="461665"/>
          </a:xfrm>
          <a:prstGeom prst="rect">
            <a:avLst/>
          </a:prstGeom>
          <a:noFill/>
        </p:spPr>
        <p:txBody>
          <a:bodyPr wrap="square" rtlCol="0">
            <a:spAutoFit/>
          </a:bodyPr>
          <a:lstStyle/>
          <a:p>
            <a:r>
              <a:rPr lang="en-US" sz="1200" b="1">
                <a:solidFill>
                  <a:srgbClr val="300942"/>
                </a:solidFill>
                <a:latin typeface="Galano Grotesque SemiBold" pitchFamily="2" charset="77"/>
              </a:rPr>
              <a:t>#FE4A8B</a:t>
            </a:r>
          </a:p>
          <a:p>
            <a:r>
              <a:rPr lang="en-US" sz="1200" b="1">
                <a:solidFill>
                  <a:srgbClr val="300942"/>
                </a:solidFill>
                <a:latin typeface="Galano Grotesque SemiBold" pitchFamily="2" charset="77"/>
              </a:rPr>
              <a:t>Grapefruit </a:t>
            </a:r>
          </a:p>
        </p:txBody>
      </p:sp>
      <p:sp>
        <p:nvSpPr>
          <p:cNvPr id="13" name="TextBox 12">
            <a:extLst>
              <a:ext uri="{FF2B5EF4-FFF2-40B4-BE49-F238E27FC236}">
                <a16:creationId xmlns:a16="http://schemas.microsoft.com/office/drawing/2014/main" id="{C1354B94-F74E-D54B-758A-EF44AC68E5F3}"/>
              </a:ext>
            </a:extLst>
          </p:cNvPr>
          <p:cNvSpPr txBox="1"/>
          <p:nvPr userDrawn="1"/>
        </p:nvSpPr>
        <p:spPr>
          <a:xfrm>
            <a:off x="12602216" y="2962485"/>
            <a:ext cx="1334630" cy="461665"/>
          </a:xfrm>
          <a:prstGeom prst="rect">
            <a:avLst/>
          </a:prstGeom>
          <a:noFill/>
        </p:spPr>
        <p:txBody>
          <a:bodyPr wrap="square" rtlCol="0">
            <a:spAutoFit/>
          </a:bodyPr>
          <a:lstStyle/>
          <a:p>
            <a:r>
              <a:rPr lang="en-US" sz="1200" b="1">
                <a:solidFill>
                  <a:schemeClr val="bg1"/>
                </a:solidFill>
                <a:latin typeface="Galano Grotesque SemiBold" pitchFamily="2" charset="77"/>
              </a:rPr>
              <a:t>#5F2779</a:t>
            </a:r>
          </a:p>
          <a:p>
            <a:r>
              <a:rPr lang="en-US" sz="1200" b="1">
                <a:solidFill>
                  <a:schemeClr val="bg1"/>
                </a:solidFill>
                <a:latin typeface="Galano Grotesque SemiBold" pitchFamily="2" charset="77"/>
              </a:rPr>
              <a:t>Blueberry S1</a:t>
            </a:r>
          </a:p>
        </p:txBody>
      </p:sp>
      <p:sp>
        <p:nvSpPr>
          <p:cNvPr id="15" name="TextBox 14">
            <a:extLst>
              <a:ext uri="{FF2B5EF4-FFF2-40B4-BE49-F238E27FC236}">
                <a16:creationId xmlns:a16="http://schemas.microsoft.com/office/drawing/2014/main" id="{3343E200-A4D6-6A42-017E-680678491958}"/>
              </a:ext>
            </a:extLst>
          </p:cNvPr>
          <p:cNvSpPr txBox="1"/>
          <p:nvPr userDrawn="1"/>
        </p:nvSpPr>
        <p:spPr>
          <a:xfrm>
            <a:off x="14231654" y="2962485"/>
            <a:ext cx="949788" cy="461665"/>
          </a:xfrm>
          <a:prstGeom prst="rect">
            <a:avLst/>
          </a:prstGeom>
          <a:noFill/>
        </p:spPr>
        <p:txBody>
          <a:bodyPr wrap="square" rtlCol="0">
            <a:spAutoFit/>
          </a:bodyPr>
          <a:lstStyle/>
          <a:p>
            <a:r>
              <a:rPr lang="en-US" sz="1200" b="1">
                <a:solidFill>
                  <a:schemeClr val="bg1"/>
                </a:solidFill>
                <a:latin typeface="Galano Grotesque SemiBold" pitchFamily="2" charset="77"/>
              </a:rPr>
              <a:t>#954293</a:t>
            </a:r>
          </a:p>
          <a:p>
            <a:r>
              <a:rPr lang="en-US" sz="1200" b="1">
                <a:solidFill>
                  <a:schemeClr val="bg1"/>
                </a:solidFill>
                <a:latin typeface="Galano Grotesque SemiBold" pitchFamily="2" charset="77"/>
              </a:rPr>
              <a:t>Plum S1 </a:t>
            </a:r>
          </a:p>
        </p:txBody>
      </p:sp>
      <p:sp>
        <p:nvSpPr>
          <p:cNvPr id="16" name="Rectangle 15">
            <a:extLst>
              <a:ext uri="{FF2B5EF4-FFF2-40B4-BE49-F238E27FC236}">
                <a16:creationId xmlns:a16="http://schemas.microsoft.com/office/drawing/2014/main" id="{1A12007A-5704-8CDA-7743-84FB6699E7CD}"/>
              </a:ext>
            </a:extLst>
          </p:cNvPr>
          <p:cNvSpPr/>
          <p:nvPr userDrawn="1"/>
        </p:nvSpPr>
        <p:spPr>
          <a:xfrm>
            <a:off x="12629705" y="3635914"/>
            <a:ext cx="1433367" cy="539704"/>
          </a:xfrm>
          <a:prstGeom prst="rect">
            <a:avLst/>
          </a:prstGeom>
          <a:solidFill>
            <a:srgbClr val="BB72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alano Grotesque" pitchFamily="2" charset="77"/>
            </a:endParaRPr>
          </a:p>
        </p:txBody>
      </p:sp>
      <p:sp>
        <p:nvSpPr>
          <p:cNvPr id="17" name="Rectangle 16">
            <a:extLst>
              <a:ext uri="{FF2B5EF4-FFF2-40B4-BE49-F238E27FC236}">
                <a16:creationId xmlns:a16="http://schemas.microsoft.com/office/drawing/2014/main" id="{542E0402-ECCD-7E20-6F0E-7519FDDE94A9}"/>
              </a:ext>
            </a:extLst>
          </p:cNvPr>
          <p:cNvSpPr/>
          <p:nvPr userDrawn="1"/>
        </p:nvSpPr>
        <p:spPr>
          <a:xfrm>
            <a:off x="14232877" y="3635913"/>
            <a:ext cx="1449016" cy="539704"/>
          </a:xfrm>
          <a:prstGeom prst="rect">
            <a:avLst/>
          </a:prstGeom>
          <a:solidFill>
            <a:srgbClr val="DF9D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alano Grotesque" pitchFamily="2" charset="77"/>
            </a:endParaRPr>
          </a:p>
        </p:txBody>
      </p:sp>
      <p:sp>
        <p:nvSpPr>
          <p:cNvPr id="18" name="TextBox 17">
            <a:extLst>
              <a:ext uri="{FF2B5EF4-FFF2-40B4-BE49-F238E27FC236}">
                <a16:creationId xmlns:a16="http://schemas.microsoft.com/office/drawing/2014/main" id="{27059A1D-19F8-8DE5-BD5F-2A8EEBA09DA5}"/>
              </a:ext>
            </a:extLst>
          </p:cNvPr>
          <p:cNvSpPr txBox="1"/>
          <p:nvPr userDrawn="1"/>
        </p:nvSpPr>
        <p:spPr>
          <a:xfrm>
            <a:off x="12602216" y="3682676"/>
            <a:ext cx="1334630" cy="461665"/>
          </a:xfrm>
          <a:prstGeom prst="rect">
            <a:avLst/>
          </a:prstGeom>
          <a:noFill/>
        </p:spPr>
        <p:txBody>
          <a:bodyPr wrap="square" rtlCol="0">
            <a:spAutoFit/>
          </a:bodyPr>
          <a:lstStyle/>
          <a:p>
            <a:r>
              <a:rPr lang="en-US" sz="1200" b="1">
                <a:solidFill>
                  <a:srgbClr val="300942"/>
                </a:solidFill>
                <a:latin typeface="Galano Grotesque SemiBold" pitchFamily="2" charset="77"/>
              </a:rPr>
              <a:t>#BB72DD</a:t>
            </a:r>
          </a:p>
          <a:p>
            <a:r>
              <a:rPr lang="en-US" sz="1200" b="1">
                <a:solidFill>
                  <a:srgbClr val="300942"/>
                </a:solidFill>
                <a:latin typeface="Galano Grotesque SemiBold" pitchFamily="2" charset="77"/>
              </a:rPr>
              <a:t>Blueberry S2</a:t>
            </a:r>
          </a:p>
        </p:txBody>
      </p:sp>
      <p:sp>
        <p:nvSpPr>
          <p:cNvPr id="20" name="TextBox 19">
            <a:extLst>
              <a:ext uri="{FF2B5EF4-FFF2-40B4-BE49-F238E27FC236}">
                <a16:creationId xmlns:a16="http://schemas.microsoft.com/office/drawing/2014/main" id="{898C473D-31DD-AF1D-7D74-AC2E488099CF}"/>
              </a:ext>
            </a:extLst>
          </p:cNvPr>
          <p:cNvSpPr txBox="1"/>
          <p:nvPr userDrawn="1"/>
        </p:nvSpPr>
        <p:spPr>
          <a:xfrm>
            <a:off x="14231654" y="3682676"/>
            <a:ext cx="949788" cy="461665"/>
          </a:xfrm>
          <a:prstGeom prst="rect">
            <a:avLst/>
          </a:prstGeom>
          <a:noFill/>
        </p:spPr>
        <p:txBody>
          <a:bodyPr wrap="square" rtlCol="0">
            <a:spAutoFit/>
          </a:bodyPr>
          <a:lstStyle/>
          <a:p>
            <a:r>
              <a:rPr lang="en-US" sz="1200" b="1">
                <a:solidFill>
                  <a:srgbClr val="300942"/>
                </a:solidFill>
                <a:latin typeface="Galano Grotesque SemiBold" pitchFamily="2" charset="77"/>
              </a:rPr>
              <a:t>#DF9DDE</a:t>
            </a:r>
          </a:p>
          <a:p>
            <a:r>
              <a:rPr lang="en-US" sz="1200" b="1">
                <a:solidFill>
                  <a:srgbClr val="300942"/>
                </a:solidFill>
                <a:latin typeface="Galano Grotesque SemiBold" pitchFamily="2" charset="77"/>
              </a:rPr>
              <a:t>Plum S2 </a:t>
            </a:r>
          </a:p>
        </p:txBody>
      </p:sp>
      <p:sp>
        <p:nvSpPr>
          <p:cNvPr id="21" name="Rectangle 20">
            <a:extLst>
              <a:ext uri="{FF2B5EF4-FFF2-40B4-BE49-F238E27FC236}">
                <a16:creationId xmlns:a16="http://schemas.microsoft.com/office/drawing/2014/main" id="{99730DDD-F5C7-3668-3196-98051A79CE3C}"/>
              </a:ext>
            </a:extLst>
          </p:cNvPr>
          <p:cNvSpPr/>
          <p:nvPr userDrawn="1"/>
        </p:nvSpPr>
        <p:spPr>
          <a:xfrm>
            <a:off x="12629705" y="4356105"/>
            <a:ext cx="1433367" cy="53970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latin typeface="Galano Grotesque" pitchFamily="2" charset="77"/>
            </a:endParaRPr>
          </a:p>
        </p:txBody>
      </p:sp>
      <p:sp>
        <p:nvSpPr>
          <p:cNvPr id="22" name="Rectangle 21">
            <a:extLst>
              <a:ext uri="{FF2B5EF4-FFF2-40B4-BE49-F238E27FC236}">
                <a16:creationId xmlns:a16="http://schemas.microsoft.com/office/drawing/2014/main" id="{318E23F3-A825-E089-40E5-3B8193C519BC}"/>
              </a:ext>
            </a:extLst>
          </p:cNvPr>
          <p:cNvSpPr/>
          <p:nvPr userDrawn="1"/>
        </p:nvSpPr>
        <p:spPr>
          <a:xfrm>
            <a:off x="14232877" y="4356104"/>
            <a:ext cx="1449016" cy="539704"/>
          </a:xfrm>
          <a:prstGeom prst="rect">
            <a:avLst/>
          </a:prstGeom>
          <a:solidFill>
            <a:srgbClr val="FFA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alano Grotesque" pitchFamily="2" charset="77"/>
            </a:endParaRPr>
          </a:p>
        </p:txBody>
      </p:sp>
      <p:sp>
        <p:nvSpPr>
          <p:cNvPr id="23" name="TextBox 22">
            <a:extLst>
              <a:ext uri="{FF2B5EF4-FFF2-40B4-BE49-F238E27FC236}">
                <a16:creationId xmlns:a16="http://schemas.microsoft.com/office/drawing/2014/main" id="{AA374124-823B-C817-97C1-AC6B0E55F695}"/>
              </a:ext>
            </a:extLst>
          </p:cNvPr>
          <p:cNvSpPr txBox="1"/>
          <p:nvPr userDrawn="1"/>
        </p:nvSpPr>
        <p:spPr>
          <a:xfrm>
            <a:off x="12602216" y="4402867"/>
            <a:ext cx="1334630" cy="461665"/>
          </a:xfrm>
          <a:prstGeom prst="rect">
            <a:avLst/>
          </a:prstGeom>
          <a:noFill/>
        </p:spPr>
        <p:txBody>
          <a:bodyPr wrap="square" rtlCol="0">
            <a:spAutoFit/>
          </a:bodyPr>
          <a:lstStyle/>
          <a:p>
            <a:r>
              <a:rPr lang="en-US" sz="1200" b="1">
                <a:solidFill>
                  <a:schemeClr val="bg1"/>
                </a:solidFill>
                <a:latin typeface="Galano Grotesque SemiBold" pitchFamily="2" charset="77"/>
              </a:rPr>
              <a:t>#000000</a:t>
            </a:r>
          </a:p>
          <a:p>
            <a:r>
              <a:rPr lang="en-US" sz="1200" b="1">
                <a:solidFill>
                  <a:schemeClr val="bg1"/>
                </a:solidFill>
                <a:latin typeface="Galano Grotesque SemiBold" pitchFamily="2" charset="77"/>
              </a:rPr>
              <a:t>Blackberry</a:t>
            </a:r>
          </a:p>
        </p:txBody>
      </p:sp>
      <p:sp>
        <p:nvSpPr>
          <p:cNvPr id="24" name="TextBox 23">
            <a:extLst>
              <a:ext uri="{FF2B5EF4-FFF2-40B4-BE49-F238E27FC236}">
                <a16:creationId xmlns:a16="http://schemas.microsoft.com/office/drawing/2014/main" id="{D026210F-7165-56B9-F24F-B27B963A9F89}"/>
              </a:ext>
            </a:extLst>
          </p:cNvPr>
          <p:cNvSpPr txBox="1"/>
          <p:nvPr userDrawn="1"/>
        </p:nvSpPr>
        <p:spPr>
          <a:xfrm>
            <a:off x="14231654" y="4402867"/>
            <a:ext cx="949788" cy="461665"/>
          </a:xfrm>
          <a:prstGeom prst="rect">
            <a:avLst/>
          </a:prstGeom>
          <a:noFill/>
        </p:spPr>
        <p:txBody>
          <a:bodyPr wrap="square" rtlCol="0">
            <a:spAutoFit/>
          </a:bodyPr>
          <a:lstStyle/>
          <a:p>
            <a:r>
              <a:rPr lang="en-US" sz="1200" b="1">
                <a:solidFill>
                  <a:srgbClr val="300942"/>
                </a:solidFill>
                <a:latin typeface="Galano Grotesque SemiBold" pitchFamily="2" charset="77"/>
              </a:rPr>
              <a:t>#FFADFD</a:t>
            </a:r>
          </a:p>
          <a:p>
            <a:r>
              <a:rPr lang="en-US" sz="1200" b="1">
                <a:solidFill>
                  <a:srgbClr val="300942"/>
                </a:solidFill>
                <a:latin typeface="Galano Grotesque SemiBold" pitchFamily="2" charset="77"/>
              </a:rPr>
              <a:t>Plum S3 </a:t>
            </a:r>
          </a:p>
        </p:txBody>
      </p:sp>
      <p:sp>
        <p:nvSpPr>
          <p:cNvPr id="25" name="TextBox 24">
            <a:extLst>
              <a:ext uri="{FF2B5EF4-FFF2-40B4-BE49-F238E27FC236}">
                <a16:creationId xmlns:a16="http://schemas.microsoft.com/office/drawing/2014/main" id="{6258BA05-116D-88B0-22F2-D7344D622269}"/>
              </a:ext>
            </a:extLst>
          </p:cNvPr>
          <p:cNvSpPr txBox="1"/>
          <p:nvPr userDrawn="1"/>
        </p:nvSpPr>
        <p:spPr>
          <a:xfrm>
            <a:off x="17427803" y="2255619"/>
            <a:ext cx="1334630" cy="461665"/>
          </a:xfrm>
          <a:prstGeom prst="rect">
            <a:avLst/>
          </a:prstGeom>
          <a:noFill/>
        </p:spPr>
        <p:txBody>
          <a:bodyPr wrap="square" rtlCol="0">
            <a:spAutoFit/>
          </a:bodyPr>
          <a:lstStyle/>
          <a:p>
            <a:r>
              <a:rPr lang="en-US" sz="1200" b="1">
                <a:solidFill>
                  <a:srgbClr val="300942"/>
                </a:solidFill>
                <a:latin typeface="Galano Grotesque SemiBold" pitchFamily="2" charset="77"/>
              </a:rPr>
              <a:t>#FFF7F0</a:t>
            </a:r>
          </a:p>
          <a:p>
            <a:r>
              <a:rPr lang="en-US" sz="1200" b="1">
                <a:solidFill>
                  <a:srgbClr val="300942"/>
                </a:solidFill>
                <a:latin typeface="Galano Grotesque SemiBold" pitchFamily="2" charset="77"/>
              </a:rPr>
              <a:t>Champagne </a:t>
            </a:r>
          </a:p>
        </p:txBody>
      </p:sp>
      <p:sp>
        <p:nvSpPr>
          <p:cNvPr id="26" name="Rectangle 25">
            <a:extLst>
              <a:ext uri="{FF2B5EF4-FFF2-40B4-BE49-F238E27FC236}">
                <a16:creationId xmlns:a16="http://schemas.microsoft.com/office/drawing/2014/main" id="{19B3B401-BF6C-A5C0-1656-1E6C9FF14AD4}"/>
              </a:ext>
            </a:extLst>
          </p:cNvPr>
          <p:cNvSpPr/>
          <p:nvPr userDrawn="1"/>
        </p:nvSpPr>
        <p:spPr>
          <a:xfrm>
            <a:off x="15827008" y="2915722"/>
            <a:ext cx="1449016" cy="539704"/>
          </a:xfrm>
          <a:prstGeom prst="rect">
            <a:avLst/>
          </a:prstGeom>
          <a:solidFill>
            <a:srgbClr val="FF9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alano Grotesque" pitchFamily="2" charset="77"/>
            </a:endParaRPr>
          </a:p>
        </p:txBody>
      </p:sp>
      <p:sp>
        <p:nvSpPr>
          <p:cNvPr id="27" name="TextBox 26">
            <a:extLst>
              <a:ext uri="{FF2B5EF4-FFF2-40B4-BE49-F238E27FC236}">
                <a16:creationId xmlns:a16="http://schemas.microsoft.com/office/drawing/2014/main" id="{9137F7F3-C105-9304-8ED3-F382BE68CB5F}"/>
              </a:ext>
            </a:extLst>
          </p:cNvPr>
          <p:cNvSpPr txBox="1"/>
          <p:nvPr userDrawn="1"/>
        </p:nvSpPr>
        <p:spPr>
          <a:xfrm>
            <a:off x="15825785" y="2962485"/>
            <a:ext cx="1334510" cy="461665"/>
          </a:xfrm>
          <a:prstGeom prst="rect">
            <a:avLst/>
          </a:prstGeom>
          <a:noFill/>
        </p:spPr>
        <p:txBody>
          <a:bodyPr wrap="square" rtlCol="0">
            <a:spAutoFit/>
          </a:bodyPr>
          <a:lstStyle/>
          <a:p>
            <a:r>
              <a:rPr lang="en-US" sz="1200" b="1">
                <a:solidFill>
                  <a:srgbClr val="300942"/>
                </a:solidFill>
                <a:latin typeface="Galano Grotesque SemiBold" pitchFamily="2" charset="77"/>
              </a:rPr>
              <a:t>#FF92BA</a:t>
            </a:r>
          </a:p>
          <a:p>
            <a:r>
              <a:rPr lang="en-US" sz="1200" b="1">
                <a:solidFill>
                  <a:srgbClr val="300942"/>
                </a:solidFill>
                <a:latin typeface="Galano Grotesque SemiBold" pitchFamily="2" charset="77"/>
              </a:rPr>
              <a:t>Grapefruit S1</a:t>
            </a:r>
          </a:p>
        </p:txBody>
      </p:sp>
      <p:sp>
        <p:nvSpPr>
          <p:cNvPr id="28" name="Rectangle 27">
            <a:extLst>
              <a:ext uri="{FF2B5EF4-FFF2-40B4-BE49-F238E27FC236}">
                <a16:creationId xmlns:a16="http://schemas.microsoft.com/office/drawing/2014/main" id="{5FC1B097-F21C-90A2-0AB1-DBAE88A8451D}"/>
              </a:ext>
            </a:extLst>
          </p:cNvPr>
          <p:cNvSpPr/>
          <p:nvPr userDrawn="1"/>
        </p:nvSpPr>
        <p:spPr>
          <a:xfrm>
            <a:off x="15827008" y="3635913"/>
            <a:ext cx="1449016" cy="539704"/>
          </a:xfrm>
          <a:prstGeom prst="rect">
            <a:avLst/>
          </a:prstGeom>
          <a:solidFill>
            <a:srgbClr val="FFB7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alano Grotesque" pitchFamily="2" charset="77"/>
            </a:endParaRPr>
          </a:p>
        </p:txBody>
      </p:sp>
      <p:sp>
        <p:nvSpPr>
          <p:cNvPr id="29" name="TextBox 28">
            <a:extLst>
              <a:ext uri="{FF2B5EF4-FFF2-40B4-BE49-F238E27FC236}">
                <a16:creationId xmlns:a16="http://schemas.microsoft.com/office/drawing/2014/main" id="{BAA87105-D953-68BE-4F92-CF6BA4BA7110}"/>
              </a:ext>
            </a:extLst>
          </p:cNvPr>
          <p:cNvSpPr txBox="1"/>
          <p:nvPr userDrawn="1"/>
        </p:nvSpPr>
        <p:spPr>
          <a:xfrm>
            <a:off x="15825785" y="3682676"/>
            <a:ext cx="1433248" cy="461665"/>
          </a:xfrm>
          <a:prstGeom prst="rect">
            <a:avLst/>
          </a:prstGeom>
          <a:noFill/>
        </p:spPr>
        <p:txBody>
          <a:bodyPr wrap="square" rtlCol="0">
            <a:spAutoFit/>
          </a:bodyPr>
          <a:lstStyle/>
          <a:p>
            <a:r>
              <a:rPr lang="en-US" sz="1200" b="1">
                <a:solidFill>
                  <a:srgbClr val="300942"/>
                </a:solidFill>
                <a:latin typeface="Galano Grotesque SemiBold" pitchFamily="2" charset="77"/>
              </a:rPr>
              <a:t>#FFB7D1</a:t>
            </a:r>
          </a:p>
          <a:p>
            <a:r>
              <a:rPr lang="en-US" sz="1200" b="1">
                <a:solidFill>
                  <a:srgbClr val="300942"/>
                </a:solidFill>
                <a:latin typeface="Galano Grotesque SemiBold" pitchFamily="2" charset="77"/>
              </a:rPr>
              <a:t>Grapefruit S2</a:t>
            </a:r>
          </a:p>
        </p:txBody>
      </p:sp>
      <p:sp>
        <p:nvSpPr>
          <p:cNvPr id="30" name="Rectangle 29">
            <a:extLst>
              <a:ext uri="{FF2B5EF4-FFF2-40B4-BE49-F238E27FC236}">
                <a16:creationId xmlns:a16="http://schemas.microsoft.com/office/drawing/2014/main" id="{E92C07A2-E3B9-F695-DFB7-54856BC04312}"/>
              </a:ext>
            </a:extLst>
          </p:cNvPr>
          <p:cNvSpPr/>
          <p:nvPr userDrawn="1"/>
        </p:nvSpPr>
        <p:spPr>
          <a:xfrm>
            <a:off x="15827008" y="4356104"/>
            <a:ext cx="1449016" cy="539704"/>
          </a:xfrm>
          <a:prstGeom prst="rect">
            <a:avLst/>
          </a:prstGeom>
          <a:solidFill>
            <a:srgbClr val="FFDB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alano Grotesque" pitchFamily="2" charset="77"/>
            </a:endParaRPr>
          </a:p>
        </p:txBody>
      </p:sp>
      <p:sp>
        <p:nvSpPr>
          <p:cNvPr id="31" name="TextBox 30">
            <a:extLst>
              <a:ext uri="{FF2B5EF4-FFF2-40B4-BE49-F238E27FC236}">
                <a16:creationId xmlns:a16="http://schemas.microsoft.com/office/drawing/2014/main" id="{9EE8A74A-14D7-53CC-2FC6-81BF1091076E}"/>
              </a:ext>
            </a:extLst>
          </p:cNvPr>
          <p:cNvSpPr txBox="1"/>
          <p:nvPr userDrawn="1"/>
        </p:nvSpPr>
        <p:spPr>
          <a:xfrm>
            <a:off x="15825784" y="4402867"/>
            <a:ext cx="1334511" cy="461665"/>
          </a:xfrm>
          <a:prstGeom prst="rect">
            <a:avLst/>
          </a:prstGeom>
          <a:noFill/>
        </p:spPr>
        <p:txBody>
          <a:bodyPr wrap="square" rtlCol="0">
            <a:spAutoFit/>
          </a:bodyPr>
          <a:lstStyle/>
          <a:p>
            <a:r>
              <a:rPr lang="en-US" sz="1200" b="1">
                <a:solidFill>
                  <a:srgbClr val="300942"/>
                </a:solidFill>
                <a:latin typeface="Galano Grotesque SemiBold" pitchFamily="2" charset="77"/>
              </a:rPr>
              <a:t>#FFDBE8</a:t>
            </a:r>
          </a:p>
          <a:p>
            <a:r>
              <a:rPr lang="en-US" sz="1200" b="1">
                <a:solidFill>
                  <a:srgbClr val="300942"/>
                </a:solidFill>
                <a:latin typeface="Galano Grotesque SemiBold" pitchFamily="2" charset="77"/>
              </a:rPr>
              <a:t>Grapefruit S3</a:t>
            </a:r>
          </a:p>
        </p:txBody>
      </p:sp>
      <p:sp>
        <p:nvSpPr>
          <p:cNvPr id="32" name="Rectangle 31">
            <a:extLst>
              <a:ext uri="{FF2B5EF4-FFF2-40B4-BE49-F238E27FC236}">
                <a16:creationId xmlns:a16="http://schemas.microsoft.com/office/drawing/2014/main" id="{9D23E387-9D61-5E5C-4D70-D8DABC9A4E18}"/>
              </a:ext>
            </a:extLst>
          </p:cNvPr>
          <p:cNvSpPr/>
          <p:nvPr userDrawn="1"/>
        </p:nvSpPr>
        <p:spPr>
          <a:xfrm>
            <a:off x="17421054" y="2915722"/>
            <a:ext cx="1449016" cy="539704"/>
          </a:xfrm>
          <a:prstGeom prst="rect">
            <a:avLst/>
          </a:prstGeom>
          <a:solidFill>
            <a:srgbClr val="22D6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alano Grotesque" pitchFamily="2" charset="77"/>
            </a:endParaRPr>
          </a:p>
        </p:txBody>
      </p:sp>
      <p:sp>
        <p:nvSpPr>
          <p:cNvPr id="33" name="TextBox 32">
            <a:extLst>
              <a:ext uri="{FF2B5EF4-FFF2-40B4-BE49-F238E27FC236}">
                <a16:creationId xmlns:a16="http://schemas.microsoft.com/office/drawing/2014/main" id="{8B9DC0CE-940E-CFA9-019D-06727BA46DB1}"/>
              </a:ext>
            </a:extLst>
          </p:cNvPr>
          <p:cNvSpPr txBox="1"/>
          <p:nvPr userDrawn="1"/>
        </p:nvSpPr>
        <p:spPr>
          <a:xfrm>
            <a:off x="17419831" y="2962485"/>
            <a:ext cx="949788" cy="461665"/>
          </a:xfrm>
          <a:prstGeom prst="rect">
            <a:avLst/>
          </a:prstGeom>
          <a:noFill/>
        </p:spPr>
        <p:txBody>
          <a:bodyPr wrap="square" rtlCol="0">
            <a:spAutoFit/>
          </a:bodyPr>
          <a:lstStyle/>
          <a:p>
            <a:r>
              <a:rPr lang="en-US" sz="1200" b="1">
                <a:solidFill>
                  <a:srgbClr val="300942"/>
                </a:solidFill>
                <a:latin typeface="Galano Grotesque SemiBold" pitchFamily="2" charset="77"/>
              </a:rPr>
              <a:t>#22D6B7</a:t>
            </a:r>
          </a:p>
          <a:p>
            <a:r>
              <a:rPr lang="en-US" sz="1200" b="1">
                <a:solidFill>
                  <a:srgbClr val="300942"/>
                </a:solidFill>
                <a:latin typeface="Galano Grotesque SemiBold" pitchFamily="2" charset="77"/>
              </a:rPr>
              <a:t>Seafoam  </a:t>
            </a:r>
          </a:p>
        </p:txBody>
      </p:sp>
      <p:sp>
        <p:nvSpPr>
          <p:cNvPr id="34" name="Rectangle 33">
            <a:extLst>
              <a:ext uri="{FF2B5EF4-FFF2-40B4-BE49-F238E27FC236}">
                <a16:creationId xmlns:a16="http://schemas.microsoft.com/office/drawing/2014/main" id="{9F4232F8-5EE1-88D5-84D6-FEA6B652548E}"/>
              </a:ext>
            </a:extLst>
          </p:cNvPr>
          <p:cNvSpPr/>
          <p:nvPr userDrawn="1"/>
        </p:nvSpPr>
        <p:spPr>
          <a:xfrm>
            <a:off x="17421054" y="3635913"/>
            <a:ext cx="1449016" cy="539704"/>
          </a:xfrm>
          <a:prstGeom prst="rect">
            <a:avLst/>
          </a:prstGeom>
          <a:solidFill>
            <a:srgbClr val="5DE2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alano Grotesque" pitchFamily="2" charset="77"/>
            </a:endParaRPr>
          </a:p>
        </p:txBody>
      </p:sp>
      <p:sp>
        <p:nvSpPr>
          <p:cNvPr id="35" name="TextBox 34">
            <a:extLst>
              <a:ext uri="{FF2B5EF4-FFF2-40B4-BE49-F238E27FC236}">
                <a16:creationId xmlns:a16="http://schemas.microsoft.com/office/drawing/2014/main" id="{8510F579-BFCC-5EF5-F563-1A4E1DB02503}"/>
              </a:ext>
            </a:extLst>
          </p:cNvPr>
          <p:cNvSpPr txBox="1"/>
          <p:nvPr userDrawn="1"/>
        </p:nvSpPr>
        <p:spPr>
          <a:xfrm>
            <a:off x="17419830" y="3682676"/>
            <a:ext cx="1228133" cy="461665"/>
          </a:xfrm>
          <a:prstGeom prst="rect">
            <a:avLst/>
          </a:prstGeom>
          <a:noFill/>
        </p:spPr>
        <p:txBody>
          <a:bodyPr wrap="square" rtlCol="0">
            <a:spAutoFit/>
          </a:bodyPr>
          <a:lstStyle/>
          <a:p>
            <a:r>
              <a:rPr lang="en-US" sz="1200" b="1">
                <a:solidFill>
                  <a:srgbClr val="300942"/>
                </a:solidFill>
                <a:latin typeface="Galano Grotesque SemiBold" pitchFamily="2" charset="77"/>
              </a:rPr>
              <a:t>#5DE2CC</a:t>
            </a:r>
          </a:p>
          <a:p>
            <a:r>
              <a:rPr lang="en-US" sz="1200" b="1">
                <a:solidFill>
                  <a:srgbClr val="300942"/>
                </a:solidFill>
                <a:latin typeface="Galano Grotesque SemiBold" pitchFamily="2" charset="77"/>
              </a:rPr>
              <a:t>Seafoam S1 </a:t>
            </a:r>
          </a:p>
        </p:txBody>
      </p:sp>
      <p:sp>
        <p:nvSpPr>
          <p:cNvPr id="36" name="Rectangle 35">
            <a:extLst>
              <a:ext uri="{FF2B5EF4-FFF2-40B4-BE49-F238E27FC236}">
                <a16:creationId xmlns:a16="http://schemas.microsoft.com/office/drawing/2014/main" id="{1EABC71B-FFEF-95FB-BF07-0BB859240A2F}"/>
              </a:ext>
            </a:extLst>
          </p:cNvPr>
          <p:cNvSpPr/>
          <p:nvPr userDrawn="1"/>
        </p:nvSpPr>
        <p:spPr>
          <a:xfrm>
            <a:off x="17421054" y="4356104"/>
            <a:ext cx="1449016" cy="539704"/>
          </a:xfrm>
          <a:prstGeom prst="rect">
            <a:avLst/>
          </a:prstGeom>
          <a:solidFill>
            <a:srgbClr val="9EEF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alano Grotesque" pitchFamily="2" charset="77"/>
            </a:endParaRPr>
          </a:p>
        </p:txBody>
      </p:sp>
      <p:sp>
        <p:nvSpPr>
          <p:cNvPr id="37" name="TextBox 36">
            <a:extLst>
              <a:ext uri="{FF2B5EF4-FFF2-40B4-BE49-F238E27FC236}">
                <a16:creationId xmlns:a16="http://schemas.microsoft.com/office/drawing/2014/main" id="{ADF3B226-E7D0-27AC-0BCE-3BCBB7564765}"/>
              </a:ext>
            </a:extLst>
          </p:cNvPr>
          <p:cNvSpPr txBox="1"/>
          <p:nvPr userDrawn="1"/>
        </p:nvSpPr>
        <p:spPr>
          <a:xfrm>
            <a:off x="17419831" y="4402867"/>
            <a:ext cx="1228132" cy="461665"/>
          </a:xfrm>
          <a:prstGeom prst="rect">
            <a:avLst/>
          </a:prstGeom>
          <a:noFill/>
        </p:spPr>
        <p:txBody>
          <a:bodyPr wrap="square" rtlCol="0">
            <a:spAutoFit/>
          </a:bodyPr>
          <a:lstStyle/>
          <a:p>
            <a:r>
              <a:rPr lang="en-US" sz="1200" b="1">
                <a:solidFill>
                  <a:srgbClr val="300942"/>
                </a:solidFill>
                <a:latin typeface="Galano Grotesque SemiBold" pitchFamily="2" charset="77"/>
              </a:rPr>
              <a:t>#9EEFE1</a:t>
            </a:r>
          </a:p>
          <a:p>
            <a:r>
              <a:rPr lang="en-US" sz="1200" b="1">
                <a:solidFill>
                  <a:srgbClr val="300942"/>
                </a:solidFill>
                <a:latin typeface="Galano Grotesque SemiBold" pitchFamily="2" charset="77"/>
              </a:rPr>
              <a:t>Seafoam S2 </a:t>
            </a:r>
          </a:p>
        </p:txBody>
      </p:sp>
      <p:sp>
        <p:nvSpPr>
          <p:cNvPr id="38" name="Rectangle 37">
            <a:extLst>
              <a:ext uri="{FF2B5EF4-FFF2-40B4-BE49-F238E27FC236}">
                <a16:creationId xmlns:a16="http://schemas.microsoft.com/office/drawing/2014/main" id="{3CC6798A-8366-641B-E901-006A2C0DD485}"/>
              </a:ext>
            </a:extLst>
          </p:cNvPr>
          <p:cNvSpPr/>
          <p:nvPr userDrawn="1"/>
        </p:nvSpPr>
        <p:spPr>
          <a:xfrm>
            <a:off x="17421054" y="5068203"/>
            <a:ext cx="1449016" cy="539704"/>
          </a:xfrm>
          <a:prstGeom prst="rect">
            <a:avLst/>
          </a:prstGeom>
          <a:solidFill>
            <a:srgbClr val="E3FF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Galano Grotesque" pitchFamily="2" charset="77"/>
            </a:endParaRPr>
          </a:p>
        </p:txBody>
      </p:sp>
      <p:sp>
        <p:nvSpPr>
          <p:cNvPr id="39" name="TextBox 38">
            <a:extLst>
              <a:ext uri="{FF2B5EF4-FFF2-40B4-BE49-F238E27FC236}">
                <a16:creationId xmlns:a16="http://schemas.microsoft.com/office/drawing/2014/main" id="{08FAB672-A2CF-ABA2-4854-76DA36EF8B58}"/>
              </a:ext>
            </a:extLst>
          </p:cNvPr>
          <p:cNvSpPr txBox="1"/>
          <p:nvPr userDrawn="1"/>
        </p:nvSpPr>
        <p:spPr>
          <a:xfrm>
            <a:off x="17419830" y="5123058"/>
            <a:ext cx="1228131" cy="461665"/>
          </a:xfrm>
          <a:prstGeom prst="rect">
            <a:avLst/>
          </a:prstGeom>
          <a:noFill/>
        </p:spPr>
        <p:txBody>
          <a:bodyPr wrap="square" rtlCol="0">
            <a:spAutoFit/>
          </a:bodyPr>
          <a:lstStyle/>
          <a:p>
            <a:r>
              <a:rPr lang="en-US" sz="1200" b="1">
                <a:solidFill>
                  <a:srgbClr val="300942"/>
                </a:solidFill>
                <a:latin typeface="Galano Grotesque SemiBold" pitchFamily="2" charset="77"/>
              </a:rPr>
              <a:t>#E3FFFA</a:t>
            </a:r>
          </a:p>
          <a:p>
            <a:r>
              <a:rPr lang="en-US" sz="1200" b="1">
                <a:solidFill>
                  <a:srgbClr val="300942"/>
                </a:solidFill>
                <a:latin typeface="Galano Grotesque SemiBold" pitchFamily="2" charset="77"/>
              </a:rPr>
              <a:t>Seafoam S3 </a:t>
            </a:r>
          </a:p>
        </p:txBody>
      </p:sp>
      <p:sp>
        <p:nvSpPr>
          <p:cNvPr id="42" name="Rectangle 41">
            <a:extLst>
              <a:ext uri="{FF2B5EF4-FFF2-40B4-BE49-F238E27FC236}">
                <a16:creationId xmlns:a16="http://schemas.microsoft.com/office/drawing/2014/main" id="{1F0339BF-A262-83D6-B62C-BB53D5B2F811}"/>
              </a:ext>
            </a:extLst>
          </p:cNvPr>
          <p:cNvSpPr/>
          <p:nvPr userDrawn="1"/>
        </p:nvSpPr>
        <p:spPr>
          <a:xfrm>
            <a:off x="12629705" y="5035374"/>
            <a:ext cx="1433367" cy="539704"/>
          </a:xfrm>
          <a:prstGeom prst="rect">
            <a:avLst/>
          </a:prstGeom>
          <a:solidFill>
            <a:srgbClr val="FFFFFF"/>
          </a:solidFill>
          <a:ln>
            <a:solidFill>
              <a:srgbClr val="3008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latin typeface="Galano Grotesque" pitchFamily="2" charset="77"/>
            </a:endParaRPr>
          </a:p>
        </p:txBody>
      </p:sp>
      <p:sp>
        <p:nvSpPr>
          <p:cNvPr id="43" name="TextBox 42">
            <a:extLst>
              <a:ext uri="{FF2B5EF4-FFF2-40B4-BE49-F238E27FC236}">
                <a16:creationId xmlns:a16="http://schemas.microsoft.com/office/drawing/2014/main" id="{486CA0AC-512B-D901-5C41-7EE059D692FD}"/>
              </a:ext>
            </a:extLst>
          </p:cNvPr>
          <p:cNvSpPr txBox="1"/>
          <p:nvPr userDrawn="1"/>
        </p:nvSpPr>
        <p:spPr>
          <a:xfrm>
            <a:off x="12602216" y="5082136"/>
            <a:ext cx="1334630" cy="461665"/>
          </a:xfrm>
          <a:prstGeom prst="rect">
            <a:avLst/>
          </a:prstGeom>
          <a:noFill/>
        </p:spPr>
        <p:txBody>
          <a:bodyPr wrap="square" rtlCol="0">
            <a:spAutoFit/>
          </a:bodyPr>
          <a:lstStyle/>
          <a:p>
            <a:r>
              <a:rPr lang="en-US" sz="1200" b="1">
                <a:latin typeface="Galano Grotesque SemiBold" pitchFamily="2" charset="77"/>
              </a:rPr>
              <a:t>#FFFFFF</a:t>
            </a:r>
          </a:p>
          <a:p>
            <a:r>
              <a:rPr lang="en-US" sz="1200" b="1">
                <a:effectLst/>
                <a:latin typeface="Galano Grotesque SemiBold" pitchFamily="2" charset="77"/>
              </a:rPr>
              <a:t>Coconut</a:t>
            </a:r>
          </a:p>
        </p:txBody>
      </p:sp>
    </p:spTree>
    <p:extLst>
      <p:ext uri="{BB962C8B-B14F-4D97-AF65-F5344CB8AC3E}">
        <p14:creationId xmlns:p14="http://schemas.microsoft.com/office/powerpoint/2010/main" val="3224332466"/>
      </p:ext>
    </p:extLst>
  </p:cSld>
  <p:clrMap bg1="lt1" tx1="dk1" bg2="lt2" tx2="dk2" accent1="accent1" accent2="accent2" accent3="accent3" accent4="accent4" accent5="accent5" accent6="accent6" hlink="hlink" folHlink="folHlink"/>
  <p:sldLayoutIdLst>
    <p:sldLayoutId id="2147483789" r:id="rId1"/>
    <p:sldLayoutId id="2147483790" r:id="rId2"/>
    <p:sldLayoutId id="2147483791" r:id="rId3"/>
    <p:sldLayoutId id="2147483792" r:id="rId4"/>
    <p:sldLayoutId id="2147483793" r:id="rId5"/>
    <p:sldLayoutId id="2147483794" r:id="rId6"/>
    <p:sldLayoutId id="2147483795" r:id="rId7"/>
    <p:sldLayoutId id="2147483796" r:id="rId8"/>
    <p:sldLayoutId id="2147483797" r:id="rId9"/>
    <p:sldLayoutId id="2147483798" r:id="rId10"/>
    <p:sldLayoutId id="2147483799" r:id="rId11"/>
    <p:sldLayoutId id="2147483800" r:id="rId12"/>
    <p:sldLayoutId id="2147483801" r:id="rId13"/>
    <p:sldLayoutId id="2147483802" r:id="rId14"/>
    <p:sldLayoutId id="2147483803" r:id="rId15"/>
    <p:sldLayoutId id="2147483804" r:id="rId16"/>
    <p:sldLayoutId id="2147483805" r:id="rId17"/>
    <p:sldLayoutId id="2147483806" r:id="rId18"/>
    <p:sldLayoutId id="2147483807" r:id="rId19"/>
    <p:sldLayoutId id="2147483808" r:id="rId20"/>
    <p:sldLayoutId id="2147483809" r:id="rId21"/>
    <p:sldLayoutId id="2147483810" r:id="rId22"/>
    <p:sldLayoutId id="2147483811" r:id="rId23"/>
    <p:sldLayoutId id="2147483812" r:id="rId24"/>
    <p:sldLayoutId id="2147483813" r:id="rId25"/>
    <p:sldLayoutId id="2147483814" r:id="rId26"/>
    <p:sldLayoutId id="2147483815" r:id="rId27"/>
    <p:sldLayoutId id="2147483816" r:id="rId28"/>
    <p:sldLayoutId id="2147483817" r:id="rId29"/>
    <p:sldLayoutId id="2147483818" r:id="rId30"/>
    <p:sldLayoutId id="2147483819" r:id="rId31"/>
    <p:sldLayoutId id="2147483820" r:id="rId32"/>
    <p:sldLayoutId id="2147483821" r:id="rId33"/>
    <p:sldLayoutId id="2147483822" r:id="rId34"/>
    <p:sldLayoutId id="2147483823" r:id="rId35"/>
    <p:sldLayoutId id="2147483824" r:id="rId36"/>
    <p:sldLayoutId id="2147483825" r:id="rId37"/>
    <p:sldLayoutId id="2147483826" r:id="rId38"/>
  </p:sldLayoutIdLst>
  <p:hf hdr="0" ftr="0" dt="0"/>
  <p:txStyles>
    <p:titleStyle>
      <a:lvl1pPr algn="l" defTabSz="914377" rtl="0" eaLnBrk="1" latinLnBrk="0" hangingPunct="1">
        <a:lnSpc>
          <a:spcPct val="90000"/>
        </a:lnSpc>
        <a:spcBef>
          <a:spcPct val="0"/>
        </a:spcBef>
        <a:buNone/>
        <a:defRPr sz="2400" b="0" i="0" kern="1200">
          <a:solidFill>
            <a:schemeClr val="tx2"/>
          </a:solidFill>
          <a:latin typeface="Galano Grotesque" pitchFamily="2" charset="77"/>
          <a:ea typeface="+mj-ea"/>
          <a:cs typeface="+mj-cs"/>
        </a:defRPr>
      </a:lvl1pPr>
    </p:titleStyle>
    <p:bodyStyle>
      <a:lvl1pPr marL="0" indent="0" algn="l" defTabSz="914377" rtl="0" eaLnBrk="1" latinLnBrk="0" hangingPunct="1">
        <a:lnSpc>
          <a:spcPct val="90000"/>
        </a:lnSpc>
        <a:spcBef>
          <a:spcPts val="1000"/>
        </a:spcBef>
        <a:buFont typeface="Arial" panose="020B0604020202020204" pitchFamily="34" charset="0"/>
        <a:buNone/>
        <a:defRPr sz="1200" kern="1200">
          <a:solidFill>
            <a:schemeClr val="tx1"/>
          </a:solidFill>
          <a:latin typeface="Montserrat" pitchFamily="2" charset="77"/>
          <a:ea typeface="+mn-ea"/>
          <a:cs typeface="+mn-cs"/>
        </a:defRPr>
      </a:lvl1pPr>
      <a:lvl2pPr marL="457189" indent="0" algn="l" defTabSz="914377" rtl="0" eaLnBrk="1" latinLnBrk="0" hangingPunct="1">
        <a:lnSpc>
          <a:spcPct val="90000"/>
        </a:lnSpc>
        <a:spcBef>
          <a:spcPts val="500"/>
        </a:spcBef>
        <a:buFont typeface="Arial" panose="020B0604020202020204" pitchFamily="34" charset="0"/>
        <a:buNone/>
        <a:defRPr sz="1200" kern="1200">
          <a:solidFill>
            <a:schemeClr val="tx1"/>
          </a:solidFill>
          <a:latin typeface="Montserrat" pitchFamily="2" charset="77"/>
          <a:ea typeface="+mn-ea"/>
          <a:cs typeface="+mn-cs"/>
        </a:defRPr>
      </a:lvl2pPr>
      <a:lvl3pPr marL="914377" indent="0" algn="l" defTabSz="914377" rtl="0" eaLnBrk="1" latinLnBrk="0" hangingPunct="1">
        <a:lnSpc>
          <a:spcPct val="90000"/>
        </a:lnSpc>
        <a:spcBef>
          <a:spcPts val="500"/>
        </a:spcBef>
        <a:buFont typeface="Arial" panose="020B0604020202020204" pitchFamily="34" charset="0"/>
        <a:buNone/>
        <a:defRPr sz="1200" kern="1200">
          <a:solidFill>
            <a:schemeClr val="tx1"/>
          </a:solidFill>
          <a:latin typeface="Montserrat" pitchFamily="2" charset="77"/>
          <a:ea typeface="+mn-ea"/>
          <a:cs typeface="+mn-cs"/>
        </a:defRPr>
      </a:lvl3pPr>
      <a:lvl4pPr marL="1371566" indent="0" algn="l" defTabSz="914377" rtl="0" eaLnBrk="1" latinLnBrk="0" hangingPunct="1">
        <a:lnSpc>
          <a:spcPct val="90000"/>
        </a:lnSpc>
        <a:spcBef>
          <a:spcPts val="500"/>
        </a:spcBef>
        <a:buFont typeface="Arial" panose="020B0604020202020204" pitchFamily="34" charset="0"/>
        <a:buNone/>
        <a:defRPr sz="1200" kern="1200">
          <a:solidFill>
            <a:schemeClr val="tx1"/>
          </a:solidFill>
          <a:latin typeface="Montserrat" pitchFamily="2" charset="77"/>
          <a:ea typeface="+mn-ea"/>
          <a:cs typeface="+mn-cs"/>
        </a:defRPr>
      </a:lvl4pPr>
      <a:lvl5pPr marL="1828754" indent="0" algn="l" defTabSz="914377" rtl="0" eaLnBrk="1" latinLnBrk="0" hangingPunct="1">
        <a:lnSpc>
          <a:spcPct val="90000"/>
        </a:lnSpc>
        <a:spcBef>
          <a:spcPts val="500"/>
        </a:spcBef>
        <a:buFont typeface="Arial" panose="020B0604020202020204" pitchFamily="34" charset="0"/>
        <a:buNone/>
        <a:defRPr sz="120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23.png"/><Relationship Id="rId3"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25.png"/><Relationship Id="rId3"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2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2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2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3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3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3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36.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3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3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3" sz="quarter"/>
          </p:nvPr>
        </p:nvSpPr>
        <p:spPr/>
        <p:txBody>
          <a:bodyPr/>
          <a:lstStyle/>
          <a:p/>
        </p:txBody>
      </p:sp>
      <p:sp>
        <p:nvSpPr>
          <p:cNvPr id="4" name="TextBox 3"/>
          <p:cNvSpPr txBox="1"/>
          <p:nvPr/>
        </p:nvSpPr>
        <p:spPr>
          <a:xfrm>
            <a:off x="4325112" y="2468880"/>
            <a:ext cx="8101583" cy="731520"/>
          </a:xfrm>
          <a:prstGeom prst="rect">
            <a:avLst/>
          </a:prstGeom>
          <a:noFill/>
        </p:spPr>
        <p:txBody>
          <a:bodyPr wrap="square">
            <a:spAutoFit/>
          </a:bodyPr>
          <a:lstStyle/>
          <a:p>
            <a:r>
              <a:rPr sz="4000" b="0">
                <a:latin typeface="Galano Grotesque"/>
              </a:rPr>
              <a:t>Cloud Computing</a:t>
            </a:r>
          </a:p>
        </p:txBody>
      </p:sp>
      <p:sp>
        <p:nvSpPr>
          <p:cNvPr id="5" name="TextBox 4"/>
          <p:cNvSpPr txBox="1"/>
          <p:nvPr/>
        </p:nvSpPr>
        <p:spPr>
          <a:xfrm>
            <a:off x="4325112" y="3017520"/>
            <a:ext cx="8101583" cy="731520"/>
          </a:xfrm>
          <a:prstGeom prst="rect">
            <a:avLst/>
          </a:prstGeom>
          <a:noFill/>
        </p:spPr>
        <p:txBody>
          <a:bodyPr wrap="square">
            <a:spAutoFit/>
          </a:bodyPr>
          <a:lstStyle/>
          <a:p>
            <a:r>
              <a:rPr sz="4000" b="1">
                <a:latin typeface="Galano Grotesque"/>
              </a:rPr>
              <a:t>Cloud Architecture</a:t>
            </a:r>
          </a:p>
        </p:txBody>
      </p:sp>
      <p:sp>
        <p:nvSpPr>
          <p:cNvPr id="6" name="TextBox 5"/>
          <p:cNvSpPr txBox="1"/>
          <p:nvPr/>
        </p:nvSpPr>
        <p:spPr>
          <a:xfrm>
            <a:off x="4325112" y="3511296"/>
            <a:ext cx="7507224" cy="667512"/>
          </a:xfrm>
          <a:prstGeom prst="rect">
            <a:avLst/>
          </a:prstGeom>
          <a:noFill/>
        </p:spPr>
        <p:txBody>
          <a:bodyPr wrap="square">
            <a:spAutoFit/>
          </a:bodyPr>
          <a:lstStyle/>
          <a:p>
            <a:r>
              <a:rPr sz="1800" b="1">
                <a:latin typeface="Galano Grotesque SemiBold"/>
              </a:rPr>
              <a:t>FRB ECM Exam - Azure Environment</a:t>
            </a:r>
          </a:p>
        </p:txBody>
      </p:sp>
      <p:sp>
        <p:nvSpPr>
          <p:cNvPr id="7" name="TextBox 6"/>
          <p:cNvSpPr txBox="1"/>
          <p:nvPr/>
        </p:nvSpPr>
        <p:spPr>
          <a:xfrm>
            <a:off x="4325112" y="4078224"/>
            <a:ext cx="7507224" cy="365760"/>
          </a:xfrm>
          <a:prstGeom prst="rect">
            <a:avLst/>
          </a:prstGeom>
          <a:noFill/>
        </p:spPr>
        <p:txBody>
          <a:bodyPr wrap="square">
            <a:spAutoFit/>
          </a:bodyPr>
          <a:lstStyle/>
          <a:p>
            <a:r>
              <a:rPr sz="1800" b="0">
                <a:latin typeface="Galano Grotesque"/>
              </a:rPr>
              <a:t>August 2026</a:t>
            </a:r>
          </a:p>
        </p:txBody>
      </p:sp>
      <p:sp>
        <p:nvSpPr>
          <p:cNvPr id="8" name="TextBox 7"/>
          <p:cNvSpPr txBox="1"/>
          <p:nvPr/>
        </p:nvSpPr>
        <p:spPr>
          <a:xfrm>
            <a:off x="5486400" y="6611112"/>
            <a:ext cx="1216152" cy="246888"/>
          </a:xfrm>
          <a:prstGeom prst="rect">
            <a:avLst/>
          </a:prstGeom>
          <a:noFill/>
        </p:spPr>
        <p:txBody>
          <a:bodyPr wrap="square">
            <a:spAutoFit/>
          </a:bodyPr>
          <a:lstStyle/>
          <a:p>
            <a:r>
              <a:rPr sz="1000" b="0">
                <a:latin typeface="Galano Grotesque"/>
              </a:rPr>
              <a:t>Ally Confidential</a:t>
            </a:r>
          </a:p>
        </p:txBody>
      </p:sp>
      <p:sp>
        <p:nvSpPr>
          <p:cNvPr id="9" name="TextBox 8"/>
          <p:cNvSpPr txBox="1"/>
          <p:nvPr/>
        </p:nvSpPr>
        <p:spPr>
          <a:xfrm>
            <a:off x="8951976" y="6355080"/>
            <a:ext cx="2743200" cy="365760"/>
          </a:xfrm>
          <a:prstGeom prst="rect">
            <a:avLst/>
          </a:prstGeom>
          <a:noFill/>
        </p:spPr>
        <p:txBody>
          <a:bodyPr wrap="square">
            <a:spAutoFit/>
          </a:bodyPr>
          <a:lstStyle/>
          <a:p>
            <a:pPr algn="r"/>
            <a:r>
              <a:rPr sz="1000" b="0">
                <a:latin typeface="Galano Grotesque"/>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566928" y="685800"/>
            <a:ext cx="11128248" cy="4892040"/>
          </a:xfrm>
          <a:prstGeom prst="rect">
            <a:avLst/>
          </a:prstGeom>
          <a:noFill/>
        </p:spPr>
        <p:txBody>
          <a:bodyPr wrap="square">
            <a:spAutoFit/>
          </a:bodyPr>
          <a:lstStyle/>
          <a:p>
            <a:r>
              <a:rPr sz="1200" b="0">
                <a:latin typeface="Galano Grotesque"/>
              </a:rPr>
              <a:t>CONFIDENTIALITY OF INFORMATION</a:t>
            </a:r>
          </a:p>
          <a:p>
            <a:r>
              <a:rPr sz="1200" b="0">
                <a:latin typeface="Galano Grotesque"/>
              </a:rPr>
              <a:t/>
            </a:r>
          </a:p>
          <a:p>
            <a:r>
              <a:rPr sz="1200" b="0">
                <a:latin typeface="Galano Grotesque"/>
              </a:rPr>
              <a:t>The information contained herein are privileged and/or confidential commercial or financial information.</a:t>
            </a:r>
          </a:p>
          <a:p>
            <a:r>
              <a:rPr sz="1200" b="0">
                <a:latin typeface="Galano Grotesque"/>
              </a:rPr>
              <a:t>This information is protected from disclosure under the Freedom of Information Act.</a:t>
            </a:r>
          </a:p>
          <a:p>
            <a:r>
              <a:rPr sz="1200" b="0">
                <a:latin typeface="Galano Grotesque"/>
              </a:rPr>
              <a:t>Any public disclosure of this information would significantly harm Ally, its competitive position, or its customers.</a:t>
            </a:r>
          </a:p>
          <a:p>
            <a:r>
              <a:rPr sz="1200" b="0">
                <a:latin typeface="Galano Grotesque"/>
              </a:rPr>
              <a:t>Ally requests prior notification and an opportunity to respond if any person submits a Freedom of Information Act or similar request.</a:t>
            </a:r>
          </a:p>
        </p:txBody>
      </p:sp>
      <p:sp>
        <p:nvSpPr>
          <p:cNvPr id="4" name="TextBox 3"/>
          <p:cNvSpPr txBox="1"/>
          <p:nvPr/>
        </p:nvSpPr>
        <p:spPr>
          <a:xfrm>
            <a:off x="5486400" y="6611112"/>
            <a:ext cx="1216152" cy="246888"/>
          </a:xfrm>
          <a:prstGeom prst="rect">
            <a:avLst/>
          </a:prstGeom>
          <a:noFill/>
        </p:spPr>
        <p:txBody>
          <a:bodyPr wrap="square">
            <a:spAutoFit/>
          </a:bodyPr>
          <a:lstStyle/>
          <a:p>
            <a:r>
              <a:rPr sz="1000" b="0">
                <a:latin typeface="Galano Grotesque"/>
              </a:rPr>
              <a:t>Ally Confidential</a:t>
            </a:r>
          </a:p>
        </p:txBody>
      </p:sp>
      <p:sp>
        <p:nvSpPr>
          <p:cNvPr id="5" name="TextBox 4"/>
          <p:cNvSpPr txBox="1"/>
          <p:nvPr/>
        </p:nvSpPr>
        <p:spPr>
          <a:xfrm>
            <a:off x="8951976" y="6355080"/>
            <a:ext cx="2743200" cy="365760"/>
          </a:xfrm>
          <a:prstGeom prst="rect">
            <a:avLst/>
          </a:prstGeom>
          <a:noFill/>
        </p:spPr>
        <p:txBody>
          <a:bodyPr wrap="square">
            <a:spAutoFit/>
          </a:bodyPr>
          <a:lstStyle/>
          <a:p>
            <a:pPr algn="r"/>
            <a:r>
              <a:rPr sz="1000" b="0">
                <a:latin typeface="Galano Grotesque"/>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6" sz="quarter"/>
          </p:nvPr>
        </p:nvSpPr>
        <p:spPr/>
        <p:txBody>
          <a:bodyPr/>
          <a:lstStyle/>
          <a:p/>
        </p:txBody>
      </p:sp>
      <p:sp>
        <p:nvSpPr>
          <p:cNvPr id="3" name="Title 2"/>
          <p:cNvSpPr>
            <a:spLocks noGrp="1"/>
          </p:cNvSpPr>
          <p:nvPr>
            <p:ph type="title"/>
          </p:nvPr>
        </p:nvSpPr>
        <p:spPr/>
        <p:txBody>
          <a:bodyPr/>
          <a:lstStyle/>
          <a:p/>
        </p:txBody>
      </p:sp>
      <p:sp>
        <p:nvSpPr>
          <p:cNvPr id="4" name="Text Placeholder 3"/>
          <p:cNvSpPr>
            <a:spLocks noGrp="1"/>
          </p:cNvSpPr>
          <p:nvPr>
            <p:ph type="body" idx="15" sz="quarter"/>
          </p:nvPr>
        </p:nvSpPr>
        <p:spPr/>
        <p:txBody>
          <a:bodyPr/>
          <a:lstStyle/>
          <a:p/>
        </p:txBody>
      </p:sp>
      <p:sp>
        <p:nvSpPr>
          <p:cNvPr id="5" name="TextBox 4"/>
          <p:cNvSpPr txBox="1"/>
          <p:nvPr/>
        </p:nvSpPr>
        <p:spPr>
          <a:xfrm>
            <a:off x="365760" y="45720"/>
            <a:ext cx="9006840" cy="457200"/>
          </a:xfrm>
          <a:prstGeom prst="rect">
            <a:avLst/>
          </a:prstGeom>
          <a:noFill/>
        </p:spPr>
        <p:txBody>
          <a:bodyPr wrap="square">
            <a:spAutoFit/>
          </a:bodyPr>
          <a:lstStyle/>
          <a:p>
            <a:r>
              <a:rPr sz="2400" b="0">
                <a:latin typeface="Galano Grotesque"/>
              </a:rPr>
              <a:t>Agenda</a:t>
            </a:r>
          </a:p>
        </p:txBody>
      </p:sp>
      <p:sp>
        <p:nvSpPr>
          <p:cNvPr id="6" name="TextBox 5"/>
          <p:cNvSpPr txBox="1"/>
          <p:nvPr/>
        </p:nvSpPr>
        <p:spPr>
          <a:xfrm>
            <a:off x="365760" y="594360"/>
            <a:ext cx="5577840" cy="694944"/>
          </a:xfrm>
          <a:prstGeom prst="rect">
            <a:avLst/>
          </a:prstGeom>
          <a:noFill/>
        </p:spPr>
        <p:txBody>
          <a:bodyPr wrap="square">
            <a:spAutoFit/>
          </a:bodyPr>
          <a:lstStyle/>
          <a:p>
            <a:r>
              <a:rPr sz="1800" b="0">
                <a:latin typeface="Galano Grotesque"/>
              </a:rPr>
              <a:t>Cloud Architecture</a:t>
            </a:r>
          </a:p>
          <a:p>
            <a:r>
              <a:rPr sz="1800" b="0">
                <a:latin typeface="Galano Grotesque"/>
              </a:rPr>
              <a:t>August 2026</a:t>
            </a:r>
          </a:p>
        </p:txBody>
      </p:sp>
      <p:sp>
        <p:nvSpPr>
          <p:cNvPr id="7" name="TextBox 6"/>
          <p:cNvSpPr txBox="1"/>
          <p:nvPr/>
        </p:nvSpPr>
        <p:spPr>
          <a:xfrm>
            <a:off x="886968" y="1463040"/>
            <a:ext cx="5422392" cy="4892040"/>
          </a:xfrm>
          <a:prstGeom prst="rect">
            <a:avLst/>
          </a:prstGeom>
          <a:noFill/>
        </p:spPr>
        <p:txBody>
          <a:bodyPr wrap="square">
            <a:spAutoFit/>
          </a:bodyPr>
          <a:lstStyle/>
          <a:p>
            <a:r>
              <a:rPr sz="1400" b="0">
                <a:latin typeface="Galano Grotesque"/>
              </a:rPr>
              <a:t>Cloud Networking</a:t>
            </a:r>
          </a:p>
          <a:p>
            <a:r>
              <a:rPr sz="1400" b="0">
                <a:latin typeface="Galano Grotesque"/>
              </a:rPr>
              <a:t>  Azure Cloud Adoption Framework</a:t>
            </a:r>
          </a:p>
          <a:p>
            <a:r>
              <a:rPr sz="1400" b="0">
                <a:latin typeface="Galano Grotesque"/>
              </a:rPr>
              <a:t>  Azure Networking Overview &amp; Landing Zones</a:t>
            </a:r>
          </a:p>
          <a:p>
            <a:r>
              <a:rPr sz="1400" b="0">
                <a:latin typeface="Galano Grotesque"/>
              </a:rPr>
              <a:t>  Virtual Network (VNet) Isolation</a:t>
            </a:r>
          </a:p>
          <a:p>
            <a:r>
              <a:rPr sz="1400" b="0">
                <a:latin typeface="Galano Grotesque"/>
              </a:rPr>
              <a:t>  Multi-Subscription Isolation</a:t>
            </a:r>
          </a:p>
          <a:p>
            <a:r>
              <a:rPr sz="1400" b="0">
                <a:latin typeface="Galano Grotesque"/>
              </a:rPr>
              <a:t>  Network Security Design - Same Region</a:t>
            </a:r>
          </a:p>
          <a:p>
            <a:r>
              <a:rPr sz="1400" b="0">
                <a:latin typeface="Galano Grotesque"/>
              </a:rPr>
              <a:t>  Network Security Design - Cross Region</a:t>
            </a:r>
          </a:p>
          <a:p>
            <a:r>
              <a:rPr sz="1400" b="0">
                <a:latin typeface="Galano Grotesque"/>
              </a:rPr>
              <a:t>  Network Performance Reviews</a:t>
            </a:r>
          </a:p>
          <a:p>
            <a:r>
              <a:rPr sz="1400" b="0">
                <a:latin typeface="Galano Grotesque"/>
              </a:rPr>
              <a:t>  Enabling Application Adoption (CI/CD)</a:t>
            </a:r>
          </a:p>
          <a:p>
            <a:r>
              <a:rPr sz="1400" b="0">
                <a:latin typeface="Galano Grotesque"/>
              </a:rPr>
              <a:t/>
            </a:r>
          </a:p>
          <a:p>
            <a:r>
              <a:rPr sz="1400" b="0">
                <a:latin typeface="Galano Grotesque"/>
              </a:rPr>
              <a:t>Cloud Resiliency</a:t>
            </a:r>
          </a:p>
          <a:p>
            <a:r>
              <a:rPr sz="1400" b="0">
                <a:latin typeface="Galano Grotesque"/>
              </a:rPr>
              <a:t>  Multi-Region Architecture</a:t>
            </a:r>
          </a:p>
          <a:p>
            <a:r>
              <a:rPr sz="1400" b="0">
                <a:latin typeface="Galano Grotesque"/>
              </a:rPr>
              <a:t>  Load Balancing &amp; Elasticity</a:t>
            </a:r>
          </a:p>
        </p:txBody>
      </p:sp>
      <p:sp>
        <p:nvSpPr>
          <p:cNvPr id="8" name="TextBox 7"/>
          <p:cNvSpPr txBox="1"/>
          <p:nvPr/>
        </p:nvSpPr>
        <p:spPr>
          <a:xfrm>
            <a:off x="6464808" y="1463040"/>
            <a:ext cx="5513832" cy="4572000"/>
          </a:xfrm>
          <a:prstGeom prst="rect">
            <a:avLst/>
          </a:prstGeom>
          <a:noFill/>
        </p:spPr>
        <p:txBody>
          <a:bodyPr wrap="square">
            <a:spAutoFit/>
          </a:bodyPr>
          <a:lstStyle/>
          <a:p>
            <a:r>
              <a:rPr sz="1400" b="0">
                <a:latin typeface="Galano Grotesque"/>
              </a:rPr>
              <a:t>Additional Topics</a:t>
            </a:r>
          </a:p>
          <a:p>
            <a:r>
              <a:rPr sz="1400" b="0">
                <a:latin typeface="Galano Grotesque"/>
              </a:rPr>
              <a:t>  Identity &amp; Access Management</a:t>
            </a:r>
          </a:p>
          <a:p>
            <a:r>
              <a:rPr sz="1400" b="0">
                <a:latin typeface="Galano Grotesque"/>
              </a:rPr>
              <a:t>  Policy Governance &amp; Compliance</a:t>
            </a:r>
          </a:p>
          <a:p>
            <a:r>
              <a:rPr sz="1400" b="0">
                <a:latin typeface="Galano Grotesque"/>
              </a:rPr>
              <a:t>  Application Log Flow &amp; Monitoring</a:t>
            </a:r>
          </a:p>
          <a:p>
            <a:r>
              <a:rPr sz="1400" b="0">
                <a:latin typeface="Galano Grotesque"/>
              </a:rPr>
              <a:t>  Hybrid DNS Integration</a:t>
            </a:r>
          </a:p>
          <a:p>
            <a:r>
              <a:rPr sz="1400" b="0">
                <a:latin typeface="Galano Grotesque"/>
              </a:rPr>
              <a:t>  GitLab Integration &amp; CI/CD</a:t>
            </a:r>
          </a:p>
          <a:p>
            <a:r>
              <a:rPr sz="1400" b="0">
                <a:latin typeface="Galano Grotesque"/>
              </a:rPr>
              <a:t>  NAOTest Tenant Architecture</a:t>
            </a:r>
          </a:p>
          <a:p>
            <a:r>
              <a:rPr sz="1400" b="0">
                <a:latin typeface="Galano Grotesque"/>
              </a:rPr>
              <a:t/>
            </a:r>
          </a:p>
          <a:p>
            <a:r>
              <a:rPr sz="1400" b="0">
                <a:latin typeface="Galano Grotesque"/>
              </a:rPr>
              <a:t>Note: This deck covers the Azure environment.</a:t>
            </a:r>
          </a:p>
          <a:p>
            <a:r>
              <a:rPr sz="1400" b="0">
                <a:latin typeface="Galano Grotesque"/>
              </a:rPr>
              <a:t>Azure uses Subscriptions (vs AWS Accounts),</a:t>
            </a:r>
          </a:p>
          <a:p>
            <a:r>
              <a:rPr sz="1400" b="0">
                <a:latin typeface="Galano Grotesque"/>
              </a:rPr>
              <a:t>VNets (vs VPCs), and ExpressRoute (vs Direct Connect).</a:t>
            </a:r>
          </a:p>
        </p:txBody>
      </p:sp>
      <p:sp>
        <p:nvSpPr>
          <p:cNvPr id="9" name="TextBox 8"/>
          <p:cNvSpPr txBox="1"/>
          <p:nvPr/>
        </p:nvSpPr>
        <p:spPr>
          <a:xfrm>
            <a:off x="5486400" y="6611112"/>
            <a:ext cx="1216152" cy="246888"/>
          </a:xfrm>
          <a:prstGeom prst="rect">
            <a:avLst/>
          </a:prstGeom>
          <a:noFill/>
        </p:spPr>
        <p:txBody>
          <a:bodyPr wrap="square">
            <a:spAutoFit/>
          </a:bodyPr>
          <a:lstStyle/>
          <a:p>
            <a:r>
              <a:rPr sz="1000" b="0">
                <a:latin typeface="Galano Grotesque"/>
              </a:rPr>
              <a:t>Ally Confidential</a:t>
            </a:r>
          </a:p>
        </p:txBody>
      </p:sp>
      <p:sp>
        <p:nvSpPr>
          <p:cNvPr id="10" name="TextBox 9"/>
          <p:cNvSpPr txBox="1"/>
          <p:nvPr/>
        </p:nvSpPr>
        <p:spPr>
          <a:xfrm>
            <a:off x="8951976" y="6355080"/>
            <a:ext cx="2743200" cy="365760"/>
          </a:xfrm>
          <a:prstGeom prst="rect">
            <a:avLst/>
          </a:prstGeom>
          <a:noFill/>
        </p:spPr>
        <p:txBody>
          <a:bodyPr wrap="square">
            <a:spAutoFit/>
          </a:bodyPr>
          <a:lstStyle/>
          <a:p>
            <a:pPr algn="r"/>
            <a:r>
              <a:rPr sz="1000" b="0">
                <a:latin typeface="Galano Grotesque"/>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3" sz="quarter"/>
          </p:nvPr>
        </p:nvSpPr>
        <p:spPr/>
        <p:txBody>
          <a:bodyPr/>
          <a:lstStyle/>
          <a:p/>
        </p:txBody>
      </p:sp>
      <p:sp>
        <p:nvSpPr>
          <p:cNvPr id="4" name="TextBox 3"/>
          <p:cNvSpPr txBox="1"/>
          <p:nvPr/>
        </p:nvSpPr>
        <p:spPr>
          <a:xfrm>
            <a:off x="4343400" y="2843784"/>
            <a:ext cx="6720840" cy="1453896"/>
          </a:xfrm>
          <a:prstGeom prst="rect">
            <a:avLst/>
          </a:prstGeom>
          <a:noFill/>
        </p:spPr>
        <p:txBody>
          <a:bodyPr wrap="square">
            <a:spAutoFit/>
          </a:bodyPr>
          <a:lstStyle/>
          <a:p>
            <a:r>
              <a:rPr sz="4000" b="0">
                <a:latin typeface="Galano Grotesque"/>
              </a:rPr>
              <a:t>Cloud Networking</a:t>
            </a:r>
          </a:p>
        </p:txBody>
      </p:sp>
      <p:sp>
        <p:nvSpPr>
          <p:cNvPr id="5" name="TextBox 4"/>
          <p:cNvSpPr txBox="1"/>
          <p:nvPr/>
        </p:nvSpPr>
        <p:spPr>
          <a:xfrm>
            <a:off x="5486400" y="6611112"/>
            <a:ext cx="1216152" cy="246888"/>
          </a:xfrm>
          <a:prstGeom prst="rect">
            <a:avLst/>
          </a:prstGeom>
          <a:noFill/>
        </p:spPr>
        <p:txBody>
          <a:bodyPr wrap="square">
            <a:spAutoFit/>
          </a:bodyPr>
          <a:lstStyle/>
          <a:p>
            <a:r>
              <a:rPr sz="1000" b="0">
                <a:latin typeface="Galano Grotesque"/>
              </a:rPr>
              <a:t>Ally Confidential</a:t>
            </a:r>
          </a:p>
        </p:txBody>
      </p:sp>
      <p:sp>
        <p:nvSpPr>
          <p:cNvPr id="6" name="TextBox 5"/>
          <p:cNvSpPr txBox="1"/>
          <p:nvPr/>
        </p:nvSpPr>
        <p:spPr>
          <a:xfrm>
            <a:off x="8951976" y="6355080"/>
            <a:ext cx="2743200" cy="365760"/>
          </a:xfrm>
          <a:prstGeom prst="rect">
            <a:avLst/>
          </a:prstGeom>
          <a:noFill/>
        </p:spPr>
        <p:txBody>
          <a:bodyPr wrap="square">
            <a:spAutoFit/>
          </a:bodyPr>
          <a:lstStyle/>
          <a:p>
            <a:pPr algn="r"/>
            <a:r>
              <a:rPr sz="1000" b="0">
                <a:latin typeface="Galano Grotesque"/>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6" sz="quarter"/>
          </p:nvPr>
        </p:nvSpPr>
        <p:spPr/>
        <p:txBody>
          <a:bodyPr/>
          <a:lstStyle/>
          <a:p/>
        </p:txBody>
      </p:sp>
      <p:sp>
        <p:nvSpPr>
          <p:cNvPr id="3" name="Title 2"/>
          <p:cNvSpPr>
            <a:spLocks noGrp="1"/>
          </p:cNvSpPr>
          <p:nvPr>
            <p:ph type="title"/>
          </p:nvPr>
        </p:nvSpPr>
        <p:spPr/>
        <p:txBody>
          <a:bodyPr/>
          <a:lstStyle/>
          <a:p/>
        </p:txBody>
      </p:sp>
      <p:sp>
        <p:nvSpPr>
          <p:cNvPr id="4" name="Text Placeholder 3"/>
          <p:cNvSpPr>
            <a:spLocks noGrp="1"/>
          </p:cNvSpPr>
          <p:nvPr>
            <p:ph type="body" idx="15" sz="quarter"/>
          </p:nvPr>
        </p:nvSpPr>
        <p:spPr/>
        <p:txBody>
          <a:bodyPr/>
          <a:lstStyle/>
          <a:p/>
        </p:txBody>
      </p:sp>
      <p:sp>
        <p:nvSpPr>
          <p:cNvPr id="5" name="TextBox 4"/>
          <p:cNvSpPr txBox="1"/>
          <p:nvPr/>
        </p:nvSpPr>
        <p:spPr>
          <a:xfrm>
            <a:off x="274320" y="128016"/>
            <a:ext cx="11183112" cy="457200"/>
          </a:xfrm>
          <a:prstGeom prst="rect">
            <a:avLst/>
          </a:prstGeom>
          <a:noFill/>
        </p:spPr>
        <p:txBody>
          <a:bodyPr wrap="square">
            <a:spAutoFit/>
          </a:bodyPr>
          <a:lstStyle/>
          <a:p>
            <a:r>
              <a:rPr sz="2400" b="0">
                <a:latin typeface="Galano Grotesque"/>
              </a:rPr>
              <a:t>Cloud Adoption Framework</a:t>
            </a:r>
          </a:p>
        </p:txBody>
      </p:sp>
      <p:sp>
        <p:nvSpPr>
          <p:cNvPr id="6" name="TextBox 5"/>
          <p:cNvSpPr txBox="1"/>
          <p:nvPr/>
        </p:nvSpPr>
        <p:spPr>
          <a:xfrm>
            <a:off x="301752" y="612648"/>
            <a:ext cx="11585448" cy="694944"/>
          </a:xfrm>
          <a:prstGeom prst="rect">
            <a:avLst/>
          </a:prstGeom>
          <a:noFill/>
        </p:spPr>
        <p:txBody>
          <a:bodyPr wrap="square">
            <a:spAutoFit/>
          </a:bodyPr>
          <a:lstStyle/>
          <a:p>
            <a:r>
              <a:rPr sz="2000" b="0">
                <a:latin typeface="Galano Grotesque"/>
              </a:rPr>
              <a:t>Ally accelerates business value through a tailored, multi-pillar framework leveraging Terraform CAF enterprise-scale for Azure.</a:t>
            </a:r>
          </a:p>
        </p:txBody>
      </p:sp>
      <p:sp>
        <p:nvSpPr>
          <p:cNvPr id="7" name="TextBox 6"/>
          <p:cNvSpPr txBox="1"/>
          <p:nvPr/>
        </p:nvSpPr>
        <p:spPr>
          <a:xfrm>
            <a:off x="411480" y="1572768"/>
            <a:ext cx="4251960" cy="4325112"/>
          </a:xfrm>
          <a:prstGeom prst="rect">
            <a:avLst/>
          </a:prstGeom>
          <a:noFill/>
        </p:spPr>
        <p:txBody>
          <a:bodyPr wrap="square">
            <a:spAutoFit/>
          </a:bodyPr>
          <a:lstStyle/>
          <a:p>
            <a:r>
              <a:rPr sz="1200" b="0">
                <a:latin typeface="Galano Grotesque"/>
              </a:rPr>
              <a:t>Infrastructure</a:t>
            </a:r>
          </a:p>
          <a:p>
            <a:r>
              <a:rPr sz="1200" b="0">
                <a:latin typeface="Galano Grotesque"/>
              </a:rPr>
              <a:t>Accelerates delivery of innovative customer capabilities through agile, automated, and governed cloud infrastructure.</a:t>
            </a:r>
          </a:p>
          <a:p>
            <a:r>
              <a:rPr sz="1200" b="0">
                <a:latin typeface="Galano Grotesque"/>
              </a:rPr>
              <a:t/>
            </a:r>
          </a:p>
          <a:p>
            <a:r>
              <a:rPr sz="1200" b="0">
                <a:latin typeface="Galano Grotesque"/>
              </a:rPr>
              <a:t>Security</a:t>
            </a:r>
          </a:p>
          <a:p>
            <a:r>
              <a:rPr sz="1200" b="0">
                <a:latin typeface="Galano Grotesque"/>
              </a:rPr>
              <a:t>Secures the cloud with defense-in-depth to protect customers using Azure Policy, NSGs, Palo Alto, and Defender.</a:t>
            </a:r>
          </a:p>
          <a:p>
            <a:r>
              <a:rPr sz="1200" b="0">
                <a:latin typeface="Galano Grotesque"/>
              </a:rPr>
              <a:t/>
            </a:r>
          </a:p>
          <a:p>
            <a:r>
              <a:rPr sz="1200" b="0">
                <a:latin typeface="Galano Grotesque"/>
              </a:rPr>
              <a:t>Operations</a:t>
            </a:r>
          </a:p>
          <a:p>
            <a:r>
              <a:rPr sz="1200" b="0">
                <a:latin typeface="Galano Grotesque"/>
              </a:rPr>
              <a:t>Enables efficient operations with Azure Monitor, Event Hubs, Splunk integration, and automated alerting.</a:t>
            </a:r>
          </a:p>
          <a:p>
            <a:r>
              <a:rPr sz="1200" b="0">
                <a:latin typeface="Galano Grotesque"/>
              </a:rPr>
              <a:t/>
            </a:r>
          </a:p>
          <a:p>
            <a:r>
              <a:rPr sz="1200" b="0">
                <a:latin typeface="Galano Grotesque"/>
              </a:rPr>
              <a:t>Governance</a:t>
            </a:r>
          </a:p>
          <a:p>
            <a:r>
              <a:rPr sz="1200" b="0">
                <a:latin typeface="Galano Grotesque"/>
              </a:rPr>
              <a:t>Ensures compliance through Azure Policy, tagging standards, and centralized management groups.</a:t>
            </a:r>
          </a:p>
        </p:txBody>
      </p:sp>
      <p:pic>
        <p:nvPicPr>
          <p:cNvPr id="8" name="Picture 7" descr="caf_framework.png"/>
          <p:cNvPicPr>
            <a:picLocks noChangeAspect="1"/>
          </p:cNvPicPr>
          <p:nvPr/>
        </p:nvPicPr>
        <p:blipFill>
          <a:blip r:embed="rId2"/>
          <a:stretch>
            <a:fillRect/>
          </a:stretch>
        </p:blipFill>
        <p:spPr>
          <a:xfrm>
            <a:off x="4663440" y="1325880"/>
            <a:ext cx="7315200" cy="4892040"/>
          </a:xfrm>
          <a:prstGeom prst="rect">
            <a:avLst/>
          </a:prstGeom>
        </p:spPr>
      </p:pic>
      <p:sp>
        <p:nvSpPr>
          <p:cNvPr id="9" name="TextBox 8"/>
          <p:cNvSpPr txBox="1"/>
          <p:nvPr/>
        </p:nvSpPr>
        <p:spPr>
          <a:xfrm>
            <a:off x="5486400" y="6611112"/>
            <a:ext cx="1216152" cy="246888"/>
          </a:xfrm>
          <a:prstGeom prst="rect">
            <a:avLst/>
          </a:prstGeom>
          <a:noFill/>
        </p:spPr>
        <p:txBody>
          <a:bodyPr wrap="square">
            <a:spAutoFit/>
          </a:bodyPr>
          <a:lstStyle/>
          <a:p>
            <a:r>
              <a:rPr sz="1000" b="0">
                <a:latin typeface="Galano Grotesque"/>
              </a:rPr>
              <a:t>Ally Confidential</a:t>
            </a:r>
          </a:p>
        </p:txBody>
      </p:sp>
      <p:sp>
        <p:nvSpPr>
          <p:cNvPr id="10" name="TextBox 9"/>
          <p:cNvSpPr txBox="1"/>
          <p:nvPr/>
        </p:nvSpPr>
        <p:spPr>
          <a:xfrm>
            <a:off x="8951976" y="6355080"/>
            <a:ext cx="2743200" cy="365760"/>
          </a:xfrm>
          <a:prstGeom prst="rect">
            <a:avLst/>
          </a:prstGeom>
          <a:noFill/>
        </p:spPr>
        <p:txBody>
          <a:bodyPr wrap="square">
            <a:spAutoFit/>
          </a:bodyPr>
          <a:lstStyle/>
          <a:p>
            <a:pPr algn="r"/>
            <a:r>
              <a:rPr sz="1000" b="0">
                <a:latin typeface="Galano Grotesque"/>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6" sz="quarter"/>
          </p:nvPr>
        </p:nvSpPr>
        <p:spPr/>
        <p:txBody>
          <a:bodyPr/>
          <a:lstStyle/>
          <a:p/>
        </p:txBody>
      </p:sp>
      <p:sp>
        <p:nvSpPr>
          <p:cNvPr id="3" name="Title 2"/>
          <p:cNvSpPr>
            <a:spLocks noGrp="1"/>
          </p:cNvSpPr>
          <p:nvPr>
            <p:ph type="title"/>
          </p:nvPr>
        </p:nvSpPr>
        <p:spPr/>
        <p:txBody>
          <a:bodyPr/>
          <a:lstStyle/>
          <a:p/>
        </p:txBody>
      </p:sp>
      <p:sp>
        <p:nvSpPr>
          <p:cNvPr id="4" name="Text Placeholder 3"/>
          <p:cNvSpPr>
            <a:spLocks noGrp="1"/>
          </p:cNvSpPr>
          <p:nvPr>
            <p:ph type="body" idx="15" sz="quarter"/>
          </p:nvPr>
        </p:nvSpPr>
        <p:spPr/>
        <p:txBody>
          <a:bodyPr/>
          <a:lstStyle/>
          <a:p/>
        </p:txBody>
      </p:sp>
      <p:sp>
        <p:nvSpPr>
          <p:cNvPr id="5" name="TextBox 4"/>
          <p:cNvSpPr txBox="1"/>
          <p:nvPr/>
        </p:nvSpPr>
        <p:spPr>
          <a:xfrm>
            <a:off x="283464" y="128016"/>
            <a:ext cx="11183112" cy="457200"/>
          </a:xfrm>
          <a:prstGeom prst="rect">
            <a:avLst/>
          </a:prstGeom>
          <a:noFill/>
        </p:spPr>
        <p:txBody>
          <a:bodyPr wrap="square">
            <a:spAutoFit/>
          </a:bodyPr>
          <a:lstStyle/>
          <a:p>
            <a:r>
              <a:rPr sz="2400" b="0">
                <a:latin typeface="Galano Grotesque"/>
              </a:rPr>
              <a:t>Cloud Networking</a:t>
            </a:r>
          </a:p>
        </p:txBody>
      </p:sp>
      <p:sp>
        <p:nvSpPr>
          <p:cNvPr id="6" name="TextBox 5"/>
          <p:cNvSpPr txBox="1"/>
          <p:nvPr/>
        </p:nvSpPr>
        <p:spPr>
          <a:xfrm>
            <a:off x="301752" y="612648"/>
            <a:ext cx="11585448" cy="694944"/>
          </a:xfrm>
          <a:prstGeom prst="rect">
            <a:avLst/>
          </a:prstGeom>
          <a:noFill/>
        </p:spPr>
        <p:txBody>
          <a:bodyPr wrap="square">
            <a:spAutoFit/>
          </a:bodyPr>
          <a:lstStyle/>
          <a:p>
            <a:r>
              <a:rPr sz="2000" b="0">
                <a:latin typeface="Galano Grotesque"/>
              </a:rPr>
              <a:t>Ally provides robust cloud connectivity with secure access controls, isolated networks, monitored activity, and redundant routing.</a:t>
            </a:r>
          </a:p>
        </p:txBody>
      </p:sp>
      <p:sp>
        <p:nvSpPr>
          <p:cNvPr id="7" name="TextBox 6"/>
          <p:cNvSpPr txBox="1"/>
          <p:nvPr/>
        </p:nvSpPr>
        <p:spPr>
          <a:xfrm>
            <a:off x="438912" y="1975104"/>
            <a:ext cx="3840480" cy="3657600"/>
          </a:xfrm>
          <a:prstGeom prst="rect">
            <a:avLst/>
          </a:prstGeom>
          <a:noFill/>
        </p:spPr>
        <p:txBody>
          <a:bodyPr wrap="square">
            <a:spAutoFit/>
          </a:bodyPr>
          <a:lstStyle/>
          <a:p>
            <a:r>
              <a:rPr sz="1200" b="0">
                <a:latin typeface="Galano Grotesque"/>
              </a:rPr>
              <a:t>Secure Administrative Access Controls for All Networking Components</a:t>
            </a:r>
          </a:p>
          <a:p>
            <a:r>
              <a:rPr sz="1200" b="0">
                <a:latin typeface="Galano Grotesque"/>
              </a:rPr>
              <a:t/>
            </a:r>
          </a:p>
          <a:p>
            <a:r>
              <a:rPr sz="1200" b="0">
                <a:latin typeface="Galano Grotesque"/>
              </a:rPr>
              <a:t>Network &amp; Workload Isolation w/ NSGs Per Subscription &amp; Environment</a:t>
            </a:r>
          </a:p>
          <a:p>
            <a:r>
              <a:rPr sz="1200" b="0">
                <a:latin typeface="Galano Grotesque"/>
              </a:rPr>
              <a:t/>
            </a:r>
          </a:p>
          <a:p>
            <a:r>
              <a:rPr sz="1200" b="0">
                <a:latin typeface="Galano Grotesque"/>
              </a:rPr>
              <a:t>Monitoring of Abnormal Network Activity w/ SOC Integration</a:t>
            </a:r>
          </a:p>
          <a:p>
            <a:r>
              <a:rPr sz="1200" b="0">
                <a:latin typeface="Galano Grotesque"/>
              </a:rPr>
              <a:t/>
            </a:r>
          </a:p>
          <a:p>
            <a:r>
              <a:rPr sz="1200" b="0">
                <a:latin typeface="Galano Grotesque"/>
              </a:rPr>
              <a:t>Redundant Routing and Connectivity w/ Low Latency via ExpressRoute</a:t>
            </a:r>
          </a:p>
        </p:txBody>
      </p:sp>
      <p:pic>
        <p:nvPicPr>
          <p:cNvPr id="8" name="Picture 7" descr="slide5_network_overview.png"/>
          <p:cNvPicPr>
            <a:picLocks noChangeAspect="1"/>
          </p:cNvPicPr>
          <p:nvPr/>
        </p:nvPicPr>
        <p:blipFill>
          <a:blip r:embed="rId2"/>
          <a:stretch>
            <a:fillRect/>
          </a:stretch>
        </p:blipFill>
        <p:spPr>
          <a:xfrm>
            <a:off x="4553712" y="1527048"/>
            <a:ext cx="7196328" cy="4965192"/>
          </a:xfrm>
          <a:prstGeom prst="rect">
            <a:avLst/>
          </a:prstGeom>
        </p:spPr>
      </p:pic>
      <p:sp>
        <p:nvSpPr>
          <p:cNvPr id="9" name="TextBox 8"/>
          <p:cNvSpPr txBox="1"/>
          <p:nvPr/>
        </p:nvSpPr>
        <p:spPr>
          <a:xfrm>
            <a:off x="5486400" y="6611112"/>
            <a:ext cx="1216152" cy="246888"/>
          </a:xfrm>
          <a:prstGeom prst="rect">
            <a:avLst/>
          </a:prstGeom>
          <a:noFill/>
        </p:spPr>
        <p:txBody>
          <a:bodyPr wrap="square">
            <a:spAutoFit/>
          </a:bodyPr>
          <a:lstStyle/>
          <a:p>
            <a:r>
              <a:rPr sz="1000" b="0">
                <a:latin typeface="Galano Grotesque"/>
              </a:rPr>
              <a:t>Ally Confidential</a:t>
            </a:r>
          </a:p>
        </p:txBody>
      </p:sp>
      <p:sp>
        <p:nvSpPr>
          <p:cNvPr id="10" name="TextBox 9"/>
          <p:cNvSpPr txBox="1"/>
          <p:nvPr/>
        </p:nvSpPr>
        <p:spPr>
          <a:xfrm>
            <a:off x="8951976" y="6355080"/>
            <a:ext cx="2743200" cy="365760"/>
          </a:xfrm>
          <a:prstGeom prst="rect">
            <a:avLst/>
          </a:prstGeom>
          <a:noFill/>
        </p:spPr>
        <p:txBody>
          <a:bodyPr wrap="square">
            <a:spAutoFit/>
          </a:bodyPr>
          <a:lstStyle/>
          <a:p>
            <a:pPr algn="r"/>
            <a:r>
              <a:rPr sz="1000" b="0">
                <a:latin typeface="Galano Grotesque"/>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6" sz="quarter"/>
          </p:nvPr>
        </p:nvSpPr>
        <p:spPr/>
        <p:txBody>
          <a:bodyPr/>
          <a:lstStyle/>
          <a:p/>
        </p:txBody>
      </p:sp>
      <p:sp>
        <p:nvSpPr>
          <p:cNvPr id="3" name="Title 2"/>
          <p:cNvSpPr>
            <a:spLocks noGrp="1"/>
          </p:cNvSpPr>
          <p:nvPr>
            <p:ph type="title"/>
          </p:nvPr>
        </p:nvSpPr>
        <p:spPr/>
        <p:txBody>
          <a:bodyPr/>
          <a:lstStyle/>
          <a:p/>
        </p:txBody>
      </p:sp>
      <p:sp>
        <p:nvSpPr>
          <p:cNvPr id="4" name="Text Placeholder 3"/>
          <p:cNvSpPr>
            <a:spLocks noGrp="1"/>
          </p:cNvSpPr>
          <p:nvPr>
            <p:ph type="body" idx="15" sz="quarter"/>
          </p:nvPr>
        </p:nvSpPr>
        <p:spPr/>
        <p:txBody>
          <a:bodyPr/>
          <a:lstStyle/>
          <a:p/>
        </p:txBody>
      </p:sp>
      <p:sp>
        <p:nvSpPr>
          <p:cNvPr id="5" name="TextBox 4"/>
          <p:cNvSpPr txBox="1"/>
          <p:nvPr/>
        </p:nvSpPr>
        <p:spPr>
          <a:xfrm>
            <a:off x="283464" y="128016"/>
            <a:ext cx="11183112" cy="457200"/>
          </a:xfrm>
          <a:prstGeom prst="rect">
            <a:avLst/>
          </a:prstGeom>
          <a:noFill/>
        </p:spPr>
        <p:txBody>
          <a:bodyPr wrap="square">
            <a:spAutoFit/>
          </a:bodyPr>
          <a:lstStyle/>
          <a:p>
            <a:r>
              <a:rPr sz="2400" b="0">
                <a:latin typeface="Galano Grotesque"/>
              </a:rPr>
              <a:t>Network Security Architecture</a:t>
            </a:r>
          </a:p>
        </p:txBody>
      </p:sp>
      <p:sp>
        <p:nvSpPr>
          <p:cNvPr id="6" name="TextBox 5"/>
          <p:cNvSpPr txBox="1"/>
          <p:nvPr/>
        </p:nvSpPr>
        <p:spPr>
          <a:xfrm>
            <a:off x="301752" y="612648"/>
            <a:ext cx="11731752" cy="694944"/>
          </a:xfrm>
          <a:prstGeom prst="rect">
            <a:avLst/>
          </a:prstGeom>
          <a:noFill/>
        </p:spPr>
        <p:txBody>
          <a:bodyPr wrap="square">
            <a:spAutoFit/>
          </a:bodyPr>
          <a:lstStyle/>
          <a:p>
            <a:r>
              <a:rPr sz="2000" b="0">
                <a:latin typeface="Galano Grotesque"/>
              </a:rPr>
              <a:t>Ally enables comprehensive security through defense-in-depth inspection inside of each Azure landing zone via Palo Alto firewalls.</a:t>
            </a:r>
          </a:p>
        </p:txBody>
      </p:sp>
      <p:sp>
        <p:nvSpPr>
          <p:cNvPr id="7" name="TextBox 6"/>
          <p:cNvSpPr txBox="1"/>
          <p:nvPr/>
        </p:nvSpPr>
        <p:spPr>
          <a:xfrm>
            <a:off x="457200" y="1463040"/>
            <a:ext cx="10972800" cy="5029200"/>
          </a:xfrm>
          <a:prstGeom prst="rect">
            <a:avLst/>
          </a:prstGeom>
          <a:noFill/>
        </p:spPr>
        <p:txBody>
          <a:bodyPr wrap="square">
            <a:spAutoFit/>
          </a:bodyPr>
          <a:lstStyle/>
          <a:p>
            <a:r>
              <a:rPr sz="1400" b="0">
                <a:latin typeface="Galano Grotesque"/>
              </a:rPr>
              <a:t>Azure Landing Zone Network Security Model:</a:t>
            </a:r>
          </a:p>
          <a:p>
            <a:r>
              <a:rPr sz="1400" b="0">
                <a:latin typeface="Galano Grotesque"/>
              </a:rPr>
              <a:t/>
            </a:r>
          </a:p>
          <a:p>
            <a:r>
              <a:rPr sz="1400" b="0">
                <a:latin typeface="Galano Grotesque"/>
              </a:rPr>
              <a:t>• Dedicated Palo Alto Firewalls per landing zone in Connectivity Subscription</a:t>
            </a:r>
          </a:p>
          <a:p>
            <a:r>
              <a:rPr sz="1400" b="0">
                <a:latin typeface="Galano Grotesque"/>
              </a:rPr>
              <a:t>• Two deployment stacks: Trusted (internal/cross-sub) and Untrusted (internet-facing)</a:t>
            </a:r>
          </a:p>
          <a:p>
            <a:r>
              <a:rPr sz="1400" b="0">
                <a:latin typeface="Galano Grotesque"/>
              </a:rPr>
              <a:t>• All traffic leaving or entering a Subscription is routed to the applicable Palo stack</a:t>
            </a:r>
          </a:p>
          <a:p>
            <a:r>
              <a:rPr sz="1400" b="0">
                <a:latin typeface="Galano Grotesque"/>
              </a:rPr>
              <a:t>• Firewall Policy inspects and processes all traffic - denied unless explicitly allowed</a:t>
            </a:r>
          </a:p>
          <a:p>
            <a:r>
              <a:rPr sz="1400" b="0">
                <a:latin typeface="Galano Grotesque"/>
              </a:rPr>
              <a:t>• Network Security Groups (NSGs) provide per-subnet traffic filtering</a:t>
            </a:r>
          </a:p>
          <a:p>
            <a:r>
              <a:rPr sz="1400" b="0">
                <a:latin typeface="Galano Grotesque"/>
              </a:rPr>
              <a:t>• Route Tables (UDRs) override default Azure routing to force traffic through Palo</a:t>
            </a:r>
          </a:p>
          <a:p>
            <a:r>
              <a:rPr sz="1400" b="0">
                <a:latin typeface="Galano Grotesque"/>
              </a:rPr>
              <a:t>• Private Endpoints ensure PaaS services are only accessible via internal network</a:t>
            </a:r>
          </a:p>
          <a:p>
            <a:r>
              <a:rPr sz="1400" b="0">
                <a:latin typeface="Galano Grotesque"/>
              </a:rPr>
              <a:t/>
            </a:r>
          </a:p>
          <a:p>
            <a:r>
              <a:rPr sz="1400" b="0">
                <a:latin typeface="Galano Grotesque"/>
              </a:rPr>
              <a:t>Traffic Flow Directions:</a:t>
            </a:r>
          </a:p>
          <a:p>
            <a:r>
              <a:rPr sz="1400" b="0">
                <a:latin typeface="Galano Grotesque"/>
              </a:rPr>
              <a:t>  • North/South: Internet ingress/egress via Untrusted Palo stack</a:t>
            </a:r>
          </a:p>
          <a:p>
            <a:r>
              <a:rPr sz="1400" b="0">
                <a:latin typeface="Galano Grotesque"/>
              </a:rPr>
              <a:t>  • South: On-premises via ExpressRoute through Trusted Palo stack</a:t>
            </a:r>
          </a:p>
          <a:p>
            <a:r>
              <a:rPr sz="1400" b="0">
                <a:latin typeface="Galano Grotesque"/>
              </a:rPr>
              <a:t>  • East/West: Cross-subscription traffic inspected by Trusted Palo stack</a:t>
            </a:r>
          </a:p>
          <a:p>
            <a:r>
              <a:rPr sz="1400" b="0">
                <a:latin typeface="Galano Grotesque"/>
              </a:rPr>
              <a:t>  • Same Environment East: VNet peering within same subscription (direct)</a:t>
            </a:r>
          </a:p>
        </p:txBody>
      </p:sp>
      <p:sp>
        <p:nvSpPr>
          <p:cNvPr id="8" name="TextBox 7"/>
          <p:cNvSpPr txBox="1"/>
          <p:nvPr/>
        </p:nvSpPr>
        <p:spPr>
          <a:xfrm>
            <a:off x="5486400" y="6611112"/>
            <a:ext cx="1216152" cy="246888"/>
          </a:xfrm>
          <a:prstGeom prst="rect">
            <a:avLst/>
          </a:prstGeom>
          <a:noFill/>
        </p:spPr>
        <p:txBody>
          <a:bodyPr wrap="square">
            <a:spAutoFit/>
          </a:bodyPr>
          <a:lstStyle/>
          <a:p>
            <a:r>
              <a:rPr sz="1000" b="0">
                <a:latin typeface="Galano Grotesque"/>
              </a:rPr>
              <a:t>Ally Confidential</a:t>
            </a:r>
          </a:p>
        </p:txBody>
      </p:sp>
      <p:sp>
        <p:nvSpPr>
          <p:cNvPr id="9" name="TextBox 8"/>
          <p:cNvSpPr txBox="1"/>
          <p:nvPr/>
        </p:nvSpPr>
        <p:spPr>
          <a:xfrm>
            <a:off x="8951976" y="6355080"/>
            <a:ext cx="2743200" cy="365760"/>
          </a:xfrm>
          <a:prstGeom prst="rect">
            <a:avLst/>
          </a:prstGeom>
          <a:noFill/>
        </p:spPr>
        <p:txBody>
          <a:bodyPr wrap="square">
            <a:spAutoFit/>
          </a:bodyPr>
          <a:lstStyle/>
          <a:p>
            <a:pPr algn="r"/>
            <a:r>
              <a:rPr sz="1000" b="0">
                <a:latin typeface="Galano Grotesque"/>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201168" y="192024"/>
            <a:ext cx="8430768" cy="347472"/>
          </a:xfrm>
          <a:prstGeom prst="rect">
            <a:avLst/>
          </a:prstGeom>
          <a:noFill/>
        </p:spPr>
        <p:txBody>
          <a:bodyPr wrap="square">
            <a:spAutoFit/>
          </a:bodyPr>
          <a:lstStyle/>
          <a:p>
            <a:r>
              <a:rPr sz="2400" b="0">
                <a:latin typeface="Galano Grotesque"/>
              </a:rPr>
              <a:t>Virtual Network Isolation</a:t>
            </a:r>
          </a:p>
        </p:txBody>
      </p:sp>
      <p:sp>
        <p:nvSpPr>
          <p:cNvPr id="4" name="TextBox 3"/>
          <p:cNvSpPr txBox="1"/>
          <p:nvPr/>
        </p:nvSpPr>
        <p:spPr>
          <a:xfrm>
            <a:off x="301752" y="685800"/>
            <a:ext cx="10543032" cy="950976"/>
          </a:xfrm>
          <a:prstGeom prst="rect">
            <a:avLst/>
          </a:prstGeom>
          <a:noFill/>
        </p:spPr>
        <p:txBody>
          <a:bodyPr wrap="square">
            <a:spAutoFit/>
          </a:bodyPr>
          <a:lstStyle/>
          <a:p>
            <a:r>
              <a:rPr sz="2000" b="0">
                <a:latin typeface="Galano Grotesque"/>
              </a:rPr>
              <a:t>Ally builds isolated, controlled networks across 3 Availability Zones for every subscription in the landing zone.</a:t>
            </a:r>
          </a:p>
        </p:txBody>
      </p:sp>
      <p:sp>
        <p:nvSpPr>
          <p:cNvPr id="5" name="TextBox 4"/>
          <p:cNvSpPr txBox="1"/>
          <p:nvPr/>
        </p:nvSpPr>
        <p:spPr>
          <a:xfrm>
            <a:off x="393192" y="1947672"/>
            <a:ext cx="4526280" cy="4087368"/>
          </a:xfrm>
          <a:prstGeom prst="rect">
            <a:avLst/>
          </a:prstGeom>
          <a:noFill/>
        </p:spPr>
        <p:txBody>
          <a:bodyPr wrap="square">
            <a:spAutoFit/>
          </a:bodyPr>
          <a:lstStyle/>
          <a:p>
            <a:r>
              <a:rPr sz="1400" b="0">
                <a:latin typeface="Galano Grotesque"/>
              </a:rPr>
              <a:t>Resources are placed into one of three areas (subnets) within an Azure VNet based on connectivity requirements:</a:t>
            </a:r>
          </a:p>
          <a:p>
            <a:r>
              <a:rPr sz="1400" b="0">
                <a:latin typeface="Galano Grotesque"/>
              </a:rPr>
              <a:t/>
            </a:r>
          </a:p>
          <a:p>
            <a:r>
              <a:rPr sz="1400" b="0">
                <a:latin typeface="Galano Grotesque"/>
              </a:rPr>
              <a:t>Public Subnet: Internet-facing resources (App Gateway, Azure Front Door) with Untrusted Palo inspection.</a:t>
            </a:r>
          </a:p>
          <a:p>
            <a:r>
              <a:rPr sz="1400" b="0">
                <a:latin typeface="Galano Grotesque"/>
              </a:rPr>
              <a:t/>
            </a:r>
          </a:p>
          <a:p>
            <a:r>
              <a:rPr sz="1400" b="0">
                <a:latin typeface="Galano Grotesque"/>
              </a:rPr>
              <a:t>Private Subnet: Internal compute (VMs, AKS, Functions) with no direct internet access. Route to on-prem via Trusted Palo.</a:t>
            </a:r>
          </a:p>
          <a:p>
            <a:r>
              <a:rPr sz="1400" b="0">
                <a:latin typeface="Galano Grotesque"/>
              </a:rPr>
              <a:t/>
            </a:r>
          </a:p>
          <a:p>
            <a:r>
              <a:rPr sz="1400" b="0">
                <a:latin typeface="Galano Grotesque"/>
              </a:rPr>
              <a:t>Protected Subnet: Database resources (Azure SQL, CosmosDB) explicitly denied external access.</a:t>
            </a:r>
          </a:p>
          <a:p>
            <a:r>
              <a:rPr sz="1400" b="0">
                <a:latin typeface="Galano Grotesque"/>
              </a:rPr>
              <a:t/>
            </a:r>
          </a:p>
          <a:p>
            <a:r>
              <a:rPr sz="1400" b="0">
                <a:latin typeface="Galano Grotesque"/>
              </a:rPr>
              <a:t>NSGs provide subnet-level access control. Route Tables force inspection.</a:t>
            </a:r>
          </a:p>
        </p:txBody>
      </p:sp>
      <p:pic>
        <p:nvPicPr>
          <p:cNvPr id="6" name="Picture 5" descr="vnet_isolation.png"/>
          <p:cNvPicPr>
            <a:picLocks noChangeAspect="1"/>
          </p:cNvPicPr>
          <p:nvPr/>
        </p:nvPicPr>
        <p:blipFill>
          <a:blip r:embed="rId2"/>
          <a:stretch>
            <a:fillRect/>
          </a:stretch>
        </p:blipFill>
        <p:spPr>
          <a:xfrm>
            <a:off x="5486400" y="1527048"/>
            <a:ext cx="5833872" cy="4882896"/>
          </a:xfrm>
          <a:prstGeom prst="rect">
            <a:avLst/>
          </a:prstGeom>
        </p:spPr>
      </p:pic>
      <p:pic>
        <p:nvPicPr>
          <p:cNvPr id="7" name="Picture 6" descr="isolation_subscription.png"/>
          <p:cNvPicPr>
            <a:picLocks noChangeAspect="1"/>
          </p:cNvPicPr>
          <p:nvPr/>
        </p:nvPicPr>
        <p:blipFill>
          <a:blip r:embed="rId3"/>
          <a:stretch>
            <a:fillRect/>
          </a:stretch>
        </p:blipFill>
        <p:spPr>
          <a:xfrm>
            <a:off x="10597896" y="164592"/>
            <a:ext cx="1097280" cy="731520"/>
          </a:xfrm>
          <a:prstGeom prst="rect">
            <a:avLst/>
          </a:prstGeom>
        </p:spPr>
      </p:pic>
      <p:sp>
        <p:nvSpPr>
          <p:cNvPr id="8" name="TextBox 7"/>
          <p:cNvSpPr txBox="1"/>
          <p:nvPr/>
        </p:nvSpPr>
        <p:spPr>
          <a:xfrm>
            <a:off x="5486400" y="6611112"/>
            <a:ext cx="1216152" cy="246888"/>
          </a:xfrm>
          <a:prstGeom prst="rect">
            <a:avLst/>
          </a:prstGeom>
          <a:noFill/>
        </p:spPr>
        <p:txBody>
          <a:bodyPr wrap="square">
            <a:spAutoFit/>
          </a:bodyPr>
          <a:lstStyle/>
          <a:p>
            <a:r>
              <a:rPr sz="1000" b="0">
                <a:latin typeface="Galano Grotesque"/>
              </a:rPr>
              <a:t>Ally Confidential</a:t>
            </a:r>
          </a:p>
        </p:txBody>
      </p:sp>
      <p:sp>
        <p:nvSpPr>
          <p:cNvPr id="9" name="TextBox 8"/>
          <p:cNvSpPr txBox="1"/>
          <p:nvPr/>
        </p:nvSpPr>
        <p:spPr>
          <a:xfrm>
            <a:off x="8951976" y="6355080"/>
            <a:ext cx="2743200" cy="365760"/>
          </a:xfrm>
          <a:prstGeom prst="rect">
            <a:avLst/>
          </a:prstGeom>
          <a:noFill/>
        </p:spPr>
        <p:txBody>
          <a:bodyPr wrap="square">
            <a:spAutoFit/>
          </a:bodyPr>
          <a:lstStyle/>
          <a:p>
            <a:pPr algn="r"/>
            <a:r>
              <a:rPr sz="1000" b="0">
                <a:latin typeface="Galano Grotesque"/>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201168" y="155448"/>
            <a:ext cx="8430768" cy="347472"/>
          </a:xfrm>
          <a:prstGeom prst="rect">
            <a:avLst/>
          </a:prstGeom>
          <a:noFill/>
        </p:spPr>
        <p:txBody>
          <a:bodyPr wrap="square">
            <a:spAutoFit/>
          </a:bodyPr>
          <a:lstStyle/>
          <a:p>
            <a:r>
              <a:rPr sz="2400" b="0">
                <a:latin typeface="Galano Grotesque"/>
              </a:rPr>
              <a:t>Multi-Subscription Isolation</a:t>
            </a:r>
          </a:p>
        </p:txBody>
      </p:sp>
      <p:sp>
        <p:nvSpPr>
          <p:cNvPr id="4" name="TextBox 3"/>
          <p:cNvSpPr txBox="1"/>
          <p:nvPr/>
        </p:nvSpPr>
        <p:spPr>
          <a:xfrm>
            <a:off x="301752" y="685800"/>
            <a:ext cx="10543032" cy="694944"/>
          </a:xfrm>
          <a:prstGeom prst="rect">
            <a:avLst/>
          </a:prstGeom>
          <a:noFill/>
        </p:spPr>
        <p:txBody>
          <a:bodyPr wrap="square">
            <a:spAutoFit/>
          </a:bodyPr>
          <a:lstStyle/>
          <a:p>
            <a:r>
              <a:rPr sz="2000" b="0">
                <a:latin typeface="Galano Grotesque"/>
              </a:rPr>
              <a:t>Ally enables secure multi-subscription isolation with segmented non-prod and prod subscriptions per business unit.</a:t>
            </a:r>
          </a:p>
        </p:txBody>
      </p:sp>
      <p:sp>
        <p:nvSpPr>
          <p:cNvPr id="5" name="TextBox 4"/>
          <p:cNvSpPr txBox="1"/>
          <p:nvPr/>
        </p:nvSpPr>
        <p:spPr>
          <a:xfrm>
            <a:off x="512064" y="2039112"/>
            <a:ext cx="4306824" cy="3703320"/>
          </a:xfrm>
          <a:prstGeom prst="rect">
            <a:avLst/>
          </a:prstGeom>
          <a:noFill/>
        </p:spPr>
        <p:txBody>
          <a:bodyPr wrap="square">
            <a:spAutoFit/>
          </a:bodyPr>
          <a:lstStyle/>
          <a:p>
            <a:r>
              <a:rPr sz="1400" b="0">
                <a:latin typeface="Galano Grotesque"/>
              </a:rPr>
              <a:t>To secure multiple subscriptions on the network, Ally utilizes:</a:t>
            </a:r>
          </a:p>
          <a:p>
            <a:r>
              <a:rPr sz="1400" b="0">
                <a:latin typeface="Galano Grotesque"/>
              </a:rPr>
              <a:t/>
            </a:r>
          </a:p>
          <a:p>
            <a:r>
              <a:rPr sz="1400" b="0">
                <a:latin typeface="Galano Grotesque"/>
              </a:rPr>
              <a:t>• VNets are peered to the Connectivity subscription VNet for routing</a:t>
            </a:r>
          </a:p>
          <a:p>
            <a:r>
              <a:rPr sz="1400" b="0">
                <a:latin typeface="Galano Grotesque"/>
              </a:rPr>
              <a:t>• All traffic leaving or entering a subscription is routed to the Palo Alto firewall in Connectivity</a:t>
            </a:r>
          </a:p>
          <a:p>
            <a:r>
              <a:rPr sz="1400" b="0">
                <a:latin typeface="Galano Grotesque"/>
              </a:rPr>
              <a:t>• Firewall Policy inspects all traffic; denied unless explicitly allowed</a:t>
            </a:r>
          </a:p>
          <a:p>
            <a:r>
              <a:rPr sz="1400" b="0">
                <a:latin typeface="Galano Grotesque"/>
              </a:rPr>
              <a:t>• If an applicable rule allows connectivity, the connection succeeds</a:t>
            </a:r>
          </a:p>
          <a:p>
            <a:r>
              <a:rPr sz="1400" b="0">
                <a:latin typeface="Galano Grotesque"/>
              </a:rPr>
              <a:t>• Separate Palo stacks for Non-Prod vs Production subscriptions</a:t>
            </a:r>
          </a:p>
        </p:txBody>
      </p:sp>
      <p:pic>
        <p:nvPicPr>
          <p:cNvPr id="6" name="Picture 5" descr="multi_sub_isolation.png"/>
          <p:cNvPicPr>
            <a:picLocks noChangeAspect="1"/>
          </p:cNvPicPr>
          <p:nvPr/>
        </p:nvPicPr>
        <p:blipFill>
          <a:blip r:embed="rId2"/>
          <a:stretch>
            <a:fillRect/>
          </a:stretch>
        </p:blipFill>
        <p:spPr>
          <a:xfrm>
            <a:off x="5321808" y="1572768"/>
            <a:ext cx="6062472" cy="4782312"/>
          </a:xfrm>
          <a:prstGeom prst="rect">
            <a:avLst/>
          </a:prstGeom>
        </p:spPr>
      </p:pic>
      <p:pic>
        <p:nvPicPr>
          <p:cNvPr id="7" name="Picture 6" descr="isolation_subscription.png"/>
          <p:cNvPicPr>
            <a:picLocks noChangeAspect="1"/>
          </p:cNvPicPr>
          <p:nvPr/>
        </p:nvPicPr>
        <p:blipFill>
          <a:blip r:embed="rId3"/>
          <a:stretch>
            <a:fillRect/>
          </a:stretch>
        </p:blipFill>
        <p:spPr>
          <a:xfrm>
            <a:off x="10597896" y="155448"/>
            <a:ext cx="1097280" cy="731520"/>
          </a:xfrm>
          <a:prstGeom prst="rect">
            <a:avLst/>
          </a:prstGeom>
        </p:spPr>
      </p:pic>
      <p:sp>
        <p:nvSpPr>
          <p:cNvPr id="8" name="TextBox 7"/>
          <p:cNvSpPr txBox="1"/>
          <p:nvPr/>
        </p:nvSpPr>
        <p:spPr>
          <a:xfrm>
            <a:off x="5486400" y="6611112"/>
            <a:ext cx="1216152" cy="246888"/>
          </a:xfrm>
          <a:prstGeom prst="rect">
            <a:avLst/>
          </a:prstGeom>
          <a:noFill/>
        </p:spPr>
        <p:txBody>
          <a:bodyPr wrap="square">
            <a:spAutoFit/>
          </a:bodyPr>
          <a:lstStyle/>
          <a:p>
            <a:r>
              <a:rPr sz="1000" b="0">
                <a:latin typeface="Galano Grotesque"/>
              </a:rPr>
              <a:t>Ally Confidential</a:t>
            </a:r>
          </a:p>
        </p:txBody>
      </p:sp>
      <p:sp>
        <p:nvSpPr>
          <p:cNvPr id="9" name="TextBox 8"/>
          <p:cNvSpPr txBox="1"/>
          <p:nvPr/>
        </p:nvSpPr>
        <p:spPr>
          <a:xfrm>
            <a:off x="8951976" y="6355080"/>
            <a:ext cx="2743200" cy="365760"/>
          </a:xfrm>
          <a:prstGeom prst="rect">
            <a:avLst/>
          </a:prstGeom>
          <a:noFill/>
        </p:spPr>
        <p:txBody>
          <a:bodyPr wrap="square">
            <a:spAutoFit/>
          </a:bodyPr>
          <a:lstStyle/>
          <a:p>
            <a:pPr algn="r"/>
            <a:r>
              <a:rPr sz="1000" b="0">
                <a:latin typeface="Galano Grotesque"/>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219456" y="155448"/>
            <a:ext cx="8430768" cy="347472"/>
          </a:xfrm>
          <a:prstGeom prst="rect">
            <a:avLst/>
          </a:prstGeom>
          <a:noFill/>
        </p:spPr>
        <p:txBody>
          <a:bodyPr wrap="square">
            <a:spAutoFit/>
          </a:bodyPr>
          <a:lstStyle/>
          <a:p>
            <a:r>
              <a:rPr sz="2400" b="0">
                <a:latin typeface="Galano Grotesque"/>
              </a:rPr>
              <a:t>Environmental Segmentation</a:t>
            </a:r>
          </a:p>
        </p:txBody>
      </p:sp>
      <p:sp>
        <p:nvSpPr>
          <p:cNvPr id="4" name="TextBox 3"/>
          <p:cNvSpPr txBox="1"/>
          <p:nvPr/>
        </p:nvSpPr>
        <p:spPr>
          <a:xfrm>
            <a:off x="320040" y="649224"/>
            <a:ext cx="10543032" cy="694944"/>
          </a:xfrm>
          <a:prstGeom prst="rect">
            <a:avLst/>
          </a:prstGeom>
          <a:noFill/>
        </p:spPr>
        <p:txBody>
          <a:bodyPr wrap="square">
            <a:spAutoFit/>
          </a:bodyPr>
          <a:lstStyle/>
          <a:p>
            <a:r>
              <a:rPr sz="2000" b="0">
                <a:latin typeface="Galano Grotesque"/>
              </a:rPr>
              <a:t>Ally delivers secure workload isolation with segmented subscriptions per business unit, with increasingly restrictive access.</a:t>
            </a:r>
          </a:p>
        </p:txBody>
      </p:sp>
      <p:sp>
        <p:nvSpPr>
          <p:cNvPr id="5" name="TextBox 4"/>
          <p:cNvSpPr txBox="1"/>
          <p:nvPr/>
        </p:nvSpPr>
        <p:spPr>
          <a:xfrm>
            <a:off x="219456" y="1810512"/>
            <a:ext cx="4005072" cy="310896"/>
          </a:xfrm>
          <a:prstGeom prst="rect">
            <a:avLst/>
          </a:prstGeom>
          <a:noFill/>
        </p:spPr>
        <p:txBody>
          <a:bodyPr wrap="square">
            <a:spAutoFit/>
          </a:bodyPr>
          <a:lstStyle/>
          <a:p>
            <a:r>
              <a:rPr sz="1800" b="0">
                <a:latin typeface="Galano Grotesque"/>
              </a:rPr>
              <a:t>Application Workload Isolation</a:t>
            </a:r>
          </a:p>
        </p:txBody>
      </p:sp>
      <p:sp>
        <p:nvSpPr>
          <p:cNvPr id="6" name="TextBox 5"/>
          <p:cNvSpPr txBox="1"/>
          <p:nvPr/>
        </p:nvSpPr>
        <p:spPr>
          <a:xfrm>
            <a:off x="521207" y="2276856"/>
            <a:ext cx="3310128" cy="1371600"/>
          </a:xfrm>
          <a:prstGeom prst="rect">
            <a:avLst/>
          </a:prstGeom>
          <a:noFill/>
        </p:spPr>
        <p:txBody>
          <a:bodyPr wrap="square">
            <a:spAutoFit/>
          </a:bodyPr>
          <a:lstStyle/>
          <a:p>
            <a:r>
              <a:rPr sz="1400" b="0">
                <a:latin typeface="Galano Grotesque"/>
              </a:rPr>
              <a:t>Centrally managed policies that define what services are available and allowable configurations per subscription type.</a:t>
            </a:r>
          </a:p>
          <a:p>
            <a:r>
              <a:rPr sz="1400" b="0">
                <a:latin typeface="Galano Grotesque"/>
              </a:rPr>
              <a:t/>
            </a:r>
          </a:p>
          <a:p>
            <a:r>
              <a:rPr sz="1400" b="0">
                <a:latin typeface="Galano Grotesque"/>
              </a:rPr>
              <a:t>Each subscription is a control boundary with network segmentation and separate RBAC roles.</a:t>
            </a:r>
          </a:p>
        </p:txBody>
      </p:sp>
      <p:sp>
        <p:nvSpPr>
          <p:cNvPr id="7" name="TextBox 6"/>
          <p:cNvSpPr txBox="1"/>
          <p:nvPr/>
        </p:nvSpPr>
        <p:spPr>
          <a:xfrm>
            <a:off x="521207" y="3502152"/>
            <a:ext cx="3657600" cy="457200"/>
          </a:xfrm>
          <a:prstGeom prst="rect">
            <a:avLst/>
          </a:prstGeom>
          <a:noFill/>
        </p:spPr>
        <p:txBody>
          <a:bodyPr wrap="square">
            <a:spAutoFit/>
          </a:bodyPr>
          <a:lstStyle/>
          <a:p>
            <a:r>
              <a:rPr sz="1400" b="0">
                <a:latin typeface="Galano Grotesque"/>
              </a:rPr>
              <a:t>Each Business Unit has separate subscriptions for Innovation, Non-production, and Production with increasingly restrictive access.</a:t>
            </a:r>
          </a:p>
        </p:txBody>
      </p:sp>
      <p:sp>
        <p:nvSpPr>
          <p:cNvPr id="8" name="TextBox 7"/>
          <p:cNvSpPr txBox="1"/>
          <p:nvPr/>
        </p:nvSpPr>
        <p:spPr>
          <a:xfrm>
            <a:off x="4700016" y="4690872"/>
            <a:ext cx="1783080" cy="1399032"/>
          </a:xfrm>
          <a:prstGeom prst="rect">
            <a:avLst/>
          </a:prstGeom>
          <a:noFill/>
        </p:spPr>
        <p:txBody>
          <a:bodyPr wrap="square">
            <a:spAutoFit/>
          </a:bodyPr>
          <a:lstStyle/>
          <a:p>
            <a:r>
              <a:rPr sz="1000" b="0">
                <a:latin typeface="Galano Grotesque"/>
              </a:rPr>
              <a:t>Innovation Subs</a:t>
            </a:r>
          </a:p>
          <a:p>
            <a:r>
              <a:rPr sz="1000" b="0">
                <a:latin typeface="Galano Grotesque"/>
              </a:rPr>
              <a:t>• Cost alerting</a:t>
            </a:r>
          </a:p>
          <a:p>
            <a:r>
              <a:rPr sz="1000" b="0">
                <a:latin typeface="Galano Grotesque"/>
              </a:rPr>
              <a:t>• Standard Services</a:t>
            </a:r>
          </a:p>
          <a:p>
            <a:r>
              <a:rPr sz="1000" b="0">
                <a:latin typeface="Galano Grotesque"/>
              </a:rPr>
              <a:t>• Network access restricted</a:t>
            </a:r>
          </a:p>
          <a:p>
            <a:r>
              <a:rPr sz="1000" b="0">
                <a:latin typeface="Galano Grotesque"/>
              </a:rPr>
              <a:t>• Temporary usage</a:t>
            </a:r>
          </a:p>
        </p:txBody>
      </p:sp>
      <p:sp>
        <p:nvSpPr>
          <p:cNvPr id="9" name="TextBox 8"/>
          <p:cNvSpPr txBox="1"/>
          <p:nvPr/>
        </p:nvSpPr>
        <p:spPr>
          <a:xfrm>
            <a:off x="6483096" y="4681728"/>
            <a:ext cx="2194560" cy="1124712"/>
          </a:xfrm>
          <a:prstGeom prst="rect">
            <a:avLst/>
          </a:prstGeom>
          <a:noFill/>
        </p:spPr>
        <p:txBody>
          <a:bodyPr wrap="square">
            <a:spAutoFit/>
          </a:bodyPr>
          <a:lstStyle/>
          <a:p>
            <a:r>
              <a:rPr sz="1000" b="0">
                <a:latin typeface="Galano Grotesque"/>
              </a:rPr>
              <a:t>Non-Production Subs</a:t>
            </a:r>
          </a:p>
          <a:p>
            <a:r>
              <a:rPr sz="1000" b="0">
                <a:latin typeface="Galano Grotesque"/>
              </a:rPr>
              <a:t>• Persistent Environments</a:t>
            </a:r>
          </a:p>
          <a:p>
            <a:r>
              <a:rPr sz="1000" b="0">
                <a:latin typeface="Galano Grotesque"/>
              </a:rPr>
              <a:t>• User access restrictions</a:t>
            </a:r>
          </a:p>
          <a:p>
            <a:r>
              <a:rPr sz="1000" b="0">
                <a:latin typeface="Galano Grotesque"/>
              </a:rPr>
              <a:t>• DevSecOps driven releases</a:t>
            </a:r>
          </a:p>
        </p:txBody>
      </p:sp>
      <p:sp>
        <p:nvSpPr>
          <p:cNvPr id="10" name="TextBox 9"/>
          <p:cNvSpPr txBox="1"/>
          <p:nvPr/>
        </p:nvSpPr>
        <p:spPr>
          <a:xfrm>
            <a:off x="8851392" y="4690872"/>
            <a:ext cx="2432304" cy="1225296"/>
          </a:xfrm>
          <a:prstGeom prst="rect">
            <a:avLst/>
          </a:prstGeom>
          <a:noFill/>
        </p:spPr>
        <p:txBody>
          <a:bodyPr wrap="square">
            <a:spAutoFit/>
          </a:bodyPr>
          <a:lstStyle/>
          <a:p>
            <a:r>
              <a:rPr sz="1000" b="0">
                <a:latin typeface="Galano Grotesque"/>
              </a:rPr>
              <a:t>Production Subs</a:t>
            </a:r>
          </a:p>
          <a:p>
            <a:r>
              <a:rPr sz="1000" b="0">
                <a:latin typeface="Galano Grotesque"/>
              </a:rPr>
              <a:t>• Change Control</a:t>
            </a:r>
          </a:p>
          <a:p>
            <a:r>
              <a:rPr sz="1000" b="0">
                <a:latin typeface="Galano Grotesque"/>
              </a:rPr>
              <a:t>• Least-Privileged + PIM</a:t>
            </a:r>
          </a:p>
          <a:p>
            <a:r>
              <a:rPr sz="1000" b="0">
                <a:latin typeface="Galano Grotesque"/>
              </a:rPr>
              <a:t>• Fully automated deployments</a:t>
            </a:r>
          </a:p>
          <a:p>
            <a:r>
              <a:rPr sz="1000" b="0">
                <a:latin typeface="Galano Grotesque"/>
              </a:rPr>
              <a:t>• Enforced Change Management</a:t>
            </a:r>
          </a:p>
        </p:txBody>
      </p:sp>
      <p:pic>
        <p:nvPicPr>
          <p:cNvPr id="11" name="Picture 10" descr="isolation_environment.png"/>
          <p:cNvPicPr>
            <a:picLocks noChangeAspect="1"/>
          </p:cNvPicPr>
          <p:nvPr/>
        </p:nvPicPr>
        <p:blipFill>
          <a:blip r:embed="rId2"/>
          <a:stretch>
            <a:fillRect/>
          </a:stretch>
        </p:blipFill>
        <p:spPr>
          <a:xfrm>
            <a:off x="10597896" y="164592"/>
            <a:ext cx="1097280" cy="731520"/>
          </a:xfrm>
          <a:prstGeom prst="rect">
            <a:avLst/>
          </a:prstGeom>
        </p:spPr>
      </p:pic>
      <p:sp>
        <p:nvSpPr>
          <p:cNvPr id="12" name="TextBox 11"/>
          <p:cNvSpPr txBox="1"/>
          <p:nvPr/>
        </p:nvSpPr>
        <p:spPr>
          <a:xfrm>
            <a:off x="5486400" y="6611112"/>
            <a:ext cx="1216152" cy="246888"/>
          </a:xfrm>
          <a:prstGeom prst="rect">
            <a:avLst/>
          </a:prstGeom>
          <a:noFill/>
        </p:spPr>
        <p:txBody>
          <a:bodyPr wrap="square">
            <a:spAutoFit/>
          </a:bodyPr>
          <a:lstStyle/>
          <a:p>
            <a:r>
              <a:rPr sz="1000" b="0">
                <a:latin typeface="Galano Grotesque"/>
              </a:rPr>
              <a:t>Ally Confidential</a:t>
            </a:r>
          </a:p>
        </p:txBody>
      </p:sp>
      <p:sp>
        <p:nvSpPr>
          <p:cNvPr id="13" name="TextBox 12"/>
          <p:cNvSpPr txBox="1"/>
          <p:nvPr/>
        </p:nvSpPr>
        <p:spPr>
          <a:xfrm>
            <a:off x="8951976" y="6355080"/>
            <a:ext cx="2743200" cy="365760"/>
          </a:xfrm>
          <a:prstGeom prst="rect">
            <a:avLst/>
          </a:prstGeom>
          <a:noFill/>
        </p:spPr>
        <p:txBody>
          <a:bodyPr wrap="square">
            <a:spAutoFit/>
          </a:bodyPr>
          <a:lstStyle/>
          <a:p>
            <a:pPr algn="r"/>
            <a:r>
              <a:rPr sz="1000" b="0">
                <a:latin typeface="Galano Grotesque"/>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182880" y="137160"/>
            <a:ext cx="8430768" cy="347472"/>
          </a:xfrm>
          <a:prstGeom prst="rect">
            <a:avLst/>
          </a:prstGeom>
          <a:noFill/>
        </p:spPr>
        <p:txBody>
          <a:bodyPr wrap="square">
            <a:spAutoFit/>
          </a:bodyPr>
          <a:lstStyle/>
          <a:p>
            <a:r>
              <a:rPr sz="2400" b="0">
                <a:latin typeface="Galano Grotesque"/>
              </a:rPr>
              <a:t>Network Security Design - Same Region</a:t>
            </a:r>
          </a:p>
        </p:txBody>
      </p:sp>
      <p:sp>
        <p:nvSpPr>
          <p:cNvPr id="4" name="TextBox 3"/>
          <p:cNvSpPr txBox="1"/>
          <p:nvPr/>
        </p:nvSpPr>
        <p:spPr>
          <a:xfrm>
            <a:off x="320040" y="649224"/>
            <a:ext cx="10543032" cy="694944"/>
          </a:xfrm>
          <a:prstGeom prst="rect">
            <a:avLst/>
          </a:prstGeom>
          <a:noFill/>
        </p:spPr>
        <p:txBody>
          <a:bodyPr wrap="square">
            <a:spAutoFit/>
          </a:bodyPr>
          <a:lstStyle/>
          <a:p>
            <a:r>
              <a:rPr sz="2000" b="0">
                <a:latin typeface="Galano Grotesque"/>
              </a:rPr>
              <a:t>Ally enables comprehensive visibility within regions, subscriptions, and environments through Palo Alto inspection.</a:t>
            </a:r>
          </a:p>
        </p:txBody>
      </p:sp>
      <p:sp>
        <p:nvSpPr>
          <p:cNvPr id="5" name="TextBox 4"/>
          <p:cNvSpPr txBox="1"/>
          <p:nvPr/>
        </p:nvSpPr>
        <p:spPr>
          <a:xfrm>
            <a:off x="704088" y="2048256"/>
            <a:ext cx="4892040" cy="3255264"/>
          </a:xfrm>
          <a:prstGeom prst="rect">
            <a:avLst/>
          </a:prstGeom>
          <a:noFill/>
        </p:spPr>
        <p:txBody>
          <a:bodyPr wrap="square">
            <a:spAutoFit/>
          </a:bodyPr>
          <a:lstStyle/>
          <a:p>
            <a:r>
              <a:rPr sz="1400" b="0">
                <a:latin typeface="Galano Grotesque"/>
              </a:rPr>
              <a:t>Ally utilizes Palo Alto virtual firewalls that can scale to meet traffic volumes on demand.</a:t>
            </a:r>
          </a:p>
          <a:p>
            <a:r>
              <a:rPr sz="1400" b="0">
                <a:latin typeface="Galano Grotesque"/>
              </a:rPr>
              <a:t/>
            </a:r>
          </a:p>
          <a:p>
            <a:r>
              <a:rPr sz="1400" b="0">
                <a:latin typeface="Galano Grotesque"/>
              </a:rPr>
              <a:t>These firewalls inspect traffic leaving and entering each Azure subscription in a given region:</a:t>
            </a:r>
          </a:p>
          <a:p>
            <a:r>
              <a:rPr sz="1400" b="0">
                <a:latin typeface="Galano Grotesque"/>
              </a:rPr>
              <a:t/>
            </a:r>
          </a:p>
          <a:p>
            <a:r>
              <a:rPr sz="1400" b="0">
                <a:latin typeface="Galano Grotesque"/>
              </a:rPr>
              <a:t>(North) Traffic coming in or out from the public internet</a:t>
            </a:r>
          </a:p>
          <a:p>
            <a:r>
              <a:rPr sz="1400" b="0">
                <a:latin typeface="Galano Grotesque"/>
              </a:rPr>
              <a:t>(South) Traffic coming in or out from on-premises via ExpressRoute</a:t>
            </a:r>
          </a:p>
          <a:p>
            <a:r>
              <a:rPr sz="1400" b="0">
                <a:latin typeface="Galano Grotesque"/>
              </a:rPr>
              <a:t>(East) Traffic coming in and out from one VNet to another in the same region</a:t>
            </a:r>
          </a:p>
        </p:txBody>
      </p:sp>
      <p:pic>
        <p:nvPicPr>
          <p:cNvPr id="6" name="Picture 5" descr="same_region_firewall.png"/>
          <p:cNvPicPr>
            <a:picLocks noChangeAspect="1"/>
          </p:cNvPicPr>
          <p:nvPr/>
        </p:nvPicPr>
        <p:blipFill>
          <a:blip r:embed="rId2"/>
          <a:stretch>
            <a:fillRect/>
          </a:stretch>
        </p:blipFill>
        <p:spPr>
          <a:xfrm>
            <a:off x="6236208" y="1508760"/>
            <a:ext cx="4471416" cy="4837176"/>
          </a:xfrm>
          <a:prstGeom prst="rect">
            <a:avLst/>
          </a:prstGeom>
        </p:spPr>
      </p:pic>
      <p:sp>
        <p:nvSpPr>
          <p:cNvPr id="7" name="TextBox 6"/>
          <p:cNvSpPr txBox="1"/>
          <p:nvPr/>
        </p:nvSpPr>
        <p:spPr>
          <a:xfrm>
            <a:off x="5486400" y="6611112"/>
            <a:ext cx="1216152" cy="246888"/>
          </a:xfrm>
          <a:prstGeom prst="rect">
            <a:avLst/>
          </a:prstGeom>
          <a:noFill/>
        </p:spPr>
        <p:txBody>
          <a:bodyPr wrap="square">
            <a:spAutoFit/>
          </a:bodyPr>
          <a:lstStyle/>
          <a:p>
            <a:r>
              <a:rPr sz="1000" b="0">
                <a:latin typeface="Galano Grotesque"/>
              </a:rPr>
              <a:t>Ally Confidential</a:t>
            </a:r>
          </a:p>
        </p:txBody>
      </p:sp>
      <p:sp>
        <p:nvSpPr>
          <p:cNvPr id="8" name="TextBox 7"/>
          <p:cNvSpPr txBox="1"/>
          <p:nvPr/>
        </p:nvSpPr>
        <p:spPr>
          <a:xfrm>
            <a:off x="8951976" y="6355080"/>
            <a:ext cx="2743200" cy="365760"/>
          </a:xfrm>
          <a:prstGeom prst="rect">
            <a:avLst/>
          </a:prstGeom>
          <a:noFill/>
        </p:spPr>
        <p:txBody>
          <a:bodyPr wrap="square">
            <a:spAutoFit/>
          </a:bodyPr>
          <a:lstStyle/>
          <a:p>
            <a:pPr algn="r"/>
            <a:r>
              <a:rPr sz="1000" b="0">
                <a:latin typeface="Galano Grotesque"/>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182880" y="137160"/>
            <a:ext cx="8430768" cy="347472"/>
          </a:xfrm>
          <a:prstGeom prst="rect">
            <a:avLst/>
          </a:prstGeom>
          <a:noFill/>
        </p:spPr>
        <p:txBody>
          <a:bodyPr wrap="square">
            <a:spAutoFit/>
          </a:bodyPr>
          <a:lstStyle/>
          <a:p>
            <a:r>
              <a:rPr sz="2400" b="0">
                <a:latin typeface="Galano Grotesque"/>
              </a:rPr>
              <a:t>Network Security Design - Cross Region</a:t>
            </a:r>
          </a:p>
        </p:txBody>
      </p:sp>
      <p:sp>
        <p:nvSpPr>
          <p:cNvPr id="4" name="TextBox 3"/>
          <p:cNvSpPr txBox="1"/>
          <p:nvPr/>
        </p:nvSpPr>
        <p:spPr>
          <a:xfrm>
            <a:off x="320040" y="649224"/>
            <a:ext cx="10543032" cy="694944"/>
          </a:xfrm>
          <a:prstGeom prst="rect">
            <a:avLst/>
          </a:prstGeom>
          <a:noFill/>
        </p:spPr>
        <p:txBody>
          <a:bodyPr wrap="square">
            <a:spAutoFit/>
          </a:bodyPr>
          <a:lstStyle/>
          <a:p>
            <a:r>
              <a:rPr sz="2000" b="0">
                <a:latin typeface="Galano Grotesque"/>
              </a:rPr>
              <a:t>Ally enables comprehensive visibility across regions, inspecting north, south, east, and west traffic at both regional firewalls.</a:t>
            </a:r>
          </a:p>
        </p:txBody>
      </p:sp>
      <p:sp>
        <p:nvSpPr>
          <p:cNvPr id="5" name="TextBox 4"/>
          <p:cNvSpPr txBox="1"/>
          <p:nvPr/>
        </p:nvSpPr>
        <p:spPr>
          <a:xfrm>
            <a:off x="438912" y="1901952"/>
            <a:ext cx="3785615" cy="3621024"/>
          </a:xfrm>
          <a:prstGeom prst="rect">
            <a:avLst/>
          </a:prstGeom>
          <a:noFill/>
        </p:spPr>
        <p:txBody>
          <a:bodyPr wrap="square">
            <a:spAutoFit/>
          </a:bodyPr>
          <a:lstStyle/>
          <a:p>
            <a:r>
              <a:rPr sz="1400" b="0">
                <a:latin typeface="Galano Grotesque"/>
              </a:rPr>
              <a:t>Palo Alto firewalls in US Central inspect traffic leaving and entering subscriptions in a different region (US East 2):</a:t>
            </a:r>
          </a:p>
          <a:p>
            <a:r>
              <a:rPr sz="1400" b="0">
                <a:latin typeface="Galano Grotesque"/>
              </a:rPr>
              <a:t/>
            </a:r>
          </a:p>
          <a:p>
            <a:r>
              <a:rPr sz="1400" b="0">
                <a:latin typeface="Galano Grotesque"/>
              </a:rPr>
              <a:t>(West) Traffic coming in and out from one VNet to another in a different region</a:t>
            </a:r>
          </a:p>
          <a:p>
            <a:r>
              <a:rPr sz="1400" b="0">
                <a:latin typeface="Galano Grotesque"/>
              </a:rPr>
              <a:t/>
            </a:r>
          </a:p>
          <a:p>
            <a:r>
              <a:rPr sz="1400" b="0">
                <a:latin typeface="Galano Grotesque"/>
              </a:rPr>
              <a:t>This design accommodates single firewall inspection at all times &amp; enables growth.</a:t>
            </a:r>
          </a:p>
          <a:p>
            <a:r>
              <a:rPr sz="1400" b="0">
                <a:latin typeface="Galano Grotesque"/>
              </a:rPr>
              <a:t/>
            </a:r>
          </a:p>
          <a:p>
            <a:r>
              <a:rPr sz="1400" b="0">
                <a:latin typeface="Galano Grotesque"/>
              </a:rPr>
              <a:t>This diagram overlays existing region setup. Cross region VNet peering is set up in the same subscription.</a:t>
            </a:r>
          </a:p>
        </p:txBody>
      </p:sp>
      <p:pic>
        <p:nvPicPr>
          <p:cNvPr id="6" name="Picture 5" descr="cross_region_firewall.png"/>
          <p:cNvPicPr>
            <a:picLocks noChangeAspect="1"/>
          </p:cNvPicPr>
          <p:nvPr/>
        </p:nvPicPr>
        <p:blipFill>
          <a:blip r:embed="rId2"/>
          <a:stretch>
            <a:fillRect/>
          </a:stretch>
        </p:blipFill>
        <p:spPr>
          <a:xfrm>
            <a:off x="4873752" y="1444752"/>
            <a:ext cx="6391656" cy="4764024"/>
          </a:xfrm>
          <a:prstGeom prst="rect">
            <a:avLst/>
          </a:prstGeom>
        </p:spPr>
      </p:pic>
      <p:sp>
        <p:nvSpPr>
          <p:cNvPr id="7" name="TextBox 6"/>
          <p:cNvSpPr txBox="1"/>
          <p:nvPr/>
        </p:nvSpPr>
        <p:spPr>
          <a:xfrm>
            <a:off x="5486400" y="6611112"/>
            <a:ext cx="1216152" cy="246888"/>
          </a:xfrm>
          <a:prstGeom prst="rect">
            <a:avLst/>
          </a:prstGeom>
          <a:noFill/>
        </p:spPr>
        <p:txBody>
          <a:bodyPr wrap="square">
            <a:spAutoFit/>
          </a:bodyPr>
          <a:lstStyle/>
          <a:p>
            <a:r>
              <a:rPr sz="1000" b="0">
                <a:latin typeface="Galano Grotesque"/>
              </a:rPr>
              <a:t>Ally Confidential</a:t>
            </a:r>
          </a:p>
        </p:txBody>
      </p:sp>
      <p:sp>
        <p:nvSpPr>
          <p:cNvPr id="8" name="TextBox 7"/>
          <p:cNvSpPr txBox="1"/>
          <p:nvPr/>
        </p:nvSpPr>
        <p:spPr>
          <a:xfrm>
            <a:off x="8951976" y="6355080"/>
            <a:ext cx="2743200" cy="365760"/>
          </a:xfrm>
          <a:prstGeom prst="rect">
            <a:avLst/>
          </a:prstGeom>
          <a:noFill/>
        </p:spPr>
        <p:txBody>
          <a:bodyPr wrap="square">
            <a:spAutoFit/>
          </a:bodyPr>
          <a:lstStyle/>
          <a:p>
            <a:pPr algn="r"/>
            <a:r>
              <a:rPr sz="1000" b="0">
                <a:latin typeface="Galano Grotesque"/>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201168" y="146304"/>
            <a:ext cx="8430768" cy="347472"/>
          </a:xfrm>
          <a:prstGeom prst="rect">
            <a:avLst/>
          </a:prstGeom>
          <a:noFill/>
        </p:spPr>
        <p:txBody>
          <a:bodyPr wrap="square">
            <a:spAutoFit/>
          </a:bodyPr>
          <a:lstStyle/>
          <a:p>
            <a:r>
              <a:rPr sz="2400" b="0">
                <a:latin typeface="Galano Grotesque"/>
              </a:rPr>
              <a:t>Network Performance Reviews</a:t>
            </a:r>
          </a:p>
        </p:txBody>
      </p:sp>
      <p:sp>
        <p:nvSpPr>
          <p:cNvPr id="4" name="TextBox 3"/>
          <p:cNvSpPr txBox="1"/>
          <p:nvPr/>
        </p:nvSpPr>
        <p:spPr>
          <a:xfrm>
            <a:off x="265176" y="649224"/>
            <a:ext cx="11201400" cy="694944"/>
          </a:xfrm>
          <a:prstGeom prst="rect">
            <a:avLst/>
          </a:prstGeom>
          <a:noFill/>
        </p:spPr>
        <p:txBody>
          <a:bodyPr wrap="square">
            <a:spAutoFit/>
          </a:bodyPr>
          <a:lstStyle/>
          <a:p>
            <a:r>
              <a:rPr sz="2000" b="0">
                <a:latin typeface="Galano Grotesque"/>
              </a:rPr>
              <a:t>Ally employs 24/7 real-time monitoring &amp; alerting, quarterly failover validation, and circuit health dashboards via Azure Network Watcher.</a:t>
            </a:r>
          </a:p>
        </p:txBody>
      </p:sp>
      <p:sp>
        <p:nvSpPr>
          <p:cNvPr id="5" name="TextBox 4"/>
          <p:cNvSpPr txBox="1"/>
          <p:nvPr/>
        </p:nvSpPr>
        <p:spPr>
          <a:xfrm>
            <a:off x="265176" y="1508760"/>
            <a:ext cx="11658600" cy="859536"/>
          </a:xfrm>
          <a:prstGeom prst="rect">
            <a:avLst/>
          </a:prstGeom>
          <a:noFill/>
        </p:spPr>
        <p:txBody>
          <a:bodyPr wrap="square">
            <a:spAutoFit/>
          </a:bodyPr>
          <a:lstStyle/>
          <a:p>
            <a:r>
              <a:rPr sz="1400" b="0">
                <a:latin typeface="Galano Grotesque"/>
              </a:rPr>
              <a:t>We monitor and maintain network availability, alerting, and performance data on all network circuits. Network circuits are proactively analyzed for capacity and actions are taken to ensure ample bandwidth and latency requirements are met.</a:t>
            </a:r>
          </a:p>
        </p:txBody>
      </p:sp>
      <p:pic>
        <p:nvPicPr>
          <p:cNvPr id="6" name="Picture 5" descr="network_monitoring.png"/>
          <p:cNvPicPr>
            <a:picLocks noChangeAspect="1"/>
          </p:cNvPicPr>
          <p:nvPr/>
        </p:nvPicPr>
        <p:blipFill>
          <a:blip r:embed="rId2"/>
          <a:stretch>
            <a:fillRect/>
          </a:stretch>
        </p:blipFill>
        <p:spPr>
          <a:xfrm>
            <a:off x="1060704" y="2386584"/>
            <a:ext cx="10076688" cy="3822191"/>
          </a:xfrm>
          <a:prstGeom prst="rect">
            <a:avLst/>
          </a:prstGeom>
        </p:spPr>
      </p:pic>
      <p:sp>
        <p:nvSpPr>
          <p:cNvPr id="7" name="TextBox 6"/>
          <p:cNvSpPr txBox="1"/>
          <p:nvPr/>
        </p:nvSpPr>
        <p:spPr>
          <a:xfrm>
            <a:off x="5486400" y="6611112"/>
            <a:ext cx="1216152" cy="246888"/>
          </a:xfrm>
          <a:prstGeom prst="rect">
            <a:avLst/>
          </a:prstGeom>
          <a:noFill/>
        </p:spPr>
        <p:txBody>
          <a:bodyPr wrap="square">
            <a:spAutoFit/>
          </a:bodyPr>
          <a:lstStyle/>
          <a:p>
            <a:r>
              <a:rPr sz="1000" b="0">
                <a:latin typeface="Galano Grotesque"/>
              </a:rPr>
              <a:t>Ally Confidential</a:t>
            </a:r>
          </a:p>
        </p:txBody>
      </p:sp>
      <p:sp>
        <p:nvSpPr>
          <p:cNvPr id="8" name="TextBox 7"/>
          <p:cNvSpPr txBox="1"/>
          <p:nvPr/>
        </p:nvSpPr>
        <p:spPr>
          <a:xfrm>
            <a:off x="8951976" y="6355080"/>
            <a:ext cx="2743200" cy="365760"/>
          </a:xfrm>
          <a:prstGeom prst="rect">
            <a:avLst/>
          </a:prstGeom>
          <a:noFill/>
        </p:spPr>
        <p:txBody>
          <a:bodyPr wrap="square">
            <a:spAutoFit/>
          </a:bodyPr>
          <a:lstStyle/>
          <a:p>
            <a:pPr algn="r"/>
            <a:r>
              <a:rPr sz="1000" b="0">
                <a:latin typeface="Galano Grotesque"/>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6" sz="quarter"/>
          </p:nvPr>
        </p:nvSpPr>
        <p:spPr/>
        <p:txBody>
          <a:bodyPr/>
          <a:lstStyle/>
          <a:p/>
        </p:txBody>
      </p:sp>
      <p:sp>
        <p:nvSpPr>
          <p:cNvPr id="3" name="Title 2"/>
          <p:cNvSpPr>
            <a:spLocks noGrp="1"/>
          </p:cNvSpPr>
          <p:nvPr>
            <p:ph type="title"/>
          </p:nvPr>
        </p:nvSpPr>
        <p:spPr/>
        <p:txBody>
          <a:bodyPr/>
          <a:lstStyle/>
          <a:p/>
        </p:txBody>
      </p:sp>
      <p:sp>
        <p:nvSpPr>
          <p:cNvPr id="4" name="Text Placeholder 3"/>
          <p:cNvSpPr>
            <a:spLocks noGrp="1"/>
          </p:cNvSpPr>
          <p:nvPr>
            <p:ph type="body" idx="15" sz="quarter"/>
          </p:nvPr>
        </p:nvSpPr>
        <p:spPr/>
        <p:txBody>
          <a:bodyPr/>
          <a:lstStyle/>
          <a:p/>
        </p:txBody>
      </p:sp>
      <p:sp>
        <p:nvSpPr>
          <p:cNvPr id="5" name="TextBox 4"/>
          <p:cNvSpPr txBox="1"/>
          <p:nvPr/>
        </p:nvSpPr>
        <p:spPr>
          <a:xfrm>
            <a:off x="320040" y="137160"/>
            <a:ext cx="11183112" cy="457200"/>
          </a:xfrm>
          <a:prstGeom prst="rect">
            <a:avLst/>
          </a:prstGeom>
          <a:noFill/>
        </p:spPr>
        <p:txBody>
          <a:bodyPr wrap="square">
            <a:spAutoFit/>
          </a:bodyPr>
          <a:lstStyle/>
          <a:p>
            <a:r>
              <a:rPr sz="2400" b="0">
                <a:latin typeface="Galano Grotesque"/>
              </a:rPr>
              <a:t>Enabling Application Adoption</a:t>
            </a:r>
          </a:p>
        </p:txBody>
      </p:sp>
      <p:sp>
        <p:nvSpPr>
          <p:cNvPr id="6" name="TextBox 5"/>
          <p:cNvSpPr txBox="1"/>
          <p:nvPr/>
        </p:nvSpPr>
        <p:spPr>
          <a:xfrm>
            <a:off x="320040" y="649224"/>
            <a:ext cx="11320272" cy="694944"/>
          </a:xfrm>
          <a:prstGeom prst="rect">
            <a:avLst/>
          </a:prstGeom>
          <a:noFill/>
        </p:spPr>
        <p:txBody>
          <a:bodyPr wrap="square">
            <a:spAutoFit/>
          </a:bodyPr>
          <a:lstStyle/>
          <a:p>
            <a:r>
              <a:rPr sz="2000" b="0">
                <a:latin typeface="Galano Grotesque"/>
              </a:rPr>
              <a:t>Ally leverages the Cloud Services catalog, Terraform Starter, and GitLab to seamlessly deploy cloud applications to Azure.</a:t>
            </a:r>
          </a:p>
        </p:txBody>
      </p:sp>
      <p:pic>
        <p:nvPicPr>
          <p:cNvPr id="7" name="Picture 6" descr="pipeline.png"/>
          <p:cNvPicPr>
            <a:picLocks noChangeAspect="1"/>
          </p:cNvPicPr>
          <p:nvPr/>
        </p:nvPicPr>
        <p:blipFill>
          <a:blip r:embed="rId2"/>
          <a:stretch>
            <a:fillRect/>
          </a:stretch>
        </p:blipFill>
        <p:spPr>
          <a:xfrm>
            <a:off x="109728" y="1490472"/>
            <a:ext cx="12079224" cy="2670048"/>
          </a:xfrm>
          <a:prstGeom prst="rect">
            <a:avLst/>
          </a:prstGeom>
        </p:spPr>
      </p:pic>
      <p:sp>
        <p:nvSpPr>
          <p:cNvPr id="8" name="TextBox 7"/>
          <p:cNvSpPr txBox="1"/>
          <p:nvPr/>
        </p:nvSpPr>
        <p:spPr>
          <a:xfrm>
            <a:off x="109728" y="4389120"/>
            <a:ext cx="3931920" cy="1828800"/>
          </a:xfrm>
          <a:prstGeom prst="rect">
            <a:avLst/>
          </a:prstGeom>
          <a:noFill/>
        </p:spPr>
        <p:txBody>
          <a:bodyPr wrap="square">
            <a:spAutoFit/>
          </a:bodyPr>
          <a:lstStyle/>
          <a:p>
            <a:r>
              <a:rPr sz="1200" b="0">
                <a:latin typeface="Galano Grotesque"/>
              </a:rPr>
              <a:t>Design Phase</a:t>
            </a:r>
          </a:p>
          <a:p>
            <a:r>
              <a:rPr sz="1200" b="0">
                <a:latin typeface="Galano Grotesque"/>
              </a:rPr>
              <a:t>• New Service request creates SCD</a:t>
            </a:r>
          </a:p>
          <a:p>
            <a:r>
              <a:rPr sz="1200" b="0">
                <a:latin typeface="Galano Grotesque"/>
              </a:rPr>
              <a:t>• IaC modules authored &amp; published</a:t>
            </a:r>
          </a:p>
          <a:p>
            <a:r>
              <a:rPr sz="1200" b="0">
                <a:latin typeface="Galano Grotesque"/>
              </a:rPr>
              <a:t>• Service Catalog listing created</a:t>
            </a:r>
          </a:p>
        </p:txBody>
      </p:sp>
      <p:sp>
        <p:nvSpPr>
          <p:cNvPr id="9" name="TextBox 8"/>
          <p:cNvSpPr txBox="1"/>
          <p:nvPr/>
        </p:nvSpPr>
        <p:spPr>
          <a:xfrm>
            <a:off x="4114800" y="4389120"/>
            <a:ext cx="3931920" cy="1828800"/>
          </a:xfrm>
          <a:prstGeom prst="rect">
            <a:avLst/>
          </a:prstGeom>
          <a:noFill/>
        </p:spPr>
        <p:txBody>
          <a:bodyPr wrap="square">
            <a:spAutoFit/>
          </a:bodyPr>
          <a:lstStyle/>
          <a:p>
            <a:r>
              <a:rPr sz="1200" b="0">
                <a:latin typeface="Galano Grotesque"/>
              </a:rPr>
              <a:t>Build Phase</a:t>
            </a:r>
          </a:p>
          <a:p>
            <a:r>
              <a:rPr sz="1200" b="0">
                <a:latin typeface="Galano Grotesque"/>
              </a:rPr>
              <a:t>• Developer selects Terraform Starter</a:t>
            </a:r>
          </a:p>
          <a:p>
            <a:r>
              <a:rPr sz="1200" b="0">
                <a:latin typeface="Galano Grotesque"/>
              </a:rPr>
              <a:t>• Customizes for application needs</a:t>
            </a:r>
          </a:p>
          <a:p>
            <a:r>
              <a:rPr sz="1200" b="0">
                <a:latin typeface="Galano Grotesque"/>
              </a:rPr>
              <a:t>• Commits to GitLab source control</a:t>
            </a:r>
          </a:p>
        </p:txBody>
      </p:sp>
      <p:sp>
        <p:nvSpPr>
          <p:cNvPr id="10" name="TextBox 9"/>
          <p:cNvSpPr txBox="1"/>
          <p:nvPr/>
        </p:nvSpPr>
        <p:spPr>
          <a:xfrm>
            <a:off x="8229600" y="4389120"/>
            <a:ext cx="3931920" cy="1828800"/>
          </a:xfrm>
          <a:prstGeom prst="rect">
            <a:avLst/>
          </a:prstGeom>
          <a:noFill/>
        </p:spPr>
        <p:txBody>
          <a:bodyPr wrap="square">
            <a:spAutoFit/>
          </a:bodyPr>
          <a:lstStyle/>
          <a:p>
            <a:r>
              <a:rPr sz="1200" b="0">
                <a:latin typeface="Galano Grotesque"/>
              </a:rPr>
              <a:t>Deploy Phase</a:t>
            </a:r>
          </a:p>
          <a:p>
            <a:r>
              <a:rPr sz="1200" b="0">
                <a:latin typeface="Galano Grotesque"/>
              </a:rPr>
              <a:t>• Azure Runner triggers pipeline</a:t>
            </a:r>
          </a:p>
          <a:p>
            <a:r>
              <a:rPr sz="1200" b="0">
                <a:latin typeface="Galano Grotesque"/>
              </a:rPr>
              <a:t>• Gating &amp; approval checks enforced</a:t>
            </a:r>
          </a:p>
          <a:p>
            <a:r>
              <a:rPr sz="1200" b="0">
                <a:latin typeface="Galano Grotesque"/>
              </a:rPr>
              <a:t>• Deploys to Env 1..n, stores TF state</a:t>
            </a:r>
          </a:p>
        </p:txBody>
      </p:sp>
      <p:sp>
        <p:nvSpPr>
          <p:cNvPr id="11" name="TextBox 10"/>
          <p:cNvSpPr txBox="1"/>
          <p:nvPr/>
        </p:nvSpPr>
        <p:spPr>
          <a:xfrm>
            <a:off x="5486400" y="6611112"/>
            <a:ext cx="1216152" cy="246888"/>
          </a:xfrm>
          <a:prstGeom prst="rect">
            <a:avLst/>
          </a:prstGeom>
          <a:noFill/>
        </p:spPr>
        <p:txBody>
          <a:bodyPr wrap="square">
            <a:spAutoFit/>
          </a:bodyPr>
          <a:lstStyle/>
          <a:p>
            <a:r>
              <a:rPr sz="1000" b="0">
                <a:latin typeface="Galano Grotesque"/>
              </a:rPr>
              <a:t>Ally Confidential</a:t>
            </a:r>
          </a:p>
        </p:txBody>
      </p:sp>
      <p:sp>
        <p:nvSpPr>
          <p:cNvPr id="12" name="TextBox 11"/>
          <p:cNvSpPr txBox="1"/>
          <p:nvPr/>
        </p:nvSpPr>
        <p:spPr>
          <a:xfrm>
            <a:off x="8951976" y="6355080"/>
            <a:ext cx="2743200" cy="365760"/>
          </a:xfrm>
          <a:prstGeom prst="rect">
            <a:avLst/>
          </a:prstGeom>
          <a:noFill/>
        </p:spPr>
        <p:txBody>
          <a:bodyPr wrap="square">
            <a:spAutoFit/>
          </a:bodyPr>
          <a:lstStyle/>
          <a:p>
            <a:pPr algn="r"/>
            <a:r>
              <a:rPr sz="1000" b="0">
                <a:latin typeface="Galano Grotesque"/>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3" sz="quarter"/>
          </p:nvPr>
        </p:nvSpPr>
        <p:spPr/>
        <p:txBody>
          <a:bodyPr/>
          <a:lstStyle/>
          <a:p/>
        </p:txBody>
      </p:sp>
      <p:sp>
        <p:nvSpPr>
          <p:cNvPr id="4" name="TextBox 3"/>
          <p:cNvSpPr txBox="1"/>
          <p:nvPr/>
        </p:nvSpPr>
        <p:spPr>
          <a:xfrm>
            <a:off x="4343400" y="2843784"/>
            <a:ext cx="6720840" cy="1453896"/>
          </a:xfrm>
          <a:prstGeom prst="rect">
            <a:avLst/>
          </a:prstGeom>
          <a:noFill/>
        </p:spPr>
        <p:txBody>
          <a:bodyPr wrap="square">
            <a:spAutoFit/>
          </a:bodyPr>
          <a:lstStyle/>
          <a:p>
            <a:r>
              <a:rPr sz="4000" b="0">
                <a:latin typeface="Galano Grotesque"/>
              </a:rPr>
              <a:t>Cloud Resiliency</a:t>
            </a:r>
          </a:p>
        </p:txBody>
      </p:sp>
      <p:sp>
        <p:nvSpPr>
          <p:cNvPr id="5" name="TextBox 4"/>
          <p:cNvSpPr txBox="1"/>
          <p:nvPr/>
        </p:nvSpPr>
        <p:spPr>
          <a:xfrm>
            <a:off x="5486400" y="6611112"/>
            <a:ext cx="1216152" cy="246888"/>
          </a:xfrm>
          <a:prstGeom prst="rect">
            <a:avLst/>
          </a:prstGeom>
          <a:noFill/>
        </p:spPr>
        <p:txBody>
          <a:bodyPr wrap="square">
            <a:spAutoFit/>
          </a:bodyPr>
          <a:lstStyle/>
          <a:p>
            <a:r>
              <a:rPr sz="1000" b="0">
                <a:latin typeface="Galano Grotesque"/>
              </a:rPr>
              <a:t>Ally Confidential</a:t>
            </a:r>
          </a:p>
        </p:txBody>
      </p:sp>
      <p:sp>
        <p:nvSpPr>
          <p:cNvPr id="6" name="TextBox 5"/>
          <p:cNvSpPr txBox="1"/>
          <p:nvPr/>
        </p:nvSpPr>
        <p:spPr>
          <a:xfrm>
            <a:off x="8951976" y="6355080"/>
            <a:ext cx="2743200" cy="365760"/>
          </a:xfrm>
          <a:prstGeom prst="rect">
            <a:avLst/>
          </a:prstGeom>
          <a:noFill/>
        </p:spPr>
        <p:txBody>
          <a:bodyPr wrap="square">
            <a:spAutoFit/>
          </a:bodyPr>
          <a:lstStyle/>
          <a:p>
            <a:pPr algn="r"/>
            <a:r>
              <a:rPr sz="1000" b="0">
                <a:latin typeface="Galano Grotesque"/>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3" sz="quarter"/>
          </p:nvPr>
        </p:nvSpPr>
        <p:spPr/>
        <p:txBody>
          <a:bodyPr/>
          <a:lstStyle/>
          <a:p/>
        </p:txBody>
      </p:sp>
      <p:sp>
        <p:nvSpPr>
          <p:cNvPr id="4" name="TextBox 3"/>
          <p:cNvSpPr txBox="1"/>
          <p:nvPr/>
        </p:nvSpPr>
        <p:spPr>
          <a:xfrm>
            <a:off x="155448" y="246888"/>
            <a:ext cx="7040880" cy="347472"/>
          </a:xfrm>
          <a:prstGeom prst="rect">
            <a:avLst/>
          </a:prstGeom>
          <a:noFill/>
        </p:spPr>
        <p:txBody>
          <a:bodyPr wrap="square">
            <a:spAutoFit/>
          </a:bodyPr>
          <a:lstStyle/>
          <a:p>
            <a:r>
              <a:rPr sz="2400" b="0">
                <a:latin typeface="Galano Grotesque"/>
              </a:rPr>
              <a:t>Multi-Region Architecture</a:t>
            </a:r>
          </a:p>
        </p:txBody>
      </p:sp>
      <p:sp>
        <p:nvSpPr>
          <p:cNvPr id="5" name="TextBox 4"/>
          <p:cNvSpPr txBox="1"/>
          <p:nvPr/>
        </p:nvSpPr>
        <p:spPr>
          <a:xfrm>
            <a:off x="228600" y="667512"/>
            <a:ext cx="11585448" cy="640080"/>
          </a:xfrm>
          <a:prstGeom prst="rect">
            <a:avLst/>
          </a:prstGeom>
          <a:noFill/>
        </p:spPr>
        <p:txBody>
          <a:bodyPr wrap="square">
            <a:spAutoFit/>
          </a:bodyPr>
          <a:lstStyle/>
          <a:p>
            <a:r>
              <a:rPr sz="2000" b="0">
                <a:latin typeface="Galano Grotesque"/>
              </a:rPr>
              <a:t>Ally enables Resilience by design: multi-region architecture means maximum uptime with auto-failover via ExpressRoute.</a:t>
            </a:r>
          </a:p>
        </p:txBody>
      </p:sp>
      <p:sp>
        <p:nvSpPr>
          <p:cNvPr id="6" name="TextBox 5"/>
          <p:cNvSpPr txBox="1"/>
          <p:nvPr/>
        </p:nvSpPr>
        <p:spPr>
          <a:xfrm>
            <a:off x="155448" y="1554480"/>
            <a:ext cx="4480560" cy="4709160"/>
          </a:xfrm>
          <a:prstGeom prst="rect">
            <a:avLst/>
          </a:prstGeom>
          <a:noFill/>
        </p:spPr>
        <p:txBody>
          <a:bodyPr wrap="square">
            <a:spAutoFit/>
          </a:bodyPr>
          <a:lstStyle/>
          <a:p>
            <a:r>
              <a:rPr sz="1200" b="0">
                <a:latin typeface="Galano Grotesque"/>
              </a:rPr>
              <a:t>Deployment across multi regions for High Availability: US East 2 &amp; US Central</a:t>
            </a:r>
          </a:p>
          <a:p>
            <a:r>
              <a:rPr sz="1200" b="0">
                <a:latin typeface="Galano Grotesque"/>
              </a:rPr>
              <a:t/>
            </a:r>
          </a:p>
          <a:p>
            <a:r>
              <a:rPr sz="1200" b="0">
                <a:latin typeface="Galano Grotesque"/>
              </a:rPr>
              <a:t>Highly Redundant - ExpressRoute circuits and VNet Gateways in each region. 2 redundant links (Primary/Secondary) in each region.</a:t>
            </a:r>
          </a:p>
          <a:p>
            <a:r>
              <a:rPr sz="1200" b="0">
                <a:latin typeface="Galano Grotesque"/>
              </a:rPr>
              <a:t/>
            </a:r>
          </a:p>
          <a:p>
            <a:r>
              <a:rPr sz="1200" b="0">
                <a:latin typeface="Galano Grotesque"/>
              </a:rPr>
              <a:t>In the event of a full region failure from connectivity standpoint, traffic is failed over.</a:t>
            </a:r>
          </a:p>
          <a:p>
            <a:r>
              <a:rPr sz="1200" b="0">
                <a:latin typeface="Galano Grotesque"/>
              </a:rPr>
              <a:t/>
            </a:r>
          </a:p>
          <a:p>
            <a:r>
              <a:rPr sz="1200" b="0">
                <a:latin typeface="Galano Grotesque"/>
              </a:rPr>
              <a:t>Auto failover mechanism is configured across circuits in each region.</a:t>
            </a:r>
          </a:p>
          <a:p>
            <a:r>
              <a:rPr sz="1200" b="0">
                <a:latin typeface="Galano Grotesque"/>
              </a:rPr>
              <a:t/>
            </a:r>
          </a:p>
          <a:p>
            <a:r>
              <a:rPr sz="1200" b="0">
                <a:latin typeface="Galano Grotesque"/>
              </a:rPr>
              <a:t>Circuit Failover time - approx. 2 minutes for BGP convergence.</a:t>
            </a:r>
          </a:p>
          <a:p>
            <a:r>
              <a:rPr sz="1200" b="0">
                <a:latin typeface="Galano Grotesque"/>
              </a:rPr>
              <a:t/>
            </a:r>
          </a:p>
          <a:p>
            <a:r>
              <a:rPr sz="1200" b="0">
                <a:latin typeface="Galano Grotesque"/>
              </a:rPr>
              <a:t>BGP weight controls return path for inbound. AS_PATH prepending for outbound preference.</a:t>
            </a:r>
          </a:p>
        </p:txBody>
      </p:sp>
      <p:pic>
        <p:nvPicPr>
          <p:cNvPr id="7" name="Picture 6" descr="multi_region.png"/>
          <p:cNvPicPr>
            <a:picLocks noChangeAspect="1"/>
          </p:cNvPicPr>
          <p:nvPr/>
        </p:nvPicPr>
        <p:blipFill>
          <a:blip r:embed="rId2"/>
          <a:stretch>
            <a:fillRect/>
          </a:stretch>
        </p:blipFill>
        <p:spPr>
          <a:xfrm>
            <a:off x="4663440" y="1389888"/>
            <a:ext cx="7086600" cy="4873752"/>
          </a:xfrm>
          <a:prstGeom prst="rect">
            <a:avLst/>
          </a:prstGeom>
        </p:spPr>
      </p:pic>
      <p:sp>
        <p:nvSpPr>
          <p:cNvPr id="8" name="TextBox 7"/>
          <p:cNvSpPr txBox="1"/>
          <p:nvPr/>
        </p:nvSpPr>
        <p:spPr>
          <a:xfrm>
            <a:off x="5486400" y="6611112"/>
            <a:ext cx="1216152" cy="246888"/>
          </a:xfrm>
          <a:prstGeom prst="rect">
            <a:avLst/>
          </a:prstGeom>
          <a:noFill/>
        </p:spPr>
        <p:txBody>
          <a:bodyPr wrap="square">
            <a:spAutoFit/>
          </a:bodyPr>
          <a:lstStyle/>
          <a:p>
            <a:r>
              <a:rPr sz="1000" b="0">
                <a:latin typeface="Galano Grotesque"/>
              </a:rPr>
              <a:t>Ally Confidential</a:t>
            </a:r>
          </a:p>
        </p:txBody>
      </p:sp>
      <p:sp>
        <p:nvSpPr>
          <p:cNvPr id="9" name="TextBox 8"/>
          <p:cNvSpPr txBox="1"/>
          <p:nvPr/>
        </p:nvSpPr>
        <p:spPr>
          <a:xfrm>
            <a:off x="8951976" y="6355080"/>
            <a:ext cx="2743200" cy="365760"/>
          </a:xfrm>
          <a:prstGeom prst="rect">
            <a:avLst/>
          </a:prstGeom>
          <a:noFill/>
        </p:spPr>
        <p:txBody>
          <a:bodyPr wrap="square">
            <a:spAutoFit/>
          </a:bodyPr>
          <a:lstStyle/>
          <a:p>
            <a:pPr algn="r"/>
            <a:r>
              <a:rPr sz="1000" b="0">
                <a:latin typeface="Galano Grotesque"/>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3" sz="quarter"/>
          </p:nvPr>
        </p:nvSpPr>
        <p:spPr/>
        <p:txBody>
          <a:bodyPr/>
          <a:lstStyle/>
          <a:p/>
        </p:txBody>
      </p:sp>
      <p:sp>
        <p:nvSpPr>
          <p:cNvPr id="4" name="TextBox 3"/>
          <p:cNvSpPr txBox="1"/>
          <p:nvPr/>
        </p:nvSpPr>
        <p:spPr>
          <a:xfrm>
            <a:off x="228600" y="128016"/>
            <a:ext cx="11585448" cy="457200"/>
          </a:xfrm>
          <a:prstGeom prst="rect">
            <a:avLst/>
          </a:prstGeom>
          <a:noFill/>
        </p:spPr>
        <p:txBody>
          <a:bodyPr wrap="square">
            <a:spAutoFit/>
          </a:bodyPr>
          <a:lstStyle/>
          <a:p>
            <a:r>
              <a:rPr sz="2400" b="0">
                <a:latin typeface="Galano Grotesque"/>
              </a:rPr>
              <a:t>Load Balancing &amp; Elasticity</a:t>
            </a:r>
          </a:p>
        </p:txBody>
      </p:sp>
      <p:sp>
        <p:nvSpPr>
          <p:cNvPr id="5" name="TextBox 4"/>
          <p:cNvSpPr txBox="1"/>
          <p:nvPr/>
        </p:nvSpPr>
        <p:spPr>
          <a:xfrm>
            <a:off x="228600" y="667512"/>
            <a:ext cx="11585448" cy="502920"/>
          </a:xfrm>
          <a:prstGeom prst="rect">
            <a:avLst/>
          </a:prstGeom>
          <a:noFill/>
        </p:spPr>
        <p:txBody>
          <a:bodyPr wrap="square">
            <a:spAutoFit/>
          </a:bodyPr>
          <a:lstStyle/>
          <a:p>
            <a:r>
              <a:rPr sz="2000" b="0">
                <a:latin typeface="Galano Grotesque"/>
              </a:rPr>
              <a:t>Resilience assured - Load balancing and auto-scaling across 3 zones by default.</a:t>
            </a:r>
          </a:p>
        </p:txBody>
      </p:sp>
      <p:sp>
        <p:nvSpPr>
          <p:cNvPr id="6" name="TextBox 5"/>
          <p:cNvSpPr txBox="1"/>
          <p:nvPr/>
        </p:nvSpPr>
        <p:spPr>
          <a:xfrm>
            <a:off x="265176" y="1197864"/>
            <a:ext cx="11814048" cy="694944"/>
          </a:xfrm>
          <a:prstGeom prst="rect">
            <a:avLst/>
          </a:prstGeom>
          <a:noFill/>
        </p:spPr>
        <p:txBody>
          <a:bodyPr wrap="square">
            <a:spAutoFit/>
          </a:bodyPr>
          <a:lstStyle/>
          <a:p>
            <a:r>
              <a:rPr sz="1400" b="0">
                <a:latin typeface="Galano Grotesque"/>
              </a:rPr>
              <a:t>Cloud Foundations offers various patterns for load balancing and compute scaling, all leveraging multi-AZ by default.</a:t>
            </a:r>
          </a:p>
        </p:txBody>
      </p:sp>
      <p:pic>
        <p:nvPicPr>
          <p:cNvPr id="7" name="Picture 6" descr="load_balancing.png"/>
          <p:cNvPicPr>
            <a:picLocks noChangeAspect="1"/>
          </p:cNvPicPr>
          <p:nvPr/>
        </p:nvPicPr>
        <p:blipFill>
          <a:blip r:embed="rId2"/>
          <a:stretch>
            <a:fillRect/>
          </a:stretch>
        </p:blipFill>
        <p:spPr>
          <a:xfrm>
            <a:off x="512064" y="1691640"/>
            <a:ext cx="6894576" cy="4654296"/>
          </a:xfrm>
          <a:prstGeom prst="rect">
            <a:avLst/>
          </a:prstGeom>
        </p:spPr>
      </p:pic>
      <p:sp>
        <p:nvSpPr>
          <p:cNvPr id="8" name="TextBox 7"/>
          <p:cNvSpPr txBox="1"/>
          <p:nvPr/>
        </p:nvSpPr>
        <p:spPr>
          <a:xfrm>
            <a:off x="7845552" y="2185416"/>
            <a:ext cx="4270248" cy="1609344"/>
          </a:xfrm>
          <a:prstGeom prst="rect">
            <a:avLst/>
          </a:prstGeom>
          <a:noFill/>
        </p:spPr>
        <p:txBody>
          <a:bodyPr wrap="square">
            <a:spAutoFit/>
          </a:bodyPr>
          <a:lstStyle/>
          <a:p>
            <a:r>
              <a:rPr sz="1200" b="0">
                <a:latin typeface="Galano Grotesque"/>
              </a:rPr>
              <a:t>Load Balancing</a:t>
            </a:r>
          </a:p>
          <a:p>
            <a:r>
              <a:rPr sz="1200" b="0">
                <a:latin typeface="Galano Grotesque"/>
              </a:rPr>
              <a:t>Azure Front Door, App Gateway, Azure LB</a:t>
            </a:r>
          </a:p>
          <a:p>
            <a:r>
              <a:rPr sz="1200" b="0">
                <a:latin typeface="Galano Grotesque"/>
              </a:rPr>
              <a:t>Front Door: public, global load balancing + CDN</a:t>
            </a:r>
          </a:p>
          <a:p>
            <a:r>
              <a:rPr sz="1200" b="0">
                <a:latin typeface="Galano Grotesque"/>
              </a:rPr>
              <a:t>App Gateway/LB: public or private fronting compute in private subnets</a:t>
            </a:r>
          </a:p>
        </p:txBody>
      </p:sp>
      <p:sp>
        <p:nvSpPr>
          <p:cNvPr id="9" name="TextBox 8"/>
          <p:cNvSpPr txBox="1"/>
          <p:nvPr/>
        </p:nvSpPr>
        <p:spPr>
          <a:xfrm>
            <a:off x="7845552" y="3986784"/>
            <a:ext cx="4270248" cy="1847088"/>
          </a:xfrm>
          <a:prstGeom prst="rect">
            <a:avLst/>
          </a:prstGeom>
          <a:noFill/>
        </p:spPr>
        <p:txBody>
          <a:bodyPr wrap="square">
            <a:spAutoFit/>
          </a:bodyPr>
          <a:lstStyle/>
          <a:p>
            <a:r>
              <a:rPr sz="1200" b="0">
                <a:latin typeface="Galano Grotesque"/>
              </a:rPr>
              <a:t>Elasticity</a:t>
            </a:r>
          </a:p>
          <a:p>
            <a:r>
              <a:rPr sz="1200" b="0">
                <a:latin typeface="Galano Grotesque"/>
              </a:rPr>
              <a:t>VMs, AKS, Azure Functions, CosmosDB, SQL</a:t>
            </a:r>
          </a:p>
          <a:p>
            <a:r>
              <a:rPr sz="1200" b="0">
                <a:latin typeface="Galano Grotesque"/>
              </a:rPr>
              <a:t>3 availability zones enabled</a:t>
            </a:r>
          </a:p>
          <a:p>
            <a:r>
              <a:rPr sz="1200" b="0">
                <a:latin typeface="Galano Grotesque"/>
              </a:rPr>
              <a:t>Autoscaling configurable as needed (VMSS)</a:t>
            </a:r>
          </a:p>
          <a:p>
            <a:r>
              <a:rPr sz="1200" b="0">
                <a:latin typeface="Galano Grotesque"/>
              </a:rPr>
              <a:t>Serverless scaling where applicable (Functions)</a:t>
            </a:r>
          </a:p>
        </p:txBody>
      </p:sp>
      <p:sp>
        <p:nvSpPr>
          <p:cNvPr id="10" name="TextBox 9"/>
          <p:cNvSpPr txBox="1"/>
          <p:nvPr/>
        </p:nvSpPr>
        <p:spPr>
          <a:xfrm>
            <a:off x="5486400" y="6611112"/>
            <a:ext cx="1216152" cy="246888"/>
          </a:xfrm>
          <a:prstGeom prst="rect">
            <a:avLst/>
          </a:prstGeom>
          <a:noFill/>
        </p:spPr>
        <p:txBody>
          <a:bodyPr wrap="square">
            <a:spAutoFit/>
          </a:bodyPr>
          <a:lstStyle/>
          <a:p>
            <a:r>
              <a:rPr sz="1000" b="0">
                <a:latin typeface="Galano Grotesque"/>
              </a:rPr>
              <a:t>Ally Confidential</a:t>
            </a:r>
          </a:p>
        </p:txBody>
      </p:sp>
      <p:sp>
        <p:nvSpPr>
          <p:cNvPr id="11" name="TextBox 10"/>
          <p:cNvSpPr txBox="1"/>
          <p:nvPr/>
        </p:nvSpPr>
        <p:spPr>
          <a:xfrm>
            <a:off x="8951976" y="6355080"/>
            <a:ext cx="2743200" cy="365760"/>
          </a:xfrm>
          <a:prstGeom prst="rect">
            <a:avLst/>
          </a:prstGeom>
          <a:noFill/>
        </p:spPr>
        <p:txBody>
          <a:bodyPr wrap="square">
            <a:spAutoFit/>
          </a:bodyPr>
          <a:lstStyle/>
          <a:p>
            <a:pPr algn="r"/>
            <a:r>
              <a:rPr sz="1000" b="0">
                <a:latin typeface="Galano Grotesque"/>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3" sz="quarter"/>
          </p:nvPr>
        </p:nvSpPr>
        <p:spPr/>
        <p:txBody>
          <a:bodyPr/>
          <a:lstStyle/>
          <a:p/>
        </p:txBody>
      </p:sp>
      <p:sp>
        <p:nvSpPr>
          <p:cNvPr id="4" name="TextBox 3"/>
          <p:cNvSpPr txBox="1"/>
          <p:nvPr/>
        </p:nvSpPr>
        <p:spPr>
          <a:xfrm>
            <a:off x="4343400" y="2843784"/>
            <a:ext cx="6720840" cy="1453896"/>
          </a:xfrm>
          <a:prstGeom prst="rect">
            <a:avLst/>
          </a:prstGeom>
          <a:noFill/>
        </p:spPr>
        <p:txBody>
          <a:bodyPr wrap="square">
            <a:spAutoFit/>
          </a:bodyPr>
          <a:lstStyle/>
          <a:p>
            <a:r>
              <a:rPr sz="4000" b="0">
                <a:latin typeface="Galano Grotesque"/>
              </a:rPr>
              <a:t>Identity &amp; Access
Management</a:t>
            </a:r>
          </a:p>
        </p:txBody>
      </p:sp>
      <p:sp>
        <p:nvSpPr>
          <p:cNvPr id="5" name="TextBox 4"/>
          <p:cNvSpPr txBox="1"/>
          <p:nvPr/>
        </p:nvSpPr>
        <p:spPr>
          <a:xfrm>
            <a:off x="5486400" y="6611112"/>
            <a:ext cx="1216152" cy="246888"/>
          </a:xfrm>
          <a:prstGeom prst="rect">
            <a:avLst/>
          </a:prstGeom>
          <a:noFill/>
        </p:spPr>
        <p:txBody>
          <a:bodyPr wrap="square">
            <a:spAutoFit/>
          </a:bodyPr>
          <a:lstStyle/>
          <a:p>
            <a:r>
              <a:rPr sz="1000" b="0">
                <a:latin typeface="Galano Grotesque"/>
              </a:rPr>
              <a:t>Ally Confidential</a:t>
            </a:r>
          </a:p>
        </p:txBody>
      </p:sp>
      <p:sp>
        <p:nvSpPr>
          <p:cNvPr id="6" name="TextBox 5"/>
          <p:cNvSpPr txBox="1"/>
          <p:nvPr/>
        </p:nvSpPr>
        <p:spPr>
          <a:xfrm>
            <a:off x="8951976" y="6355080"/>
            <a:ext cx="2743200" cy="365760"/>
          </a:xfrm>
          <a:prstGeom prst="rect">
            <a:avLst/>
          </a:prstGeom>
          <a:noFill/>
        </p:spPr>
        <p:txBody>
          <a:bodyPr wrap="square">
            <a:spAutoFit/>
          </a:bodyPr>
          <a:lstStyle/>
          <a:p>
            <a:pPr algn="r"/>
            <a:r>
              <a:rPr sz="1000" b="0">
                <a:latin typeface="Galano Grotesque"/>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201168" y="155448"/>
            <a:ext cx="8430768" cy="347472"/>
          </a:xfrm>
          <a:prstGeom prst="rect">
            <a:avLst/>
          </a:prstGeom>
          <a:noFill/>
        </p:spPr>
        <p:txBody>
          <a:bodyPr wrap="square">
            <a:spAutoFit/>
          </a:bodyPr>
          <a:lstStyle/>
          <a:p>
            <a:r>
              <a:rPr sz="2400" b="0">
                <a:latin typeface="Galano Grotesque"/>
              </a:rPr>
              <a:t>IAM - Role Attachment Model</a:t>
            </a:r>
          </a:p>
        </p:txBody>
      </p:sp>
      <p:sp>
        <p:nvSpPr>
          <p:cNvPr id="4" name="TextBox 3"/>
          <p:cNvSpPr txBox="1"/>
          <p:nvPr/>
        </p:nvSpPr>
        <p:spPr>
          <a:xfrm>
            <a:off x="301752" y="685800"/>
            <a:ext cx="10543032" cy="694944"/>
          </a:xfrm>
          <a:prstGeom prst="rect">
            <a:avLst/>
          </a:prstGeom>
          <a:noFill/>
        </p:spPr>
        <p:txBody>
          <a:bodyPr wrap="square">
            <a:spAutoFit/>
          </a:bodyPr>
          <a:lstStyle/>
          <a:p>
            <a:r>
              <a:rPr sz="2000" b="0">
                <a:latin typeface="Galano Grotesque"/>
              </a:rPr>
              <a:t>Ally implements secure role-based access with Entra ID groups mapped to Azure RBAC roles at subscription scope.</a:t>
            </a:r>
          </a:p>
        </p:txBody>
      </p:sp>
      <p:sp>
        <p:nvSpPr>
          <p:cNvPr id="5" name="TextBox 4"/>
          <p:cNvSpPr txBox="1"/>
          <p:nvPr/>
        </p:nvSpPr>
        <p:spPr>
          <a:xfrm>
            <a:off x="512064" y="2039112"/>
            <a:ext cx="4306824" cy="3703320"/>
          </a:xfrm>
          <a:prstGeom prst="rect">
            <a:avLst/>
          </a:prstGeom>
          <a:noFill/>
        </p:spPr>
        <p:txBody>
          <a:bodyPr wrap="square">
            <a:spAutoFit/>
          </a:bodyPr>
          <a:lstStyle/>
          <a:p>
            <a:r>
              <a:rPr sz="1400" b="0">
                <a:latin typeface="Galano Grotesque"/>
              </a:rPr>
              <a:t>• Each Role has specific actions within Entra ID attached to an Identity, and scoped to a subscription or resource group</a:t>
            </a:r>
          </a:p>
          <a:p>
            <a:r>
              <a:rPr sz="1400" b="0">
                <a:latin typeface="Galano Grotesque"/>
              </a:rPr>
              <a:t/>
            </a:r>
          </a:p>
          <a:p>
            <a:r>
              <a:rPr sz="1400" b="0">
                <a:latin typeface="Galano Grotesque"/>
              </a:rPr>
              <a:t>• A billing admin is in the Online Billing admin group with Billing Reader Permissions on all subscriptions</a:t>
            </a:r>
          </a:p>
          <a:p>
            <a:r>
              <a:rPr sz="1400" b="0">
                <a:latin typeface="Galano Grotesque"/>
              </a:rPr>
              <a:t/>
            </a:r>
          </a:p>
          <a:p>
            <a:r>
              <a:rPr sz="1400" b="0">
                <a:latin typeface="Galano Grotesque"/>
              </a:rPr>
              <a:t>• A developer is in the Boundary Dev and Boundary Test groups with Contributor role</a:t>
            </a:r>
          </a:p>
          <a:p>
            <a:r>
              <a:rPr sz="1400" b="0">
                <a:latin typeface="Galano Grotesque"/>
              </a:rPr>
              <a:t/>
            </a:r>
          </a:p>
          <a:p>
            <a:r>
              <a:rPr sz="1400" b="0">
                <a:latin typeface="Galano Grotesque"/>
              </a:rPr>
              <a:t>• A production user is in the ECN Contributor group for Operations read/write access</a:t>
            </a:r>
          </a:p>
          <a:p>
            <a:r>
              <a:rPr sz="1400" b="0">
                <a:latin typeface="Galano Grotesque"/>
              </a:rPr>
              <a:t/>
            </a:r>
          </a:p>
          <a:p>
            <a:r>
              <a:rPr sz="1400" b="0">
                <a:latin typeface="Galano Grotesque"/>
              </a:rPr>
              <a:t>• An app registration is a service identity with role attachment to a specific Subscription</a:t>
            </a:r>
          </a:p>
        </p:txBody>
      </p:sp>
      <p:pic>
        <p:nvPicPr>
          <p:cNvPr id="6" name="Picture 5" descr="slide9_iam.png"/>
          <p:cNvPicPr>
            <a:picLocks noChangeAspect="1"/>
          </p:cNvPicPr>
          <p:nvPr/>
        </p:nvPicPr>
        <p:blipFill>
          <a:blip r:embed="rId2"/>
          <a:stretch>
            <a:fillRect/>
          </a:stretch>
        </p:blipFill>
        <p:spPr>
          <a:xfrm>
            <a:off x="5321808" y="1572768"/>
            <a:ext cx="6062472" cy="4782312"/>
          </a:xfrm>
          <a:prstGeom prst="rect">
            <a:avLst/>
          </a:prstGeom>
        </p:spPr>
      </p:pic>
      <p:sp>
        <p:nvSpPr>
          <p:cNvPr id="7" name="TextBox 6"/>
          <p:cNvSpPr txBox="1"/>
          <p:nvPr/>
        </p:nvSpPr>
        <p:spPr>
          <a:xfrm>
            <a:off x="5486400" y="6611112"/>
            <a:ext cx="1216152" cy="246888"/>
          </a:xfrm>
          <a:prstGeom prst="rect">
            <a:avLst/>
          </a:prstGeom>
          <a:noFill/>
        </p:spPr>
        <p:txBody>
          <a:bodyPr wrap="square">
            <a:spAutoFit/>
          </a:bodyPr>
          <a:lstStyle/>
          <a:p>
            <a:r>
              <a:rPr sz="1000" b="0">
                <a:latin typeface="Galano Grotesque"/>
              </a:rPr>
              <a:t>Ally Confidential</a:t>
            </a:r>
          </a:p>
        </p:txBody>
      </p:sp>
      <p:sp>
        <p:nvSpPr>
          <p:cNvPr id="8" name="TextBox 7"/>
          <p:cNvSpPr txBox="1"/>
          <p:nvPr/>
        </p:nvSpPr>
        <p:spPr>
          <a:xfrm>
            <a:off x="8951976" y="6355080"/>
            <a:ext cx="2743200" cy="365760"/>
          </a:xfrm>
          <a:prstGeom prst="rect">
            <a:avLst/>
          </a:prstGeom>
          <a:noFill/>
        </p:spPr>
        <p:txBody>
          <a:bodyPr wrap="square">
            <a:spAutoFit/>
          </a:bodyPr>
          <a:lstStyle/>
          <a:p>
            <a:pPr algn="r"/>
            <a:r>
              <a:rPr sz="1000" b="0">
                <a:latin typeface="Galano Grotesque"/>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201168" y="155448"/>
            <a:ext cx="8430768" cy="347472"/>
          </a:xfrm>
          <a:prstGeom prst="rect">
            <a:avLst/>
          </a:prstGeom>
          <a:noFill/>
        </p:spPr>
        <p:txBody>
          <a:bodyPr wrap="square">
            <a:spAutoFit/>
          </a:bodyPr>
          <a:lstStyle/>
          <a:p>
            <a:r>
              <a:rPr sz="2400" b="0">
                <a:latin typeface="Galano Grotesque"/>
              </a:rPr>
              <a:t>Azure Policy Governance</a:t>
            </a:r>
          </a:p>
        </p:txBody>
      </p:sp>
      <p:sp>
        <p:nvSpPr>
          <p:cNvPr id="4" name="TextBox 3"/>
          <p:cNvSpPr txBox="1"/>
          <p:nvPr/>
        </p:nvSpPr>
        <p:spPr>
          <a:xfrm>
            <a:off x="301752" y="685800"/>
            <a:ext cx="10543032" cy="694944"/>
          </a:xfrm>
          <a:prstGeom prst="rect">
            <a:avLst/>
          </a:prstGeom>
          <a:noFill/>
        </p:spPr>
        <p:txBody>
          <a:bodyPr wrap="square">
            <a:spAutoFit/>
          </a:bodyPr>
          <a:lstStyle/>
          <a:p>
            <a:r>
              <a:rPr sz="2000" b="0">
                <a:latin typeface="Galano Grotesque"/>
              </a:rPr>
              <a:t>Ally delivers policy-driven governance: Azure Policy assigned at Management Group level enforces resource compliance across all subscriptions.</a:t>
            </a:r>
          </a:p>
        </p:txBody>
      </p:sp>
      <p:sp>
        <p:nvSpPr>
          <p:cNvPr id="5" name="TextBox 4"/>
          <p:cNvSpPr txBox="1"/>
          <p:nvPr/>
        </p:nvSpPr>
        <p:spPr>
          <a:xfrm>
            <a:off x="512064" y="1828800"/>
            <a:ext cx="10972800" cy="4114800"/>
          </a:xfrm>
          <a:prstGeom prst="rect">
            <a:avLst/>
          </a:prstGeom>
          <a:noFill/>
        </p:spPr>
        <p:txBody>
          <a:bodyPr wrap="square">
            <a:spAutoFit/>
          </a:bodyPr>
          <a:lstStyle/>
          <a:p>
            <a:r>
              <a:rPr sz="1400" b="0">
                <a:latin typeface="Galano Grotesque"/>
              </a:rPr>
              <a:t>• Azure Policy assigned at Management Group level for inheritance across subscriptions</a:t>
            </a:r>
          </a:p>
          <a:p>
            <a:r>
              <a:rPr sz="1400" b="0">
                <a:latin typeface="Galano Grotesque"/>
              </a:rPr>
              <a:t>• Policies enforce resource tagging, allowed regions, allowed SKUs, and security baselines</a:t>
            </a:r>
          </a:p>
          <a:p>
            <a:r>
              <a:rPr sz="1400" b="0">
                <a:latin typeface="Galano Grotesque"/>
              </a:rPr>
              <a:t>• Deny policies prevent deployment of non-compliant resources at deploy time</a:t>
            </a:r>
          </a:p>
          <a:p>
            <a:r>
              <a:rPr sz="1400" b="0">
                <a:latin typeface="Galano Grotesque"/>
              </a:rPr>
              <a:t>• Audit policies report compliance without blocking deployment</a:t>
            </a:r>
          </a:p>
          <a:p>
            <a:r>
              <a:rPr sz="1400" b="0">
                <a:latin typeface="Galano Grotesque"/>
              </a:rPr>
              <a:t>• Initiative definitions group related policies for compliance tracking</a:t>
            </a:r>
          </a:p>
          <a:p>
            <a:r>
              <a:rPr sz="1400" b="0">
                <a:latin typeface="Galano Grotesque"/>
              </a:rPr>
              <a:t>• Custom policies authored in Terraform and deployed via CI/CD pipeline</a:t>
            </a:r>
          </a:p>
          <a:p>
            <a:r>
              <a:rPr sz="1400" b="0">
                <a:latin typeface="Galano Grotesque"/>
              </a:rPr>
              <a:t>• Compliance data surfaced through Azure Policy dashboard (see below)</a:t>
            </a:r>
          </a:p>
        </p:txBody>
      </p:sp>
      <p:pic>
        <p:nvPicPr>
          <p:cNvPr id="6" name="Picture 5" descr="slide12_policy.png"/>
          <p:cNvPicPr>
            <a:picLocks noChangeAspect="1"/>
          </p:cNvPicPr>
          <p:nvPr/>
        </p:nvPicPr>
        <p:blipFill>
          <a:blip r:embed="rId2"/>
          <a:stretch>
            <a:fillRect/>
          </a:stretch>
        </p:blipFill>
        <p:spPr>
          <a:xfrm>
            <a:off x="457200" y="4114800"/>
            <a:ext cx="10972800" cy="2286000"/>
          </a:xfrm>
          <a:prstGeom prst="rect">
            <a:avLst/>
          </a:prstGeom>
        </p:spPr>
      </p:pic>
      <p:sp>
        <p:nvSpPr>
          <p:cNvPr id="7" name="TextBox 6"/>
          <p:cNvSpPr txBox="1"/>
          <p:nvPr/>
        </p:nvSpPr>
        <p:spPr>
          <a:xfrm>
            <a:off x="5486400" y="6611112"/>
            <a:ext cx="1216152" cy="246888"/>
          </a:xfrm>
          <a:prstGeom prst="rect">
            <a:avLst/>
          </a:prstGeom>
          <a:noFill/>
        </p:spPr>
        <p:txBody>
          <a:bodyPr wrap="square">
            <a:spAutoFit/>
          </a:bodyPr>
          <a:lstStyle/>
          <a:p>
            <a:r>
              <a:rPr sz="1000" b="0">
                <a:latin typeface="Galano Grotesque"/>
              </a:rPr>
              <a:t>Ally Confidential</a:t>
            </a:r>
          </a:p>
        </p:txBody>
      </p:sp>
      <p:sp>
        <p:nvSpPr>
          <p:cNvPr id="8" name="TextBox 7"/>
          <p:cNvSpPr txBox="1"/>
          <p:nvPr/>
        </p:nvSpPr>
        <p:spPr>
          <a:xfrm>
            <a:off x="8951976" y="6355080"/>
            <a:ext cx="2743200" cy="365760"/>
          </a:xfrm>
          <a:prstGeom prst="rect">
            <a:avLst/>
          </a:prstGeom>
          <a:noFill/>
        </p:spPr>
        <p:txBody>
          <a:bodyPr wrap="square">
            <a:spAutoFit/>
          </a:bodyPr>
          <a:lstStyle/>
          <a:p>
            <a:pPr algn="r"/>
            <a:r>
              <a:rPr sz="1000" b="0">
                <a:latin typeface="Galano Grotesque"/>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201168" y="155448"/>
            <a:ext cx="8430768" cy="347472"/>
          </a:xfrm>
          <a:prstGeom prst="rect">
            <a:avLst/>
          </a:prstGeom>
          <a:noFill/>
        </p:spPr>
        <p:txBody>
          <a:bodyPr wrap="square">
            <a:spAutoFit/>
          </a:bodyPr>
          <a:lstStyle/>
          <a:p>
            <a:r>
              <a:rPr sz="2400" b="0">
                <a:latin typeface="Galano Grotesque"/>
              </a:rPr>
              <a:t>Application Log Flow</a:t>
            </a:r>
          </a:p>
        </p:txBody>
      </p:sp>
      <p:sp>
        <p:nvSpPr>
          <p:cNvPr id="4" name="TextBox 3"/>
          <p:cNvSpPr txBox="1"/>
          <p:nvPr/>
        </p:nvSpPr>
        <p:spPr>
          <a:xfrm>
            <a:off x="301752" y="685800"/>
            <a:ext cx="10543032" cy="694944"/>
          </a:xfrm>
          <a:prstGeom prst="rect">
            <a:avLst/>
          </a:prstGeom>
          <a:noFill/>
        </p:spPr>
        <p:txBody>
          <a:bodyPr wrap="square">
            <a:spAutoFit/>
          </a:bodyPr>
          <a:lstStyle/>
          <a:p>
            <a:r>
              <a:rPr sz="2000" b="0">
                <a:latin typeface="Galano Grotesque"/>
              </a:rPr>
              <a:t>Ally employs centralized log aggregation from Azure Monitor through Event Hubs to Splunk Cloud for unified observability.</a:t>
            </a:r>
          </a:p>
        </p:txBody>
      </p:sp>
      <p:sp>
        <p:nvSpPr>
          <p:cNvPr id="5" name="TextBox 4"/>
          <p:cNvSpPr txBox="1"/>
          <p:nvPr/>
        </p:nvSpPr>
        <p:spPr>
          <a:xfrm>
            <a:off x="393192" y="1828800"/>
            <a:ext cx="4114800" cy="4114800"/>
          </a:xfrm>
          <a:prstGeom prst="rect">
            <a:avLst/>
          </a:prstGeom>
          <a:noFill/>
        </p:spPr>
        <p:txBody>
          <a:bodyPr wrap="square">
            <a:spAutoFit/>
          </a:bodyPr>
          <a:lstStyle/>
          <a:p>
            <a:r>
              <a:rPr sz="1400" b="0">
                <a:latin typeface="Galano Grotesque"/>
              </a:rPr>
              <a:t>• BU Subscription resources emit logs to Azure Monitor</a:t>
            </a:r>
          </a:p>
          <a:p>
            <a:r>
              <a:rPr sz="1400" b="0">
                <a:latin typeface="Galano Grotesque"/>
              </a:rPr>
              <a:t>• Diagnostic Settings route to Event Hub Namespaces</a:t>
            </a:r>
          </a:p>
          <a:p>
            <a:r>
              <a:rPr sz="1400" b="0">
                <a:latin typeface="Galano Grotesque"/>
              </a:rPr>
              <a:t>• Separate Event Hubs per log type:</a:t>
            </a:r>
          </a:p>
          <a:p>
            <a:r>
              <a:rPr sz="1400" b="0">
                <a:latin typeface="Galano Grotesque"/>
              </a:rPr>
              <a:t>  - Sec-Azure Event Hub (security)</a:t>
            </a:r>
          </a:p>
          <a:p>
            <a:r>
              <a:rPr sz="1400" b="0">
                <a:latin typeface="Galano Grotesque"/>
              </a:rPr>
              <a:t>  - Infra-Azure Event Hub (infrastructure)</a:t>
            </a:r>
          </a:p>
          <a:p>
            <a:r>
              <a:rPr sz="1400" b="0">
                <a:latin typeface="Galano Grotesque"/>
              </a:rPr>
              <a:t>  - AD-Azure Event Hub (identity)</a:t>
            </a:r>
          </a:p>
          <a:p>
            <a:r>
              <a:rPr sz="1400" b="0">
                <a:latin typeface="Galano Grotesque"/>
              </a:rPr>
              <a:t>  - Defender/Tenant-Azure Event Hub</a:t>
            </a:r>
          </a:p>
          <a:p>
            <a:r>
              <a:rPr sz="1400" b="0">
                <a:latin typeface="Galano Grotesque"/>
              </a:rPr>
              <a:t>• Splunk Cloud HEC Endpoint receives all aggregated log streams</a:t>
            </a:r>
          </a:p>
          <a:p>
            <a:r>
              <a:rPr sz="1400" b="0">
                <a:latin typeface="Galano Grotesque"/>
              </a:rPr>
              <a:t>• Management-Prod subscription hosts shared logging infrastructure</a:t>
            </a:r>
          </a:p>
        </p:txBody>
      </p:sp>
      <p:pic>
        <p:nvPicPr>
          <p:cNvPr id="6" name="Picture 5" descr="slide14_logflow.png"/>
          <p:cNvPicPr>
            <a:picLocks noChangeAspect="1"/>
          </p:cNvPicPr>
          <p:nvPr/>
        </p:nvPicPr>
        <p:blipFill>
          <a:blip r:embed="rId2"/>
          <a:stretch>
            <a:fillRect/>
          </a:stretch>
        </p:blipFill>
        <p:spPr>
          <a:xfrm>
            <a:off x="5029200" y="1463040"/>
            <a:ext cx="6675120" cy="4846320"/>
          </a:xfrm>
          <a:prstGeom prst="rect">
            <a:avLst/>
          </a:prstGeom>
        </p:spPr>
      </p:pic>
      <p:sp>
        <p:nvSpPr>
          <p:cNvPr id="7" name="TextBox 6"/>
          <p:cNvSpPr txBox="1"/>
          <p:nvPr/>
        </p:nvSpPr>
        <p:spPr>
          <a:xfrm>
            <a:off x="5486400" y="6611112"/>
            <a:ext cx="1216152" cy="246888"/>
          </a:xfrm>
          <a:prstGeom prst="rect">
            <a:avLst/>
          </a:prstGeom>
          <a:noFill/>
        </p:spPr>
        <p:txBody>
          <a:bodyPr wrap="square">
            <a:spAutoFit/>
          </a:bodyPr>
          <a:lstStyle/>
          <a:p>
            <a:r>
              <a:rPr sz="1000" b="0">
                <a:latin typeface="Galano Grotesque"/>
              </a:rPr>
              <a:t>Ally Confidential</a:t>
            </a:r>
          </a:p>
        </p:txBody>
      </p:sp>
      <p:sp>
        <p:nvSpPr>
          <p:cNvPr id="8" name="TextBox 7"/>
          <p:cNvSpPr txBox="1"/>
          <p:nvPr/>
        </p:nvSpPr>
        <p:spPr>
          <a:xfrm>
            <a:off x="8951976" y="6355080"/>
            <a:ext cx="2743200" cy="365760"/>
          </a:xfrm>
          <a:prstGeom prst="rect">
            <a:avLst/>
          </a:prstGeom>
          <a:noFill/>
        </p:spPr>
        <p:txBody>
          <a:bodyPr wrap="square">
            <a:spAutoFit/>
          </a:bodyPr>
          <a:lstStyle/>
          <a:p>
            <a:pPr algn="r"/>
            <a:r>
              <a:rPr sz="1000" b="0">
                <a:latin typeface="Galano Grotesque"/>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201168" y="155448"/>
            <a:ext cx="8430768" cy="347472"/>
          </a:xfrm>
          <a:prstGeom prst="rect">
            <a:avLst/>
          </a:prstGeom>
          <a:noFill/>
        </p:spPr>
        <p:txBody>
          <a:bodyPr wrap="square">
            <a:spAutoFit/>
          </a:bodyPr>
          <a:lstStyle/>
          <a:p>
            <a:r>
              <a:rPr sz="2400" b="0">
                <a:latin typeface="Galano Grotesque"/>
              </a:rPr>
              <a:t>Azure Hybrid DNS</a:t>
            </a:r>
          </a:p>
        </p:txBody>
      </p:sp>
      <p:sp>
        <p:nvSpPr>
          <p:cNvPr id="4" name="TextBox 3"/>
          <p:cNvSpPr txBox="1"/>
          <p:nvPr/>
        </p:nvSpPr>
        <p:spPr>
          <a:xfrm>
            <a:off x="301752" y="685800"/>
            <a:ext cx="10543032" cy="694944"/>
          </a:xfrm>
          <a:prstGeom prst="rect">
            <a:avLst/>
          </a:prstGeom>
          <a:noFill/>
        </p:spPr>
        <p:txBody>
          <a:bodyPr wrap="square">
            <a:spAutoFit/>
          </a:bodyPr>
          <a:lstStyle/>
          <a:p>
            <a:r>
              <a:rPr sz="2000" b="0">
                <a:latin typeface="Galano Grotesque"/>
              </a:rPr>
              <a:t>Azure Private DNS Resolvers enable seamless name resolution across Azure, AWS, on-premises, and VPN users.</a:t>
            </a:r>
          </a:p>
        </p:txBody>
      </p:sp>
      <p:sp>
        <p:nvSpPr>
          <p:cNvPr id="5" name="TextBox 4"/>
          <p:cNvSpPr txBox="1"/>
          <p:nvPr/>
        </p:nvSpPr>
        <p:spPr>
          <a:xfrm>
            <a:off x="393192" y="1828800"/>
            <a:ext cx="4114800" cy="4114800"/>
          </a:xfrm>
          <a:prstGeom prst="rect">
            <a:avLst/>
          </a:prstGeom>
          <a:noFill/>
        </p:spPr>
        <p:txBody>
          <a:bodyPr wrap="square">
            <a:spAutoFit/>
          </a:bodyPr>
          <a:lstStyle/>
          <a:p>
            <a:r>
              <a:rPr sz="1400" b="0">
                <a:latin typeface="Galano Grotesque"/>
              </a:rPr>
              <a:t>• Azure Private DNS Resolver in Connectivity VNet (DNS Subnet)</a:t>
            </a:r>
          </a:p>
          <a:p>
            <a:r>
              <a:rPr sz="1400" b="0">
                <a:latin typeface="Galano Grotesque"/>
              </a:rPr>
              <a:t>• DNS Inbound Endpoint: 10.116.0.148</a:t>
            </a:r>
          </a:p>
          <a:p>
            <a:r>
              <a:rPr sz="1400" b="0">
                <a:latin typeface="Galano Grotesque"/>
              </a:rPr>
              <a:t>• Private DNS Zones for *.privatelink.* and *.azure.ally.com</a:t>
            </a:r>
          </a:p>
          <a:p>
            <a:r>
              <a:rPr sz="1400" b="0">
                <a:latin typeface="Galano Grotesque"/>
              </a:rPr>
              <a:t>• On-prem Infoblox forwards Azure queries to DNS Inbound Endpoint</a:t>
            </a:r>
          </a:p>
          <a:p>
            <a:r>
              <a:rPr sz="1400" b="0">
                <a:latin typeface="Galano Grotesque"/>
              </a:rPr>
              <a:t>• AWS Route 53 Resolver Rules forward Azure zones to DNS endpoint</a:t>
            </a:r>
          </a:p>
          <a:p>
            <a:r>
              <a:rPr sz="1400" b="0">
                <a:latin typeface="Galano Grotesque"/>
              </a:rPr>
              <a:t>• Prisma VPN users route DNS via forwarding rules</a:t>
            </a:r>
          </a:p>
          <a:p>
            <a:r>
              <a:rPr sz="1400" b="0">
                <a:latin typeface="Galano Grotesque"/>
              </a:rPr>
              <a:t>• Spoke VNets linked to Private DNS Zones via VNet Links</a:t>
            </a:r>
          </a:p>
          <a:p>
            <a:r>
              <a:rPr sz="1400" b="0">
                <a:latin typeface="Galano Grotesque"/>
              </a:rPr>
              <a:t/>
            </a:r>
          </a:p>
          <a:p>
            <a:r>
              <a:rPr sz="1400" b="0">
                <a:latin typeface="Galano Grotesque"/>
              </a:rPr>
              <a:t>Private Link DNS Resolution:</a:t>
            </a:r>
          </a:p>
          <a:p>
            <a:r>
              <a:rPr sz="1400" b="0">
                <a:latin typeface="Galano Grotesque"/>
              </a:rPr>
              <a:t>1. Client requests &lt;resource&gt;.database.windows.net</a:t>
            </a:r>
          </a:p>
          <a:p>
            <a:r>
              <a:rPr sz="1400" b="0">
                <a:latin typeface="Galano Grotesque"/>
              </a:rPr>
              <a:t>2. Azure public DNS identifies resource as private</a:t>
            </a:r>
          </a:p>
          <a:p>
            <a:r>
              <a:rPr sz="1400" b="0">
                <a:latin typeface="Galano Grotesque"/>
              </a:rPr>
              <a:t>3. CNAME to &lt;resource&gt;.privatelink.database.windows.net</a:t>
            </a:r>
          </a:p>
          <a:p>
            <a:r>
              <a:rPr sz="1400" b="0">
                <a:latin typeface="Galano Grotesque"/>
              </a:rPr>
              <a:t>4. Zone forwarding hits DNS inbound endpoint directly</a:t>
            </a:r>
          </a:p>
        </p:txBody>
      </p:sp>
      <p:pic>
        <p:nvPicPr>
          <p:cNvPr id="6" name="Picture 5" descr="slide17_dns.jpeg"/>
          <p:cNvPicPr>
            <a:picLocks noChangeAspect="1"/>
          </p:cNvPicPr>
          <p:nvPr/>
        </p:nvPicPr>
        <p:blipFill>
          <a:blip r:embed="rId2"/>
          <a:stretch>
            <a:fillRect/>
          </a:stretch>
        </p:blipFill>
        <p:spPr>
          <a:xfrm>
            <a:off x="5029200" y="1463040"/>
            <a:ext cx="6675120" cy="4846320"/>
          </a:xfrm>
          <a:prstGeom prst="rect">
            <a:avLst/>
          </a:prstGeom>
        </p:spPr>
      </p:pic>
      <p:sp>
        <p:nvSpPr>
          <p:cNvPr id="7" name="TextBox 6"/>
          <p:cNvSpPr txBox="1"/>
          <p:nvPr/>
        </p:nvSpPr>
        <p:spPr>
          <a:xfrm>
            <a:off x="5486400" y="6611112"/>
            <a:ext cx="1216152" cy="246888"/>
          </a:xfrm>
          <a:prstGeom prst="rect">
            <a:avLst/>
          </a:prstGeom>
          <a:noFill/>
        </p:spPr>
        <p:txBody>
          <a:bodyPr wrap="square">
            <a:spAutoFit/>
          </a:bodyPr>
          <a:lstStyle/>
          <a:p>
            <a:r>
              <a:rPr sz="1000" b="0">
                <a:latin typeface="Galano Grotesque"/>
              </a:rPr>
              <a:t>Ally Confidential</a:t>
            </a:r>
          </a:p>
        </p:txBody>
      </p:sp>
      <p:sp>
        <p:nvSpPr>
          <p:cNvPr id="8" name="TextBox 7"/>
          <p:cNvSpPr txBox="1"/>
          <p:nvPr/>
        </p:nvSpPr>
        <p:spPr>
          <a:xfrm>
            <a:off x="8951976" y="6355080"/>
            <a:ext cx="2743200" cy="365760"/>
          </a:xfrm>
          <a:prstGeom prst="rect">
            <a:avLst/>
          </a:prstGeom>
          <a:noFill/>
        </p:spPr>
        <p:txBody>
          <a:bodyPr wrap="square">
            <a:spAutoFit/>
          </a:bodyPr>
          <a:lstStyle/>
          <a:p>
            <a:pPr algn="r"/>
            <a:r>
              <a:rPr sz="1000" b="0">
                <a:latin typeface="Galano Grotesque"/>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201168" y="155448"/>
            <a:ext cx="8430768" cy="347472"/>
          </a:xfrm>
          <a:prstGeom prst="rect">
            <a:avLst/>
          </a:prstGeom>
          <a:noFill/>
        </p:spPr>
        <p:txBody>
          <a:bodyPr wrap="square">
            <a:spAutoFit/>
          </a:bodyPr>
          <a:lstStyle/>
          <a:p>
            <a:r>
              <a:rPr sz="2400" b="0">
                <a:latin typeface="Galano Grotesque"/>
              </a:rPr>
              <a:t>GitLab Integration &amp; CI/CD</a:t>
            </a:r>
          </a:p>
        </p:txBody>
      </p:sp>
      <p:sp>
        <p:nvSpPr>
          <p:cNvPr id="4" name="TextBox 3"/>
          <p:cNvSpPr txBox="1"/>
          <p:nvPr/>
        </p:nvSpPr>
        <p:spPr>
          <a:xfrm>
            <a:off x="301752" y="685800"/>
            <a:ext cx="10543032" cy="694944"/>
          </a:xfrm>
          <a:prstGeom prst="rect">
            <a:avLst/>
          </a:prstGeom>
          <a:noFill/>
        </p:spPr>
        <p:txBody>
          <a:bodyPr wrap="square">
            <a:spAutoFit/>
          </a:bodyPr>
          <a:lstStyle/>
          <a:p>
            <a:r>
              <a:rPr sz="2000" b="0">
                <a:latin typeface="Galano Grotesque"/>
              </a:rPr>
              <a:t>Cross-cloud CI/CD: AWS-hosted GitLab deploys to Azure Landing Zone subscriptions via Entra ID federated authentication.</a:t>
            </a:r>
          </a:p>
        </p:txBody>
      </p:sp>
      <p:sp>
        <p:nvSpPr>
          <p:cNvPr id="5" name="TextBox 4"/>
          <p:cNvSpPr txBox="1"/>
          <p:nvPr/>
        </p:nvSpPr>
        <p:spPr>
          <a:xfrm>
            <a:off x="393192" y="1828800"/>
            <a:ext cx="4114800" cy="4114800"/>
          </a:xfrm>
          <a:prstGeom prst="rect">
            <a:avLst/>
          </a:prstGeom>
          <a:noFill/>
        </p:spPr>
        <p:txBody>
          <a:bodyPr wrap="square">
            <a:spAutoFit/>
          </a:bodyPr>
          <a:lstStyle/>
          <a:p>
            <a:r>
              <a:rPr sz="1400" b="0">
                <a:latin typeface="Galano Grotesque"/>
              </a:rPr>
              <a:t>• Ally User accesses Azure via Entra ID Reader Group or Breakglass Group</a:t>
            </a:r>
          </a:p>
          <a:p>
            <a:r>
              <a:rPr sz="1400" b="0">
                <a:latin typeface="Galano Grotesque"/>
              </a:rPr>
              <a:t/>
            </a:r>
          </a:p>
          <a:p>
            <a:r>
              <a:rPr sz="1400" b="0">
                <a:latin typeface="Galano Grotesque"/>
              </a:rPr>
              <a:t>• GitLab Instance in AWS VPC uses app-reg secret from AWS Secrets Manager</a:t>
            </a:r>
          </a:p>
          <a:p>
            <a:r>
              <a:rPr sz="1400" b="0">
                <a:latin typeface="Galano Grotesque"/>
              </a:rPr>
              <a:t/>
            </a:r>
          </a:p>
          <a:p>
            <a:r>
              <a:rPr sz="1400" b="0">
                <a:latin typeface="Galano Grotesque"/>
              </a:rPr>
              <a:t>• az cli auth from GitLab authenticates via gitlab app-registration in Entra ID</a:t>
            </a:r>
          </a:p>
          <a:p>
            <a:r>
              <a:rPr sz="1400" b="0">
                <a:latin typeface="Galano Grotesque"/>
              </a:rPr>
              <a:t/>
            </a:r>
          </a:p>
          <a:p>
            <a:r>
              <a:rPr sz="1400" b="0">
                <a:latin typeface="Galano Grotesque"/>
              </a:rPr>
              <a:t>• Custom Application Owner Role grants deployment access to Landing Zone Subscription</a:t>
            </a:r>
          </a:p>
          <a:p>
            <a:r>
              <a:rPr sz="1400" b="0">
                <a:latin typeface="Galano Grotesque"/>
              </a:rPr>
              <a:t/>
            </a:r>
          </a:p>
          <a:p>
            <a:r>
              <a:rPr sz="1400" b="0">
                <a:latin typeface="Galano Grotesque"/>
              </a:rPr>
              <a:t>• Terraform State stored in Azure Storage Account</a:t>
            </a:r>
          </a:p>
        </p:txBody>
      </p:sp>
      <p:pic>
        <p:nvPicPr>
          <p:cNvPr id="6" name="Picture 5" descr="slide19_gitlab.png"/>
          <p:cNvPicPr>
            <a:picLocks noChangeAspect="1"/>
          </p:cNvPicPr>
          <p:nvPr/>
        </p:nvPicPr>
        <p:blipFill>
          <a:blip r:embed="rId2"/>
          <a:stretch>
            <a:fillRect/>
          </a:stretch>
        </p:blipFill>
        <p:spPr>
          <a:xfrm>
            <a:off x="5029200" y="1463040"/>
            <a:ext cx="6675120" cy="4846320"/>
          </a:xfrm>
          <a:prstGeom prst="rect">
            <a:avLst/>
          </a:prstGeom>
        </p:spPr>
      </p:pic>
      <p:sp>
        <p:nvSpPr>
          <p:cNvPr id="7" name="TextBox 6"/>
          <p:cNvSpPr txBox="1"/>
          <p:nvPr/>
        </p:nvSpPr>
        <p:spPr>
          <a:xfrm>
            <a:off x="5486400" y="6611112"/>
            <a:ext cx="1216152" cy="246888"/>
          </a:xfrm>
          <a:prstGeom prst="rect">
            <a:avLst/>
          </a:prstGeom>
          <a:noFill/>
        </p:spPr>
        <p:txBody>
          <a:bodyPr wrap="square">
            <a:spAutoFit/>
          </a:bodyPr>
          <a:lstStyle/>
          <a:p>
            <a:r>
              <a:rPr sz="1000" b="0">
                <a:latin typeface="Galano Grotesque"/>
              </a:rPr>
              <a:t>Ally Confidential</a:t>
            </a:r>
          </a:p>
        </p:txBody>
      </p:sp>
      <p:sp>
        <p:nvSpPr>
          <p:cNvPr id="8" name="TextBox 7"/>
          <p:cNvSpPr txBox="1"/>
          <p:nvPr/>
        </p:nvSpPr>
        <p:spPr>
          <a:xfrm>
            <a:off x="8951976" y="6355080"/>
            <a:ext cx="2743200" cy="365760"/>
          </a:xfrm>
          <a:prstGeom prst="rect">
            <a:avLst/>
          </a:prstGeom>
          <a:noFill/>
        </p:spPr>
        <p:txBody>
          <a:bodyPr wrap="square">
            <a:spAutoFit/>
          </a:bodyPr>
          <a:lstStyle/>
          <a:p>
            <a:pPr algn="r"/>
            <a:r>
              <a:rPr sz="1000" b="0">
                <a:latin typeface="Galano Grotesque"/>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201168" y="155448"/>
            <a:ext cx="8430768" cy="347472"/>
          </a:xfrm>
          <a:prstGeom prst="rect">
            <a:avLst/>
          </a:prstGeom>
          <a:noFill/>
        </p:spPr>
        <p:txBody>
          <a:bodyPr wrap="square">
            <a:spAutoFit/>
          </a:bodyPr>
          <a:lstStyle/>
          <a:p>
            <a:r>
              <a:rPr sz="2400" b="0">
                <a:latin typeface="Galano Grotesque"/>
              </a:rPr>
              <a:t>NAOTest Tenant Architecture</a:t>
            </a:r>
          </a:p>
        </p:txBody>
      </p:sp>
      <p:sp>
        <p:nvSpPr>
          <p:cNvPr id="4" name="TextBox 3"/>
          <p:cNvSpPr txBox="1"/>
          <p:nvPr/>
        </p:nvSpPr>
        <p:spPr>
          <a:xfrm>
            <a:off x="301752" y="685800"/>
            <a:ext cx="10543032" cy="694944"/>
          </a:xfrm>
          <a:prstGeom prst="rect">
            <a:avLst/>
          </a:prstGeom>
          <a:noFill/>
        </p:spPr>
        <p:txBody>
          <a:bodyPr wrap="square">
            <a:spAutoFit/>
          </a:bodyPr>
          <a:lstStyle/>
          <a:p>
            <a:r>
              <a:rPr sz="2000" b="0">
                <a:latin typeface="Galano Grotesque"/>
              </a:rPr>
              <a:t>Dual-tenant architecture: Production NAO and NAOTest with shared On-Ramp Palo connectivity at SAT/DFW.</a:t>
            </a:r>
          </a:p>
        </p:txBody>
      </p:sp>
      <p:sp>
        <p:nvSpPr>
          <p:cNvPr id="5" name="TextBox 4"/>
          <p:cNvSpPr txBox="1"/>
          <p:nvPr/>
        </p:nvSpPr>
        <p:spPr>
          <a:xfrm>
            <a:off x="393192" y="1828800"/>
            <a:ext cx="4114800" cy="4114800"/>
          </a:xfrm>
          <a:prstGeom prst="rect">
            <a:avLst/>
          </a:prstGeom>
          <a:noFill/>
        </p:spPr>
        <p:txBody>
          <a:bodyPr wrap="square">
            <a:spAutoFit/>
          </a:bodyPr>
          <a:lstStyle/>
          <a:p>
            <a:r>
              <a:rPr sz="1400" b="0">
                <a:latin typeface="Galano Grotesque"/>
              </a:rPr>
              <a:t>NAO Tenant (Production):</a:t>
            </a:r>
          </a:p>
          <a:p>
            <a:r>
              <a:rPr sz="1400" b="0">
                <a:latin typeface="Galano Grotesque"/>
              </a:rPr>
              <a:t>• Spoke-Sub 1 &amp; 2 with Spoke-VNETs</a:t>
            </a:r>
          </a:p>
          <a:p>
            <a:r>
              <a:rPr sz="1400" b="0">
                <a:latin typeface="Galano Grotesque"/>
              </a:rPr>
              <a:t>• Connectivity-Sub with Connectivity-VNET</a:t>
            </a:r>
          </a:p>
          <a:p>
            <a:r>
              <a:rPr sz="1400" b="0">
                <a:latin typeface="Galano Grotesque"/>
              </a:rPr>
              <a:t>• Palo + ExpressRoute Circuit + VNet Gateway</a:t>
            </a:r>
          </a:p>
          <a:p>
            <a:r>
              <a:rPr sz="1400" b="0">
                <a:latin typeface="Galano Grotesque"/>
              </a:rPr>
              <a:t/>
            </a:r>
          </a:p>
          <a:p>
            <a:r>
              <a:rPr sz="1400" b="0">
                <a:latin typeface="Galano Grotesque"/>
              </a:rPr>
              <a:t>NAOTest Tenant:</a:t>
            </a:r>
          </a:p>
          <a:p>
            <a:r>
              <a:rPr sz="1400" b="0">
                <a:latin typeface="Galano Grotesque"/>
              </a:rPr>
              <a:t>• Spoke-Sub (AVD) with Spoke-VNET</a:t>
            </a:r>
          </a:p>
          <a:p>
            <a:r>
              <a:rPr sz="1400" b="0">
                <a:latin typeface="Galano Grotesque"/>
              </a:rPr>
              <a:t>• Connectivity-Sub with Palo + Test Palo</a:t>
            </a:r>
          </a:p>
          <a:p>
            <a:r>
              <a:rPr sz="1400" b="0">
                <a:latin typeface="Galano Grotesque"/>
              </a:rPr>
              <a:t>• Test-Sub for Cloud/FW teams</a:t>
            </a:r>
          </a:p>
          <a:p>
            <a:r>
              <a:rPr sz="1400" b="0">
                <a:latin typeface="Galano Grotesque"/>
              </a:rPr>
              <a:t/>
            </a:r>
          </a:p>
          <a:p>
            <a:r>
              <a:rPr sz="1400" b="0">
                <a:latin typeface="Galano Grotesque"/>
              </a:rPr>
              <a:t>Shared:</a:t>
            </a:r>
          </a:p>
          <a:p>
            <a:r>
              <a:rPr sz="1400" b="0">
                <a:latin typeface="Galano Grotesque"/>
              </a:rPr>
              <a:t>• On-Ramp Palo at SAT/DFW</a:t>
            </a:r>
          </a:p>
          <a:p>
            <a:r>
              <a:rPr sz="1400" b="0">
                <a:latin typeface="Galano Grotesque"/>
              </a:rPr>
              <a:t>• ExpressRoute connectivity to on-prem</a:t>
            </a:r>
          </a:p>
        </p:txBody>
      </p:sp>
      <p:pic>
        <p:nvPicPr>
          <p:cNvPr id="6" name="Picture 5" descr="slide21_naotest.png"/>
          <p:cNvPicPr>
            <a:picLocks noChangeAspect="1"/>
          </p:cNvPicPr>
          <p:nvPr/>
        </p:nvPicPr>
        <p:blipFill>
          <a:blip r:embed="rId2"/>
          <a:stretch>
            <a:fillRect/>
          </a:stretch>
        </p:blipFill>
        <p:spPr>
          <a:xfrm>
            <a:off x="5029200" y="1463040"/>
            <a:ext cx="6675120" cy="4846320"/>
          </a:xfrm>
          <a:prstGeom prst="rect">
            <a:avLst/>
          </a:prstGeom>
        </p:spPr>
      </p:pic>
      <p:sp>
        <p:nvSpPr>
          <p:cNvPr id="7" name="TextBox 6"/>
          <p:cNvSpPr txBox="1"/>
          <p:nvPr/>
        </p:nvSpPr>
        <p:spPr>
          <a:xfrm>
            <a:off x="5486400" y="6611112"/>
            <a:ext cx="1216152" cy="246888"/>
          </a:xfrm>
          <a:prstGeom prst="rect">
            <a:avLst/>
          </a:prstGeom>
          <a:noFill/>
        </p:spPr>
        <p:txBody>
          <a:bodyPr wrap="square">
            <a:spAutoFit/>
          </a:bodyPr>
          <a:lstStyle/>
          <a:p>
            <a:r>
              <a:rPr sz="1000" b="0">
                <a:latin typeface="Galano Grotesque"/>
              </a:rPr>
              <a:t>Ally Confidential</a:t>
            </a:r>
          </a:p>
        </p:txBody>
      </p:sp>
      <p:sp>
        <p:nvSpPr>
          <p:cNvPr id="8" name="TextBox 7"/>
          <p:cNvSpPr txBox="1"/>
          <p:nvPr/>
        </p:nvSpPr>
        <p:spPr>
          <a:xfrm>
            <a:off x="8951976" y="6355080"/>
            <a:ext cx="2743200" cy="365760"/>
          </a:xfrm>
          <a:prstGeom prst="rect">
            <a:avLst/>
          </a:prstGeom>
          <a:noFill/>
        </p:spPr>
        <p:txBody>
          <a:bodyPr wrap="square">
            <a:spAutoFit/>
          </a:bodyPr>
          <a:lstStyle/>
          <a:p>
            <a:pPr algn="r"/>
            <a:r>
              <a:rPr sz="1000" b="0">
                <a:latin typeface="Galano Grotesque"/>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6" sz="quarter"/>
          </p:nvPr>
        </p:nvSpPr>
        <p:spPr/>
        <p:txBody>
          <a:bodyPr/>
          <a:lstStyle/>
          <a:p/>
        </p:txBody>
      </p:sp>
      <p:sp>
        <p:nvSpPr>
          <p:cNvPr id="3" name="Title 2"/>
          <p:cNvSpPr>
            <a:spLocks noGrp="1"/>
          </p:cNvSpPr>
          <p:nvPr>
            <p:ph type="title"/>
          </p:nvPr>
        </p:nvSpPr>
        <p:spPr/>
        <p:txBody>
          <a:bodyPr/>
          <a:lstStyle/>
          <a:p/>
        </p:txBody>
      </p:sp>
      <p:sp>
        <p:nvSpPr>
          <p:cNvPr id="4" name="Text Placeholder 3"/>
          <p:cNvSpPr>
            <a:spLocks noGrp="1"/>
          </p:cNvSpPr>
          <p:nvPr>
            <p:ph type="body" idx="15" sz="quarter"/>
          </p:nvPr>
        </p:nvSpPr>
        <p:spPr/>
        <p:txBody>
          <a:bodyPr/>
          <a:lstStyle/>
          <a:p/>
        </p:txBody>
      </p:sp>
      <p:sp>
        <p:nvSpPr>
          <p:cNvPr id="5" name="TextBox 4"/>
          <p:cNvSpPr txBox="1"/>
          <p:nvPr/>
        </p:nvSpPr>
        <p:spPr>
          <a:xfrm>
            <a:off x="301752" y="201168"/>
            <a:ext cx="4187952" cy="347472"/>
          </a:xfrm>
          <a:prstGeom prst="rect">
            <a:avLst/>
          </a:prstGeom>
          <a:noFill/>
        </p:spPr>
        <p:txBody>
          <a:bodyPr wrap="square">
            <a:spAutoFit/>
          </a:bodyPr>
          <a:lstStyle/>
          <a:p>
            <a:r>
              <a:rPr sz="2400" b="0">
                <a:latin typeface="Galano Grotesque"/>
              </a:rPr>
              <a:t>Interoperability</a:t>
            </a:r>
          </a:p>
        </p:txBody>
      </p:sp>
      <p:sp>
        <p:nvSpPr>
          <p:cNvPr id="6" name="TextBox 5"/>
          <p:cNvSpPr txBox="1"/>
          <p:nvPr/>
        </p:nvSpPr>
        <p:spPr>
          <a:xfrm>
            <a:off x="301752" y="758952"/>
            <a:ext cx="11695176" cy="832104"/>
          </a:xfrm>
          <a:prstGeom prst="rect">
            <a:avLst/>
          </a:prstGeom>
          <a:noFill/>
        </p:spPr>
        <p:txBody>
          <a:bodyPr wrap="square">
            <a:spAutoFit/>
          </a:bodyPr>
          <a:lstStyle/>
          <a:p>
            <a:r>
              <a:rPr sz="1600" b="0">
                <a:latin typeface="Galano Grotesque"/>
              </a:rPr>
              <a:t>Ally has adopted a multi-cloud strategy to avoid vendor lock-in. Azure serves as the primary alternative to AWS, selected due to existing contractual relationships with Microsoft.</a:t>
            </a:r>
          </a:p>
        </p:txBody>
      </p:sp>
      <p:sp>
        <p:nvSpPr>
          <p:cNvPr id="7" name="TextBox 6"/>
          <p:cNvSpPr txBox="1"/>
          <p:nvPr/>
        </p:nvSpPr>
        <p:spPr>
          <a:xfrm>
            <a:off x="320040" y="1472184"/>
            <a:ext cx="4572000" cy="4617720"/>
          </a:xfrm>
          <a:prstGeom prst="rect">
            <a:avLst/>
          </a:prstGeom>
          <a:noFill/>
        </p:spPr>
        <p:txBody>
          <a:bodyPr wrap="square">
            <a:spAutoFit/>
          </a:bodyPr>
          <a:lstStyle/>
          <a:p>
            <a:r>
              <a:rPr sz="1400" b="0">
                <a:latin typeface="Galano Grotesque"/>
              </a:rPr>
              <a:t>Ally Cloud Engineering has identified corresponding technologies in Azure and on-prem:</a:t>
            </a:r>
          </a:p>
          <a:p>
            <a:r>
              <a:rPr sz="1400" b="0">
                <a:latin typeface="Galano Grotesque"/>
              </a:rPr>
              <a:t/>
            </a:r>
          </a:p>
          <a:p>
            <a:r>
              <a:rPr sz="1400" b="0">
                <a:latin typeface="Galano Grotesque"/>
              </a:rPr>
              <a:t>• Azure was selected as primary alternative due to existing Microsoft contracts (M365, Entra ID)</a:t>
            </a:r>
          </a:p>
          <a:p>
            <a:r>
              <a:rPr sz="1400" b="0">
                <a:latin typeface="Galano Grotesque"/>
              </a:rPr>
              <a:t>• Workloads include containers (AKS), infrastructure (VMs), and data stores (SQL, CosmosDB)</a:t>
            </a:r>
          </a:p>
          <a:p>
            <a:r>
              <a:rPr sz="1400" b="0">
                <a:latin typeface="Galano Grotesque"/>
              </a:rPr>
              <a:t>• Enterprise standard tooling including GitLab CI/CD and Terraform enable cloud portability</a:t>
            </a:r>
          </a:p>
          <a:p>
            <a:r>
              <a:rPr sz="1400" b="0">
                <a:latin typeface="Galano Grotesque"/>
              </a:rPr>
              <a:t>• Common patterns: VNet isolation, Palo Alto inspection, ExpressRoute, RBAC</a:t>
            </a:r>
          </a:p>
          <a:p>
            <a:r>
              <a:rPr sz="1400" b="0">
                <a:latin typeface="Galano Grotesque"/>
              </a:rPr>
              <a:t>• Cross-cloud integration: AWS GitLab -&gt; Azure deployments, AWS Secrets -&gt; Azure auth</a:t>
            </a:r>
          </a:p>
          <a:p>
            <a:r>
              <a:rPr sz="1400" b="0">
                <a:latin typeface="Galano Grotesque"/>
              </a:rPr>
              <a:t>• Hybrid DNS: Azure DNS Resolver &lt;-&gt; AWS Route 53 &lt;-&gt; On-prem Infoblox</a:t>
            </a:r>
          </a:p>
        </p:txBody>
      </p:sp>
      <p:sp>
        <p:nvSpPr>
          <p:cNvPr id="8" name="TextBox 7"/>
          <p:cNvSpPr txBox="1"/>
          <p:nvPr/>
        </p:nvSpPr>
        <p:spPr>
          <a:xfrm>
            <a:off x="6400800" y="1828800"/>
            <a:ext cx="5029200" cy="4114800"/>
          </a:xfrm>
          <a:prstGeom prst="rect">
            <a:avLst/>
          </a:prstGeom>
          <a:noFill/>
        </p:spPr>
        <p:txBody>
          <a:bodyPr wrap="square">
            <a:spAutoFit/>
          </a:bodyPr>
          <a:lstStyle/>
          <a:p>
            <a:r>
              <a:rPr sz="1400" b="0">
                <a:latin typeface="Galano Grotesque"/>
              </a:rPr>
              <a:t>Azure &lt;-&gt; AWS Equivalents:</a:t>
            </a:r>
          </a:p>
          <a:p>
            <a:r>
              <a:rPr sz="1400" b="0">
                <a:latin typeface="Galano Grotesque"/>
              </a:rPr>
              <a:t/>
            </a:r>
          </a:p>
          <a:p>
            <a:r>
              <a:rPr sz="1400" b="0">
                <a:latin typeface="Galano Grotesque"/>
              </a:rPr>
              <a:t>  AWS VPC = Azure VNet</a:t>
            </a:r>
          </a:p>
          <a:p>
            <a:r>
              <a:rPr sz="1400" b="0">
                <a:latin typeface="Galano Grotesque"/>
              </a:rPr>
              <a:t>  AWS Account = Azure Subscription</a:t>
            </a:r>
          </a:p>
          <a:p>
            <a:r>
              <a:rPr sz="1400" b="0">
                <a:latin typeface="Galano Grotesque"/>
              </a:rPr>
              <a:t>  AWS Direct Connect = Azure ExpressRoute</a:t>
            </a:r>
          </a:p>
          <a:p>
            <a:r>
              <a:rPr sz="1400" b="0">
                <a:latin typeface="Galano Grotesque"/>
              </a:rPr>
              <a:t>  AWS Transit Gateway = Azure VNet Peering/Gateway</a:t>
            </a:r>
          </a:p>
          <a:p>
            <a:r>
              <a:rPr sz="1400" b="0">
                <a:latin typeface="Galano Grotesque"/>
              </a:rPr>
              <a:t>  AWS IAM Roles = Azure RBAC + Entra ID</a:t>
            </a:r>
          </a:p>
          <a:p>
            <a:r>
              <a:rPr sz="1400" b="0">
                <a:latin typeface="Galano Grotesque"/>
              </a:rPr>
              <a:t>  AWS CloudWatch = Azure Monitor</a:t>
            </a:r>
          </a:p>
          <a:p>
            <a:r>
              <a:rPr sz="1400" b="0">
                <a:latin typeface="Galano Grotesque"/>
              </a:rPr>
              <a:t>  AWS S3 = Azure Storage Account</a:t>
            </a:r>
          </a:p>
          <a:p>
            <a:r>
              <a:rPr sz="1400" b="0">
                <a:latin typeface="Galano Grotesque"/>
              </a:rPr>
              <a:t>  AWS Lambda = Azure Functions</a:t>
            </a:r>
          </a:p>
          <a:p>
            <a:r>
              <a:rPr sz="1400" b="0">
                <a:latin typeface="Galano Grotesque"/>
              </a:rPr>
              <a:t>  AWS EKS = Azure AKS</a:t>
            </a:r>
          </a:p>
          <a:p>
            <a:r>
              <a:rPr sz="1400" b="0">
                <a:latin typeface="Galano Grotesque"/>
              </a:rPr>
              <a:t>  AWS CloudTrail = Azure Activity Log</a:t>
            </a:r>
          </a:p>
          <a:p>
            <a:r>
              <a:rPr sz="1400" b="0">
                <a:latin typeface="Galano Grotesque"/>
              </a:rPr>
              <a:t>  AWS Organizations = Azure Management Groups</a:t>
            </a:r>
          </a:p>
        </p:txBody>
      </p:sp>
      <p:sp>
        <p:nvSpPr>
          <p:cNvPr id="9" name="TextBox 8"/>
          <p:cNvSpPr txBox="1"/>
          <p:nvPr/>
        </p:nvSpPr>
        <p:spPr>
          <a:xfrm>
            <a:off x="5486400" y="6611112"/>
            <a:ext cx="1216152" cy="246888"/>
          </a:xfrm>
          <a:prstGeom prst="rect">
            <a:avLst/>
          </a:prstGeom>
          <a:noFill/>
        </p:spPr>
        <p:txBody>
          <a:bodyPr wrap="square">
            <a:spAutoFit/>
          </a:bodyPr>
          <a:lstStyle/>
          <a:p>
            <a:r>
              <a:rPr sz="1000" b="0">
                <a:latin typeface="Galano Grotesque"/>
              </a:rPr>
              <a:t>Ally Confidential</a:t>
            </a:r>
          </a:p>
        </p:txBody>
      </p:sp>
      <p:sp>
        <p:nvSpPr>
          <p:cNvPr id="10" name="TextBox 9"/>
          <p:cNvSpPr txBox="1"/>
          <p:nvPr/>
        </p:nvSpPr>
        <p:spPr>
          <a:xfrm>
            <a:off x="8951976" y="6355080"/>
            <a:ext cx="2743200" cy="365760"/>
          </a:xfrm>
          <a:prstGeom prst="rect">
            <a:avLst/>
          </a:prstGeom>
          <a:noFill/>
        </p:spPr>
        <p:txBody>
          <a:bodyPr wrap="square">
            <a:spAutoFit/>
          </a:bodyPr>
          <a:lstStyle/>
          <a:p>
            <a:pPr algn="r"/>
            <a:r>
              <a:rPr sz="1000" b="0">
                <a:latin typeface="Galano Grotesque"/>
              </a:rPr>
              <a:t>25</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omNPnvsISRKX9m3WSAsUdQ"/>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ju_7BHI8Q.S61v0gMe_vw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omNPnvsISRKX9m3WSAsUdQ"/>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omNPnvsISRKX9m3WSAsUdQ"/>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ju_7BHI8Q.S61v0gMe_vwQ"/>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ju_7BHI8Q.S61v0gMe_vw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Q0fxg4kdRSiiruHho8lZYA"/>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ZFkCJS79TomR2fMFBlkhg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omNPnvsISRKX9m3WSAsUd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omNPnvsISRKX9m3WSAsUd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ju_7BHI8Q.S61v0gMe_vwQ"/>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omNPnvsISRKX9m3WSAsUdQ"/>
</p:tagLst>
</file>

<file path=ppt/theme/theme1.xml><?xml version="1.0" encoding="utf-8"?>
<a:theme xmlns:a="http://schemas.openxmlformats.org/drawingml/2006/main" name="Light Theme">
  <a:themeElements>
    <a:clrScheme name="Custom 6">
      <a:dk1>
        <a:srgbClr val="300941"/>
      </a:dk1>
      <a:lt1>
        <a:srgbClr val="FFFFFF"/>
      </a:lt1>
      <a:dk2>
        <a:srgbClr val="650360"/>
      </a:dk2>
      <a:lt2>
        <a:srgbClr val="FFF6F0"/>
      </a:lt2>
      <a:accent1>
        <a:srgbClr val="300941"/>
      </a:accent1>
      <a:accent2>
        <a:srgbClr val="650360"/>
      </a:accent2>
      <a:accent3>
        <a:srgbClr val="FFF7F0"/>
      </a:accent3>
      <a:accent4>
        <a:srgbClr val="00D9B5"/>
      </a:accent4>
      <a:accent5>
        <a:srgbClr val="FE498B"/>
      </a:accent5>
      <a:accent6>
        <a:srgbClr val="FFFFFF"/>
      </a:accent6>
      <a:hlink>
        <a:srgbClr val="0071C3"/>
      </a:hlink>
      <a:folHlink>
        <a:srgbClr val="8ED3FA"/>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sz="1400" dirty="0" err="1" smtClean="0">
            <a:solidFill>
              <a:schemeClr val="tx2"/>
            </a:solidFill>
            <a:latin typeface="Galano Grotesque" panose="00000500000000000000" pitchFamily="50" charset="0"/>
          </a:defRPr>
        </a:defPPr>
      </a:lstStyle>
    </a:txDef>
  </a:objectDefaults>
  <a:extraClrSchemeLst/>
  <a:extLst>
    <a:ext uri="{05A4C25C-085E-4340-85A3-A5531E510DB2}">
      <thm15:themeFamily xmlns:thm15="http://schemas.microsoft.com/office/thememl/2012/main" name="MasterTemplate 3" id="{0B0A6279-75E5-7549-95DF-FE36B6E13EB1}" vid="{5DAEA81D-D64F-C145-B257-F3C5436FE4FC}"/>
    </a:ext>
  </a:extLst>
</a:theme>
</file>

<file path=ppt/theme/theme2.xml><?xml version="1.0" encoding="utf-8"?>
<a:theme xmlns:a="http://schemas.openxmlformats.org/drawingml/2006/main" name="2_Light Theme">
  <a:themeElements>
    <a:clrScheme name="Ally">
      <a:dk1>
        <a:srgbClr val="351447"/>
      </a:dk1>
      <a:lt1>
        <a:srgbClr val="FFFFFF"/>
      </a:lt1>
      <a:dk2>
        <a:srgbClr val="650360"/>
      </a:dk2>
      <a:lt2>
        <a:srgbClr val="FFFFFF"/>
      </a:lt2>
      <a:accent1>
        <a:srgbClr val="351447"/>
      </a:accent1>
      <a:accent2>
        <a:srgbClr val="650360"/>
      </a:accent2>
      <a:accent3>
        <a:srgbClr val="FFF7F0"/>
      </a:accent3>
      <a:accent4>
        <a:srgbClr val="1C988A"/>
      </a:accent4>
      <a:accent5>
        <a:srgbClr val="CA3874"/>
      </a:accent5>
      <a:accent6>
        <a:srgbClr val="FFFFFF"/>
      </a:accent6>
      <a:hlink>
        <a:srgbClr val="05AEF5"/>
      </a:hlink>
      <a:folHlink>
        <a:srgbClr val="954F72"/>
      </a:folHlink>
    </a:clrScheme>
    <a:fontScheme name="Montserrat">
      <a:majorFont>
        <a:latin typeface="Montserrat"/>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sterTemplate 3" id="{0B0A6279-75E5-7549-95DF-FE36B6E13EB1}" vid="{5DAEA81D-D64F-C145-B257-F3C5436FE4FC}"/>
    </a:ext>
  </a:extLst>
</a:theme>
</file>

<file path=ppt/theme/theme3.xml><?xml version="1.0" encoding="utf-8"?>
<a:theme xmlns:a="http://schemas.openxmlformats.org/drawingml/2006/main" name="Light Theme">
  <a:themeElements>
    <a:clrScheme name="Ally">
      <a:dk1>
        <a:srgbClr val="351447"/>
      </a:dk1>
      <a:lt1>
        <a:srgbClr val="FFFFFF"/>
      </a:lt1>
      <a:dk2>
        <a:srgbClr val="650360"/>
      </a:dk2>
      <a:lt2>
        <a:srgbClr val="FFFFFF"/>
      </a:lt2>
      <a:accent1>
        <a:srgbClr val="351447"/>
      </a:accent1>
      <a:accent2>
        <a:srgbClr val="650360"/>
      </a:accent2>
      <a:accent3>
        <a:srgbClr val="FFF7F0"/>
      </a:accent3>
      <a:accent4>
        <a:srgbClr val="1C988A"/>
      </a:accent4>
      <a:accent5>
        <a:srgbClr val="CA3874"/>
      </a:accent5>
      <a:accent6>
        <a:srgbClr val="FFFFFF"/>
      </a:accent6>
      <a:hlink>
        <a:srgbClr val="05AEF5"/>
      </a:hlink>
      <a:folHlink>
        <a:srgbClr val="954F72"/>
      </a:folHlink>
    </a:clrScheme>
    <a:fontScheme name="Montserrat">
      <a:majorFont>
        <a:latin typeface="Montserrat"/>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sterTemplate 3" id="{0B0A6279-75E5-7549-95DF-FE36B6E13EB1}" vid="{5DAEA81D-D64F-C145-B257-F3C5436FE4FC}"/>
    </a:ext>
  </a:extLst>
</a:theme>
</file>

<file path=ppt/theme/theme4.xml><?xml version="1.0" encoding="utf-8"?>
<a:theme xmlns:a="http://schemas.openxmlformats.org/drawingml/2006/main" name="3_Light Theme">
  <a:themeElements>
    <a:clrScheme name="Ally">
      <a:dk1>
        <a:srgbClr val="351447"/>
      </a:dk1>
      <a:lt1>
        <a:srgbClr val="FFFFFF"/>
      </a:lt1>
      <a:dk2>
        <a:srgbClr val="650360"/>
      </a:dk2>
      <a:lt2>
        <a:srgbClr val="FFFFFF"/>
      </a:lt2>
      <a:accent1>
        <a:srgbClr val="351447"/>
      </a:accent1>
      <a:accent2>
        <a:srgbClr val="650360"/>
      </a:accent2>
      <a:accent3>
        <a:srgbClr val="FFF7F0"/>
      </a:accent3>
      <a:accent4>
        <a:srgbClr val="1C988A"/>
      </a:accent4>
      <a:accent5>
        <a:srgbClr val="CA3874"/>
      </a:accent5>
      <a:accent6>
        <a:srgbClr val="FFFFFF"/>
      </a:accent6>
      <a:hlink>
        <a:srgbClr val="05AEF5"/>
      </a:hlink>
      <a:folHlink>
        <a:srgbClr val="954F72"/>
      </a:folHlink>
    </a:clrScheme>
    <a:fontScheme name="Montserrat">
      <a:majorFont>
        <a:latin typeface="Montserrat"/>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sterTemplate 3" id="{0B0A6279-75E5-7549-95DF-FE36B6E13EB1}" vid="{5DAEA81D-D64F-C145-B257-F3C5436FE4FC}"/>
    </a:ext>
  </a:extLst>
</a:theme>
</file>

<file path=ppt/theme/theme5.xml><?xml version="1.0" encoding="utf-8"?>
<a:theme xmlns:a="http://schemas.openxmlformats.org/drawingml/2006/main" name="1_Light Theme">
  <a:themeElements>
    <a:clrScheme name="Custom 6">
      <a:dk1>
        <a:srgbClr val="300941"/>
      </a:dk1>
      <a:lt1>
        <a:srgbClr val="FFFFFF"/>
      </a:lt1>
      <a:dk2>
        <a:srgbClr val="650360"/>
      </a:dk2>
      <a:lt2>
        <a:srgbClr val="FFF6F0"/>
      </a:lt2>
      <a:accent1>
        <a:srgbClr val="300941"/>
      </a:accent1>
      <a:accent2>
        <a:srgbClr val="650360"/>
      </a:accent2>
      <a:accent3>
        <a:srgbClr val="FFF7F0"/>
      </a:accent3>
      <a:accent4>
        <a:srgbClr val="00D9B5"/>
      </a:accent4>
      <a:accent5>
        <a:srgbClr val="FE498B"/>
      </a:accent5>
      <a:accent6>
        <a:srgbClr val="FFFFFF"/>
      </a:accent6>
      <a:hlink>
        <a:srgbClr val="0071C3"/>
      </a:hlink>
      <a:folHlink>
        <a:srgbClr val="8ED3FA"/>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sz="1400" dirty="0" err="1" smtClean="0">
            <a:solidFill>
              <a:schemeClr val="tx2"/>
            </a:solidFill>
            <a:latin typeface="Galano Grotesque" panose="00000500000000000000" pitchFamily="50" charset="0"/>
          </a:defRPr>
        </a:defPPr>
      </a:lstStyle>
    </a:txDef>
  </a:objectDefaults>
  <a:extraClrSchemeLst/>
  <a:extLst>
    <a:ext uri="{05A4C25C-085E-4340-85A3-A5531E510DB2}">
      <thm15:themeFamily xmlns:thm15="http://schemas.microsoft.com/office/thememl/2012/main" name="MasterTemplate 3" id="{0B0A6279-75E5-7549-95DF-FE36B6E13EB1}" vid="{5DAEA81D-D64F-C145-B257-F3C5436FE4FC}"/>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EE449E3C537744D8DF23915B609D30B" ma:contentTypeVersion="17" ma:contentTypeDescription="Create a new document." ma:contentTypeScope="" ma:versionID="65f79acc9bc623fc8352b9c8b3a7e0da">
  <xsd:schema xmlns:xsd="http://www.w3.org/2001/XMLSchema" xmlns:xs="http://www.w3.org/2001/XMLSchema" xmlns:p="http://schemas.microsoft.com/office/2006/metadata/properties" xmlns:ns2="a00e317f-a9c7-46cf-a24a-703933253ac3" xmlns:ns3="0eb6ee72-5def-4ae6-a53c-155072d80b70" targetNamespace="http://schemas.microsoft.com/office/2006/metadata/properties" ma:root="true" ma:fieldsID="5748e41f2b4204d6be08411a0e14fac0" ns2:_="" ns3:_="">
    <xsd:import namespace="a00e317f-a9c7-46cf-a24a-703933253ac3"/>
    <xsd:import namespace="0eb6ee72-5def-4ae6-a53c-155072d80b70"/>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LengthInSeconds" minOccurs="0"/>
                <xsd:element ref="ns2:MediaServiceAutoKeyPoints" minOccurs="0"/>
                <xsd:element ref="ns2:MediaServiceKeyPoint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00e317f-a9c7-46cf-a24a-703933253ac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9406fc16-8e73-472a-923a-d2a18155dc0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eb6ee72-5def-4ae6-a53c-155072d80b70"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28f3610e-4411-450e-8e0b-91e1ce0bc882}" ma:internalName="TaxCatchAll" ma:showField="CatchAllData" ma:web="0eb6ee72-5def-4ae6-a53c-155072d80b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0eb6ee72-5def-4ae6-a53c-155072d80b70">
      <UserInfo>
        <DisplayName>Sullivan, Mike</DisplayName>
        <AccountId>30</AccountId>
        <AccountType/>
      </UserInfo>
      <UserInfo>
        <DisplayName>Fletcher, Taylor</DisplayName>
        <AccountId>52</AccountId>
        <AccountType/>
      </UserInfo>
      <UserInfo>
        <DisplayName>Nimmagadda, Hemachand</DisplayName>
        <AccountId>67</AccountId>
        <AccountType/>
      </UserInfo>
      <UserInfo>
        <DisplayName>Troxler, Sarah</DisplayName>
        <AccountId>18</AccountId>
        <AccountType/>
      </UserInfo>
      <UserInfo>
        <DisplayName>Phillips, Ryan</DisplayName>
        <AccountId>9</AccountId>
        <AccountType/>
      </UserInfo>
      <UserInfo>
        <DisplayName>Ai, Xin</DisplayName>
        <AccountId>49</AccountId>
        <AccountType/>
      </UserInfo>
      <UserInfo>
        <DisplayName>Magee, Brady</DisplayName>
        <AccountId>40</AccountId>
        <AccountType/>
      </UserInfo>
      <UserInfo>
        <DisplayName>Rajagopalan, Sada</DisplayName>
        <AccountId>20</AccountId>
        <AccountType/>
      </UserInfo>
      <UserInfo>
        <DisplayName>Woodley, Brian</DisplayName>
        <AccountId>62</AccountId>
        <AccountType/>
      </UserInfo>
      <UserInfo>
        <DisplayName>Cannon, Robert</DisplayName>
        <AccountId>25</AccountId>
        <AccountType/>
      </UserInfo>
    </SharedWithUsers>
    <lcf76f155ced4ddcb4097134ff3c332f xmlns="a00e317f-a9c7-46cf-a24a-703933253ac3">
      <Terms xmlns="http://schemas.microsoft.com/office/infopath/2007/PartnerControls"/>
    </lcf76f155ced4ddcb4097134ff3c332f>
    <TaxCatchAll xmlns="0eb6ee72-5def-4ae6-a53c-155072d80b70"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4DC7A54-EBBB-4171-A49E-8FFD47A1AB64}"/>
</file>

<file path=customXml/itemProps2.xml><?xml version="1.0" encoding="utf-8"?>
<ds:datastoreItem xmlns:ds="http://schemas.openxmlformats.org/officeDocument/2006/customXml" ds:itemID="{A540E6A3-405C-4DE8-9E48-87D0EC8FF7D4}">
  <ds:schemaRefs>
    <ds:schemaRef ds:uri="5ff319fa-e7b2-48d3-8f10-d5de29883ab5"/>
    <ds:schemaRef ds:uri="7a7bfe02-00d4-4a54-8ed3-60ed209659d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A016C01E-E146-4321-B7A3-FDE8DB49C784}">
  <ds:schemaRefs>
    <ds:schemaRef ds:uri="http://schemas.microsoft.com/sharepoint/v3/contenttype/forms"/>
  </ds:schemaRefs>
</ds:datastoreItem>
</file>

<file path=docMetadata/LabelInfo.xml><?xml version="1.0" encoding="utf-8"?>
<clbl:labelList xmlns:clbl="http://schemas.microsoft.com/office/2020/mipLabelMetadata">
  <clbl:label id="{e2fdba70-2869-4eda-b6eb-38a0e0562907}" enabled="1" method="Privileged" siteId="{6ba27181-f9d0-4bea-bd68-dab7530b15aa}" removed="0"/>
</clbl:labelList>
</file>

<file path=docProps/app.xml><?xml version="1.0" encoding="utf-8"?>
<Properties xmlns="http://schemas.openxmlformats.org/officeDocument/2006/extended-properties" xmlns:vt="http://schemas.openxmlformats.org/officeDocument/2006/docPropsVTypes">
  <Template>Ally Lending Wide</Template>
  <Application>Microsoft Office PowerPoint</Application>
  <PresentationFormat>Widescreen</PresentationFormat>
  <Slides>19</Slides>
  <Notes>8</Notes>
  <HiddenSlides>0</HiddenSlides>
  <ScaleCrop>false</ScaleCrop>
  <HeadingPairs>
    <vt:vector size="4" baseType="variant">
      <vt:variant>
        <vt:lpstr>Theme</vt:lpstr>
      </vt:variant>
      <vt:variant>
        <vt:i4>5</vt:i4>
      </vt:variant>
      <vt:variant>
        <vt:lpstr>Slide Titles</vt:lpstr>
      </vt:variant>
      <vt:variant>
        <vt:i4>19</vt:i4>
      </vt:variant>
    </vt:vector>
  </HeadingPairs>
  <TitlesOfParts>
    <vt:vector size="24" baseType="lpstr">
      <vt:lpstr>Light Theme</vt:lpstr>
      <vt:lpstr>2_Light Theme</vt:lpstr>
      <vt:lpstr>Light Theme</vt:lpstr>
      <vt:lpstr>3_Light Theme</vt:lpstr>
      <vt:lpstr>1_Light Theme</vt:lpstr>
      <vt:lpstr>PowerPoint Presentation</vt:lpstr>
      <vt:lpstr>PowerPoint Presentation</vt:lpstr>
      <vt:lpstr>Agenda</vt:lpstr>
      <vt:lpstr>Cloud Networking</vt:lpstr>
      <vt:lpstr>Cloud Adoption Framework</vt:lpstr>
      <vt:lpstr>Cloud Networking</vt:lpstr>
      <vt:lpstr> </vt:lpstr>
      <vt:lpstr>PowerPoint Presentation</vt:lpstr>
      <vt:lpstr>PowerPoint Presentation</vt:lpstr>
      <vt:lpstr>PowerPoint Presentation</vt:lpstr>
      <vt:lpstr>PowerPoint Presentation</vt:lpstr>
      <vt:lpstr>PowerPoint Presentation</vt:lpstr>
      <vt:lpstr>PowerPoint Presentation</vt:lpstr>
      <vt:lpstr>Enabling Application Adoption</vt:lpstr>
      <vt:lpstr>Cloud Resiliency</vt:lpstr>
      <vt:lpstr>PowerPoint Presentation</vt:lpstr>
      <vt:lpstr>Load Balancing &amp; Elasticity</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Mackey, Rebecca</dc:creator>
  <cp:revision>1</cp:revision>
  <cp:lastPrinted>2024-03-07T13:59:12Z</cp:lastPrinted>
  <dcterms:created xsi:type="dcterms:W3CDTF">2020-08-18T19:28:37Z</dcterms:created>
  <dcterms:modified xsi:type="dcterms:W3CDTF">2024-08-05T19:17:08Z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593e4d57-5616-47c8-9a5d-71b9f9953537</vt:lpwstr>
  </property>
  <property fmtid="{D5CDD505-2E9C-101B-9397-08002B2CF9AE}" pid="3" name="AllyClassification">
    <vt:lpwstr>PR</vt:lpwstr>
  </property>
  <property fmtid="{D5CDD505-2E9C-101B-9397-08002B2CF9AE}" pid="4" name="ContentTypeId">
    <vt:lpwstr>0x010100CEE449E3C537744D8DF23915B609D30B</vt:lpwstr>
  </property>
  <property fmtid="{D5CDD505-2E9C-101B-9397-08002B2CF9AE}" pid="5" name="MediaServiceImageTags">
    <vt:lpwstr/>
  </property>
  <property fmtid="{D5CDD505-2E9C-101B-9397-08002B2CF9AE}" pid="6" name="CRIMRecord">
    <vt:lpwstr/>
  </property>
</Properties>
</file>